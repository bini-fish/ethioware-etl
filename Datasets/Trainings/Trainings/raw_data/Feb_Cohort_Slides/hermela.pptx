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Slides/notesSlide1.xml" ContentType="application/vnd.openxmlformats-officedocument.presentationml.notes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74" r:id="rId4"/>
    <p:sldId id="258" r:id="rId5"/>
    <p:sldId id="259" r:id="rId6"/>
    <p:sldId id="270" r:id="rId7"/>
    <p:sldId id="269" r:id="rId8"/>
    <p:sldId id="268" r:id="rId9"/>
    <p:sldId id="263" r:id="rId10"/>
  </p:sldIdLst>
  <p:sldSz type="screen4x3" cy="6858000" cx="9144000"/>
  <p:notesSz cx="6858000" cy="9144000"/>
  <p:defaultTextStyle>
    <a:defPPr>
      <a:defRPr lang="zh-CN"/>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horzBarState="maximized">
    <p:restoredLeft sz="15987" autoAdjust="0"/>
    <p:restoredTop sz="94660"/>
  </p:normalViewPr>
  <p:slideViewPr>
    <p:cSldViewPr snapToGrid="0">
      <p:cViewPr varScale="1">
        <p:scale>
          <a:sx n="116" d="100"/>
          <a:sy n="116" d="100"/>
        </p:scale>
        <p:origin x="1446" y="108"/>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tableStyles" Target="tableStyles.xml"/><Relationship Id="rId12" Type="http://schemas.openxmlformats.org/officeDocument/2006/relationships/presProps" Target="presProps.xml"/><Relationship Id="rId1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p:bgPr>
    </p:bg>
    <p:spTree>
      <p:nvGrpSpPr>
        <p:cNvPr id="47" name=""/>
        <p:cNvGrpSpPr/>
        <p:nvPr/>
      </p:nvGrpSpPr>
      <p:grpSpPr>
        <a:xfrm>
          <a:off x="0" y="0"/>
          <a:ext cx="0" cy="0"/>
          <a:chOff x="0" y="0"/>
          <a:chExt cx="0" cy="0"/>
        </a:xfrm>
      </p:grpSpPr>
      <p:sp>
        <p:nvSpPr>
          <p:cNvPr id="1048660"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1"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2"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63"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64"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65"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9" name=""/>
        <p:cNvGrpSpPr/>
        <p:nvPr/>
      </p:nvGrpSpPr>
      <p:grpSpPr>
        <a:xfrm>
          <a:off x="0" y="0"/>
          <a:ext cx="0" cy="0"/>
          <a:chOff x="0" y="0"/>
          <a:chExt cx="0" cy="0"/>
        </a:xfrm>
      </p:grpSpPr>
      <p:sp>
        <p:nvSpPr>
          <p:cNvPr id="1048592" name=""/>
          <p:cNvSpPr>
            <a:spLocks noGrp="1"/>
          </p:cNvSpPr>
          <p:nvPr>
            <p:ph type="body"/>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31" name=""/>
        <p:cNvGrpSpPr/>
        <p:nvPr/>
      </p:nvGrpSpPr>
      <p:grpSpPr>
        <a:xfrm>
          <a:off x="0" y="0"/>
          <a:ext cx="0" cy="0"/>
          <a:chOff x="0" y="0"/>
          <a:chExt cx="0" cy="0"/>
        </a:xfrm>
      </p:grpSpPr>
      <p:sp>
        <p:nvSpPr>
          <p:cNvPr id="1048595" name="Title 1"/>
          <p:cNvSpPr>
            <a:spLocks noGrp="1"/>
          </p:cNvSpPr>
          <p:nvPr>
            <p:ph type="ctrTitle"/>
          </p:nvPr>
        </p:nvSpPr>
        <p:spPr>
          <a:xfrm>
            <a:off x="685800" y="1122363"/>
            <a:ext cx="7772400" cy="2387600"/>
          </a:xfrm>
        </p:spPr>
        <p:txBody>
          <a:bodyPr anchor="b"/>
          <a:lstStyle>
            <a:lvl1pPr algn="ctr">
              <a:defRPr sz="6000"/>
            </a:lvl1pPr>
          </a:lstStyle>
          <a:p>
            <a:r>
              <a:rPr altLang="zh-CN" lang="en-US" smtClean="0"/>
              <a:t>Click to edit Master title style</a:t>
            </a:r>
            <a:endParaRPr dirty="0" lang="en-US"/>
          </a:p>
        </p:txBody>
      </p:sp>
      <p:sp>
        <p:nvSpPr>
          <p:cNvPr id="1048596" name="Subtitle 2"/>
          <p:cNvSpPr>
            <a:spLocks noGrp="1"/>
          </p:cNvSpPr>
          <p:nvPr>
            <p:ph type="subTitle" idx="1"/>
          </p:nvPr>
        </p:nvSpPr>
        <p:spPr>
          <a:xfrm>
            <a:off x="1143000" y="3602038"/>
            <a:ext cx="6858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altLang="zh-CN" lang="en-US" smtClean="0"/>
              <a:t>Click to edit Master subtitle style</a:t>
            </a:r>
            <a:endParaRPr dirty="0" lang="en-US"/>
          </a:p>
        </p:txBody>
      </p:sp>
      <p:sp>
        <p:nvSpPr>
          <p:cNvPr id="1048597" name="Date Placeholder 3"/>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598" name="Footer Placeholder 4"/>
          <p:cNvSpPr>
            <a:spLocks noGrp="1"/>
          </p:cNvSpPr>
          <p:nvPr>
            <p:ph type="ftr" sz="quarter" idx="11"/>
          </p:nvPr>
        </p:nvSpPr>
        <p:spPr/>
        <p:txBody>
          <a:bodyPr/>
          <a:p>
            <a:endParaRPr altLang="en-US" lang="zh-CN"/>
          </a:p>
        </p:txBody>
      </p:sp>
      <p:sp>
        <p:nvSpPr>
          <p:cNvPr id="1048599" name="Slide Number Placeholder 5"/>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4" name=""/>
        <p:cNvGrpSpPr/>
        <p:nvPr/>
      </p:nvGrpSpPr>
      <p:grpSpPr>
        <a:xfrm>
          <a:off x="0" y="0"/>
          <a:ext cx="0" cy="0"/>
          <a:chOff x="0" y="0"/>
          <a:chExt cx="0" cy="0"/>
        </a:xfrm>
      </p:grpSpPr>
      <p:sp>
        <p:nvSpPr>
          <p:cNvPr id="1048581" name="Title 1"/>
          <p:cNvSpPr>
            <a:spLocks noGrp="1"/>
          </p:cNvSpPr>
          <p:nvPr>
            <p:ph type="title"/>
          </p:nvPr>
        </p:nvSpPr>
        <p:spPr/>
        <p:txBody>
          <a:bodyPr/>
          <a:p>
            <a:r>
              <a:rPr altLang="zh-CN" lang="en-US" smtClean="0"/>
              <a:t>Click to edit Master title style</a:t>
            </a:r>
            <a:endParaRPr dirty="0" lang="en-US"/>
          </a:p>
        </p:txBody>
      </p:sp>
      <p:sp>
        <p:nvSpPr>
          <p:cNvPr id="1048582" name="Content Placeholder 2"/>
          <p:cNvSpPr>
            <a:spLocks noGrp="1"/>
          </p:cNvSpPr>
          <p:nvPr>
            <p:ph idx="1"/>
          </p:nvPr>
        </p:nvSpPr>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83" name="Date Placeholder 3"/>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584" name="Footer Placeholder 4"/>
          <p:cNvSpPr>
            <a:spLocks noGrp="1"/>
          </p:cNvSpPr>
          <p:nvPr>
            <p:ph type="ftr" sz="quarter" idx="11"/>
          </p:nvPr>
        </p:nvSpPr>
        <p:spPr/>
        <p:txBody>
          <a:bodyPr/>
          <a:p>
            <a:endParaRPr altLang="en-US" lang="zh-CN"/>
          </a:p>
        </p:txBody>
      </p:sp>
      <p:sp>
        <p:nvSpPr>
          <p:cNvPr id="1048585" name="Slide Number Placeholder 5"/>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2" name=""/>
        <p:cNvGrpSpPr/>
        <p:nvPr/>
      </p:nvGrpSpPr>
      <p:grpSpPr>
        <a:xfrm>
          <a:off x="0" y="0"/>
          <a:ext cx="0" cy="0"/>
          <a:chOff x="0" y="0"/>
          <a:chExt cx="0" cy="0"/>
        </a:xfrm>
      </p:grpSpPr>
      <p:sp>
        <p:nvSpPr>
          <p:cNvPr id="1048632" name="Title 1"/>
          <p:cNvSpPr>
            <a:spLocks noGrp="1"/>
          </p:cNvSpPr>
          <p:nvPr>
            <p:ph type="title"/>
          </p:nvPr>
        </p:nvSpPr>
        <p:spPr>
          <a:xfrm>
            <a:off x="623888" y="1709739"/>
            <a:ext cx="7886700" cy="2852737"/>
          </a:xfrm>
        </p:spPr>
        <p:txBody>
          <a:bodyPr anchor="b"/>
          <a:lstStyle>
            <a:lvl1pPr>
              <a:defRPr sz="6000"/>
            </a:lvl1pPr>
          </a:lstStyle>
          <a:p>
            <a:r>
              <a:rPr altLang="zh-CN" lang="en-US" smtClean="0"/>
              <a:t>Click to edit Master title style</a:t>
            </a:r>
            <a:endParaRPr dirty="0" lang="en-US"/>
          </a:p>
        </p:txBody>
      </p:sp>
      <p:sp>
        <p:nvSpPr>
          <p:cNvPr id="1048633" name="Text Placeholder 2"/>
          <p:cNvSpPr>
            <a:spLocks noGrp="1"/>
          </p:cNvSpPr>
          <p:nvPr>
            <p:ph type="body" idx="1"/>
          </p:nvPr>
        </p:nvSpPr>
        <p:spPr>
          <a:xfrm>
            <a:off x="623888" y="4589464"/>
            <a:ext cx="7886700" cy="1500187"/>
          </a:xfrm>
        </p:spPr>
        <p:txBody>
          <a:bodyPr/>
          <a:lstStyle>
            <a:lvl1pPr indent="0" marL="0">
              <a:buNone/>
              <a:defRPr sz="2400">
                <a:solidFill>
                  <a:schemeClr val="tx1"/>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altLang="zh-CN" lang="en-US" smtClean="0"/>
              <a:t>Click to edit Master text styles</a:t>
            </a:r>
          </a:p>
        </p:txBody>
      </p:sp>
      <p:sp>
        <p:nvSpPr>
          <p:cNvPr id="1048634" name="Date Placeholder 3"/>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35" name="Footer Placeholder 4"/>
          <p:cNvSpPr>
            <a:spLocks noGrp="1"/>
          </p:cNvSpPr>
          <p:nvPr>
            <p:ph type="ftr" sz="quarter" idx="11"/>
          </p:nvPr>
        </p:nvSpPr>
        <p:spPr/>
        <p:txBody>
          <a:bodyPr/>
          <a:p>
            <a:endParaRPr altLang="en-US" lang="zh-CN"/>
          </a:p>
        </p:txBody>
      </p:sp>
      <p:sp>
        <p:nvSpPr>
          <p:cNvPr id="1048636" name="Slide Number Placeholder 5"/>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3" name=""/>
        <p:cNvGrpSpPr/>
        <p:nvPr/>
      </p:nvGrpSpPr>
      <p:grpSpPr>
        <a:xfrm>
          <a:off x="0" y="0"/>
          <a:ext cx="0" cy="0"/>
          <a:chOff x="0" y="0"/>
          <a:chExt cx="0" cy="0"/>
        </a:xfrm>
      </p:grpSpPr>
      <p:sp>
        <p:nvSpPr>
          <p:cNvPr id="1048637" name="Title 1"/>
          <p:cNvSpPr>
            <a:spLocks noGrp="1"/>
          </p:cNvSpPr>
          <p:nvPr>
            <p:ph type="title"/>
          </p:nvPr>
        </p:nvSpPr>
        <p:spPr/>
        <p:txBody>
          <a:bodyPr/>
          <a:p>
            <a:r>
              <a:rPr altLang="zh-CN" lang="en-US" smtClean="0"/>
              <a:t>Click to edit Master title style</a:t>
            </a:r>
            <a:endParaRPr dirty="0" lang="en-US"/>
          </a:p>
        </p:txBody>
      </p:sp>
      <p:sp>
        <p:nvSpPr>
          <p:cNvPr id="1048638" name="Content Placeholder 2"/>
          <p:cNvSpPr>
            <a:spLocks noGrp="1"/>
          </p:cNvSpPr>
          <p:nvPr>
            <p:ph sz="half" idx="1"/>
          </p:nvPr>
        </p:nvSpPr>
        <p:spPr>
          <a:xfrm>
            <a:off x="6286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39" name="Content Placeholder 3"/>
          <p:cNvSpPr>
            <a:spLocks noGrp="1"/>
          </p:cNvSpPr>
          <p:nvPr>
            <p:ph sz="half" idx="2"/>
          </p:nvPr>
        </p:nvSpPr>
        <p:spPr>
          <a:xfrm>
            <a:off x="4629150" y="1825625"/>
            <a:ext cx="3886200" cy="435133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0" name="Date Placeholder 4"/>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41" name="Footer Placeholder 5"/>
          <p:cNvSpPr>
            <a:spLocks noGrp="1"/>
          </p:cNvSpPr>
          <p:nvPr>
            <p:ph type="ftr" sz="quarter" idx="11"/>
          </p:nvPr>
        </p:nvSpPr>
        <p:spPr/>
        <p:txBody>
          <a:bodyPr/>
          <a:p>
            <a:endParaRPr altLang="en-US" lang="zh-CN"/>
          </a:p>
        </p:txBody>
      </p:sp>
      <p:sp>
        <p:nvSpPr>
          <p:cNvPr id="1048642" name="Slide Number Placeholder 6"/>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4" name=""/>
        <p:cNvGrpSpPr/>
        <p:nvPr/>
      </p:nvGrpSpPr>
      <p:grpSpPr>
        <a:xfrm>
          <a:off x="0" y="0"/>
          <a:ext cx="0" cy="0"/>
          <a:chOff x="0" y="0"/>
          <a:chExt cx="0" cy="0"/>
        </a:xfrm>
      </p:grpSpPr>
      <p:sp>
        <p:nvSpPr>
          <p:cNvPr id="1048643" name="Title 1"/>
          <p:cNvSpPr>
            <a:spLocks noGrp="1"/>
          </p:cNvSpPr>
          <p:nvPr>
            <p:ph type="title"/>
          </p:nvPr>
        </p:nvSpPr>
        <p:spPr>
          <a:xfrm>
            <a:off x="629841" y="365126"/>
            <a:ext cx="7886700" cy="1325563"/>
          </a:xfrm>
        </p:spPr>
        <p:txBody>
          <a:bodyPr/>
          <a:p>
            <a:r>
              <a:rPr altLang="zh-CN" lang="en-US" smtClean="0"/>
              <a:t>Click to edit Master title style</a:t>
            </a:r>
            <a:endParaRPr dirty="0" lang="en-US"/>
          </a:p>
        </p:txBody>
      </p:sp>
      <p:sp>
        <p:nvSpPr>
          <p:cNvPr id="1048644" name="Text Placeholder 2"/>
          <p:cNvSpPr>
            <a:spLocks noGrp="1"/>
          </p:cNvSpPr>
          <p:nvPr>
            <p:ph type="body" idx="1"/>
          </p:nvPr>
        </p:nvSpPr>
        <p:spPr>
          <a:xfrm>
            <a:off x="629842" y="1681163"/>
            <a:ext cx="3868340"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45" name="Content Placeholder 3"/>
          <p:cNvSpPr>
            <a:spLocks noGrp="1"/>
          </p:cNvSpPr>
          <p:nvPr>
            <p:ph sz="half" idx="2"/>
          </p:nvPr>
        </p:nvSpPr>
        <p:spPr>
          <a:xfrm>
            <a:off x="629842" y="2505075"/>
            <a:ext cx="3868340"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6" name="Text Placeholder 4"/>
          <p:cNvSpPr>
            <a:spLocks noGrp="1"/>
          </p:cNvSpPr>
          <p:nvPr>
            <p:ph type="body" sz="quarter" idx="3"/>
          </p:nvPr>
        </p:nvSpPr>
        <p:spPr>
          <a:xfrm>
            <a:off x="4629150" y="1681163"/>
            <a:ext cx="3887391"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altLang="zh-CN" lang="en-US" smtClean="0"/>
              <a:t>Click to edit Master text styles</a:t>
            </a:r>
          </a:p>
        </p:txBody>
      </p:sp>
      <p:sp>
        <p:nvSpPr>
          <p:cNvPr id="1048647" name="Content Placeholder 5"/>
          <p:cNvSpPr>
            <a:spLocks noGrp="1"/>
          </p:cNvSpPr>
          <p:nvPr>
            <p:ph sz="quarter" idx="4"/>
          </p:nvPr>
        </p:nvSpPr>
        <p:spPr>
          <a:xfrm>
            <a:off x="4629150" y="2505075"/>
            <a:ext cx="3887391" cy="3684588"/>
          </a:xfrm>
        </p:spPr>
        <p:txBody>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48" name="Date Placeholder 6"/>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49" name="Footer Placeholder 7"/>
          <p:cNvSpPr>
            <a:spLocks noGrp="1"/>
          </p:cNvSpPr>
          <p:nvPr>
            <p:ph type="ftr" sz="quarter" idx="11"/>
          </p:nvPr>
        </p:nvSpPr>
        <p:spPr/>
        <p:txBody>
          <a:bodyPr/>
          <a:p>
            <a:endParaRPr altLang="en-US" lang="zh-CN"/>
          </a:p>
        </p:txBody>
      </p:sp>
      <p:sp>
        <p:nvSpPr>
          <p:cNvPr id="1048650" name="Slide Number Placeholder 8"/>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8" name=""/>
        <p:cNvGrpSpPr/>
        <p:nvPr/>
      </p:nvGrpSpPr>
      <p:grpSpPr>
        <a:xfrm>
          <a:off x="0" y="0"/>
          <a:ext cx="0" cy="0"/>
          <a:chOff x="0" y="0"/>
          <a:chExt cx="0" cy="0"/>
        </a:xfrm>
      </p:grpSpPr>
      <p:sp>
        <p:nvSpPr>
          <p:cNvPr id="1048612" name="Title 1"/>
          <p:cNvSpPr>
            <a:spLocks noGrp="1"/>
          </p:cNvSpPr>
          <p:nvPr>
            <p:ph type="title"/>
          </p:nvPr>
        </p:nvSpPr>
        <p:spPr/>
        <p:txBody>
          <a:bodyPr/>
          <a:p>
            <a:r>
              <a:rPr altLang="zh-CN" lang="en-US" smtClean="0"/>
              <a:t>Click to edit Master title style</a:t>
            </a:r>
            <a:endParaRPr dirty="0" lang="en-US"/>
          </a:p>
        </p:txBody>
      </p:sp>
      <p:sp>
        <p:nvSpPr>
          <p:cNvPr id="1048613" name="Date Placeholder 2"/>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14" name="Footer Placeholder 3"/>
          <p:cNvSpPr>
            <a:spLocks noGrp="1"/>
          </p:cNvSpPr>
          <p:nvPr>
            <p:ph type="ftr" sz="quarter" idx="11"/>
          </p:nvPr>
        </p:nvSpPr>
        <p:spPr/>
        <p:txBody>
          <a:bodyPr/>
          <a:p>
            <a:endParaRPr altLang="en-US" lang="zh-CN"/>
          </a:p>
        </p:txBody>
      </p:sp>
      <p:sp>
        <p:nvSpPr>
          <p:cNvPr id="1048615" name="Slide Number Placeholder 4"/>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45" name=""/>
        <p:cNvGrpSpPr/>
        <p:nvPr/>
      </p:nvGrpSpPr>
      <p:grpSpPr>
        <a:xfrm>
          <a:off x="0" y="0"/>
          <a:ext cx="0" cy="0"/>
          <a:chOff x="0" y="0"/>
          <a:chExt cx="0" cy="0"/>
        </a:xfrm>
      </p:grpSpPr>
      <p:sp>
        <p:nvSpPr>
          <p:cNvPr id="1048651" name="Date Placeholder 1"/>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52" name="Footer Placeholder 2"/>
          <p:cNvSpPr>
            <a:spLocks noGrp="1"/>
          </p:cNvSpPr>
          <p:nvPr>
            <p:ph type="ftr" sz="quarter" idx="11"/>
          </p:nvPr>
        </p:nvSpPr>
        <p:spPr/>
        <p:txBody>
          <a:bodyPr/>
          <a:p>
            <a:endParaRPr altLang="en-US" lang="zh-CN"/>
          </a:p>
        </p:txBody>
      </p:sp>
      <p:sp>
        <p:nvSpPr>
          <p:cNvPr id="1048653" name="Slide Number Placeholder 3"/>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46" name=""/>
        <p:cNvGrpSpPr/>
        <p:nvPr/>
      </p:nvGrpSpPr>
      <p:grpSpPr>
        <a:xfrm>
          <a:off x="0" y="0"/>
          <a:ext cx="0" cy="0"/>
          <a:chOff x="0" y="0"/>
          <a:chExt cx="0" cy="0"/>
        </a:xfrm>
      </p:grpSpPr>
      <p:sp>
        <p:nvSpPr>
          <p:cNvPr id="1048654"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55"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56"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57" name="Date Placeholder 4"/>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58" name="Footer Placeholder 5"/>
          <p:cNvSpPr>
            <a:spLocks noGrp="1"/>
          </p:cNvSpPr>
          <p:nvPr>
            <p:ph type="ftr" sz="quarter" idx="11"/>
          </p:nvPr>
        </p:nvSpPr>
        <p:spPr/>
        <p:txBody>
          <a:bodyPr/>
          <a:p>
            <a:endParaRPr altLang="en-US" lang="zh-CN"/>
          </a:p>
        </p:txBody>
      </p:sp>
      <p:sp>
        <p:nvSpPr>
          <p:cNvPr id="1048659" name="Slide Number Placeholder 6"/>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0" name=""/>
        <p:cNvGrpSpPr/>
        <p:nvPr/>
      </p:nvGrpSpPr>
      <p:grpSpPr>
        <a:xfrm>
          <a:off x="0" y="0"/>
          <a:ext cx="0" cy="0"/>
          <a:chOff x="0" y="0"/>
          <a:chExt cx="0" cy="0"/>
        </a:xfrm>
      </p:grpSpPr>
      <p:sp>
        <p:nvSpPr>
          <p:cNvPr id="1048621" name="Title 1"/>
          <p:cNvSpPr>
            <a:spLocks noGrp="1"/>
          </p:cNvSpPr>
          <p:nvPr>
            <p:ph type="title"/>
          </p:nvPr>
        </p:nvSpPr>
        <p:spPr>
          <a:xfrm>
            <a:off x="629841" y="457200"/>
            <a:ext cx="2949178" cy="1600200"/>
          </a:xfrm>
        </p:spPr>
        <p:txBody>
          <a:bodyPr anchor="b"/>
          <a:lstStyle>
            <a:lvl1pPr>
              <a:defRPr sz="3200"/>
            </a:lvl1pPr>
          </a:lstStyle>
          <a:p>
            <a:r>
              <a:rPr altLang="zh-CN" lang="en-US" smtClean="0"/>
              <a:t>Click to edit Master title style</a:t>
            </a:r>
            <a:endParaRPr dirty="0" lang="en-US"/>
          </a:p>
        </p:txBody>
      </p:sp>
      <p:sp>
        <p:nvSpPr>
          <p:cNvPr id="1048622" name="Picture Placeholder 2"/>
          <p:cNvSpPr>
            <a:spLocks noChangeAspect="1" noGrp="1"/>
          </p:cNvSpPr>
          <p:nvPr>
            <p:ph type="pic" idx="1"/>
          </p:nvPr>
        </p:nvSpPr>
        <p:spPr>
          <a:xfrm>
            <a:off x="3887391" y="987426"/>
            <a:ext cx="4629150" cy="4873625"/>
          </a:xfrm>
        </p:spPr>
        <p:txBody>
          <a:bodyPr anchor="t"/>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r>
              <a:rPr altLang="zh-CN" lang="en-US" smtClean="0"/>
              <a:t>Click icon to add picture</a:t>
            </a:r>
            <a:endParaRPr dirty="0" lang="en-US"/>
          </a:p>
        </p:txBody>
      </p:sp>
      <p:sp>
        <p:nvSpPr>
          <p:cNvPr id="1048623" name="Text Placeholder 3"/>
          <p:cNvSpPr>
            <a:spLocks noGrp="1"/>
          </p:cNvSpPr>
          <p:nvPr>
            <p:ph type="body" sz="half" idx="2"/>
          </p:nvPr>
        </p:nvSpPr>
        <p:spPr>
          <a:xfrm>
            <a:off x="629841" y="2057400"/>
            <a:ext cx="2949178"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altLang="zh-CN" lang="en-US" smtClean="0"/>
              <a:t>Click to edit Master text styles</a:t>
            </a:r>
          </a:p>
        </p:txBody>
      </p:sp>
      <p:sp>
        <p:nvSpPr>
          <p:cNvPr id="1048624" name="Date Placeholder 4"/>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25" name="Footer Placeholder 5"/>
          <p:cNvSpPr>
            <a:spLocks noGrp="1"/>
          </p:cNvSpPr>
          <p:nvPr>
            <p:ph type="ftr" sz="quarter" idx="11"/>
          </p:nvPr>
        </p:nvSpPr>
        <p:spPr/>
        <p:txBody>
          <a:bodyPr/>
          <a:p>
            <a:endParaRPr altLang="en-US" lang="zh-CN"/>
          </a:p>
        </p:txBody>
      </p:sp>
      <p:sp>
        <p:nvSpPr>
          <p:cNvPr id="1048626" name="Slide Number Placeholder 6"/>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1" name=""/>
        <p:cNvGrpSpPr/>
        <p:nvPr/>
      </p:nvGrpSpPr>
      <p:grpSpPr>
        <a:xfrm>
          <a:off x="0" y="0"/>
          <a:ext cx="0" cy="0"/>
          <a:chOff x="0" y="0"/>
          <a:chExt cx="0" cy="0"/>
        </a:xfrm>
      </p:grpSpPr>
      <p:sp>
        <p:nvSpPr>
          <p:cNvPr id="1048627" name="Title 1"/>
          <p:cNvSpPr>
            <a:spLocks noGrp="1"/>
          </p:cNvSpPr>
          <p:nvPr>
            <p:ph type="title"/>
          </p:nvPr>
        </p:nvSpPr>
        <p:spPr/>
        <p:txBody>
          <a:bodyPr/>
          <a:p>
            <a:r>
              <a:rPr altLang="zh-CN" lang="en-US" smtClean="0"/>
              <a:t>Click to edit Master title style</a:t>
            </a:r>
            <a:endParaRPr dirty="0" lang="en-US"/>
          </a:p>
        </p:txBody>
      </p:sp>
      <p:sp>
        <p:nvSpPr>
          <p:cNvPr id="1048628" name="Vertical Text Placeholder 2"/>
          <p:cNvSpPr>
            <a:spLocks noGrp="1"/>
          </p:cNvSpPr>
          <p:nvPr>
            <p:ph type="body" orient="vert" idx="1"/>
          </p:nvPr>
        </p:nvSpPr>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29" name="Date Placeholder 3"/>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30" name="Footer Placeholder 4"/>
          <p:cNvSpPr>
            <a:spLocks noGrp="1"/>
          </p:cNvSpPr>
          <p:nvPr>
            <p:ph type="ftr" sz="quarter" idx="11"/>
          </p:nvPr>
        </p:nvSpPr>
        <p:spPr/>
        <p:txBody>
          <a:bodyPr/>
          <a:p>
            <a:endParaRPr altLang="en-US" lang="zh-CN"/>
          </a:p>
        </p:txBody>
      </p:sp>
      <p:sp>
        <p:nvSpPr>
          <p:cNvPr id="1048631" name="Slide Number Placeholder 5"/>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9" name=""/>
        <p:cNvGrpSpPr/>
        <p:nvPr/>
      </p:nvGrpSpPr>
      <p:grpSpPr>
        <a:xfrm>
          <a:off x="0" y="0"/>
          <a:ext cx="0" cy="0"/>
          <a:chOff x="0" y="0"/>
          <a:chExt cx="0" cy="0"/>
        </a:xfrm>
      </p:grpSpPr>
      <p:sp>
        <p:nvSpPr>
          <p:cNvPr id="1048616" name="Vertical Title 1"/>
          <p:cNvSpPr>
            <a:spLocks noGrp="1"/>
          </p:cNvSpPr>
          <p:nvPr>
            <p:ph type="title" orient="vert"/>
          </p:nvPr>
        </p:nvSpPr>
        <p:spPr>
          <a:xfrm>
            <a:off x="6543675" y="365125"/>
            <a:ext cx="1971675" cy="5811838"/>
          </a:xfrm>
        </p:spPr>
        <p:txBody>
          <a:bodyPr vert="eaVert"/>
          <a:p>
            <a:r>
              <a:rPr altLang="zh-CN" lang="en-US" smtClean="0"/>
              <a:t>Click to edit Master title style</a:t>
            </a:r>
            <a:endParaRPr dirty="0" lang="en-US"/>
          </a:p>
        </p:txBody>
      </p:sp>
      <p:sp>
        <p:nvSpPr>
          <p:cNvPr id="1048617" name="Vertical Text Placeholder 2"/>
          <p:cNvSpPr>
            <a:spLocks noGrp="1"/>
          </p:cNvSpPr>
          <p:nvPr>
            <p:ph type="body" orient="vert" idx="1"/>
          </p:nvPr>
        </p:nvSpPr>
        <p:spPr>
          <a:xfrm>
            <a:off x="628650" y="365125"/>
            <a:ext cx="5800725" cy="5811838"/>
          </a:xfrm>
        </p:spPr>
        <p:txBody>
          <a:bodyPr vert="eaVert"/>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618" name="Date Placeholder 3"/>
          <p:cNvSpPr>
            <a:spLocks noGrp="1"/>
          </p:cNvSpPr>
          <p:nvPr>
            <p:ph type="dt" sz="half" idx="10"/>
          </p:nvPr>
        </p:nvSpPr>
        <p:spPr/>
        <p:txBody>
          <a:bodyPr/>
          <a:p>
            <a:fld id="{70BC1078-46ED-40F9-8930-935BAD7C2B02}" type="datetimeFigureOut">
              <a:rPr altLang="en-US" lang="zh-CN" smtClean="0"/>
            </a:fld>
            <a:endParaRPr altLang="en-US" lang="zh-CN"/>
          </a:p>
        </p:txBody>
      </p:sp>
      <p:sp>
        <p:nvSpPr>
          <p:cNvPr id="1048619" name="Footer Placeholder 4"/>
          <p:cNvSpPr>
            <a:spLocks noGrp="1"/>
          </p:cNvSpPr>
          <p:nvPr>
            <p:ph type="ftr" sz="quarter" idx="11"/>
          </p:nvPr>
        </p:nvSpPr>
        <p:spPr/>
        <p:txBody>
          <a:bodyPr/>
          <a:p>
            <a:endParaRPr altLang="en-US" lang="zh-CN"/>
          </a:p>
        </p:txBody>
      </p:sp>
      <p:sp>
        <p:nvSpPr>
          <p:cNvPr id="1048620" name="Slide Number Placeholder 5"/>
          <p:cNvSpPr>
            <a:spLocks noGrp="1"/>
          </p:cNvSpPr>
          <p:nvPr>
            <p:ph type="sldNum" sz="quarter" idx="12"/>
          </p:nvPr>
        </p:nvSpPr>
        <p:spPr/>
        <p:txBody>
          <a:bodyPr/>
          <a:p>
            <a:fld id="{D5B52ADC-5BFA-4FBD-BEE2-16096B7F4166}" type="slidenum">
              <a:rPr altLang="en-US" lang="zh-CN" smtClean="0"/>
            </a:fld>
            <a:endParaRPr altLang="en-US" lang="zh-CN"/>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p:spPr>
        <p:txBody>
          <a:bodyPr anchor="ctr" bIns="45720" lIns="91440" rIns="91440" rtlCol="0" tIns="45720" vert="horz">
            <a:normAutofit/>
          </a:bodyPr>
          <a:p>
            <a:r>
              <a:rPr altLang="zh-CN" lang="en-US" smtClean="0"/>
              <a:t>Click to edit Master title style</a:t>
            </a:r>
            <a:endParaRPr dirty="0" lang="en-US"/>
          </a:p>
        </p:txBody>
      </p:sp>
      <p:sp>
        <p:nvSpPr>
          <p:cNvPr id="1048577" name="Text Placeholder 2"/>
          <p:cNvSpPr>
            <a:spLocks noGrp="1"/>
          </p:cNvSpPr>
          <p:nvPr>
            <p:ph type="body" idx="1"/>
          </p:nvPr>
        </p:nvSpPr>
        <p:spPr>
          <a:xfrm>
            <a:off x="628650" y="1825625"/>
            <a:ext cx="7886700" cy="4351338"/>
          </a:xfrm>
          <a:prstGeom prst="rect"/>
        </p:spPr>
        <p:txBody>
          <a:bodyPr bIns="45720" lIns="91440" rIns="91440" rtlCol="0" tIns="45720" vert="horz">
            <a:normAutofit/>
          </a:bodyPr>
          <a:p>
            <a:pPr lvl="0"/>
            <a:r>
              <a:rPr altLang="zh-CN" lang="en-US" smtClean="0"/>
              <a:t>Click to edit Master text styles</a:t>
            </a:r>
          </a:p>
          <a:p>
            <a:pPr lvl="1"/>
            <a:r>
              <a:rPr altLang="zh-CN" lang="en-US" smtClean="0"/>
              <a:t>Second level</a:t>
            </a:r>
          </a:p>
          <a:p>
            <a:pPr lvl="2"/>
            <a:r>
              <a:rPr altLang="zh-CN" lang="en-US" smtClean="0"/>
              <a:t>Third level</a:t>
            </a:r>
          </a:p>
          <a:p>
            <a:pPr lvl="3"/>
            <a:r>
              <a:rPr altLang="zh-CN" lang="en-US" smtClean="0"/>
              <a:t>Fourth level</a:t>
            </a:r>
          </a:p>
          <a:p>
            <a:pPr lvl="4"/>
            <a:r>
              <a:rPr altLang="zh-CN" lang="en-US" smtClean="0"/>
              <a:t>Fifth level</a:t>
            </a:r>
            <a:endParaRPr dirty="0" lang="en-US"/>
          </a:p>
        </p:txBody>
      </p:sp>
      <p:sp>
        <p:nvSpPr>
          <p:cNvPr id="1048578" name="Date Placeholder 3"/>
          <p:cNvSpPr>
            <a:spLocks noGrp="1"/>
          </p:cNvSpPr>
          <p:nvPr>
            <p:ph type="dt" sz="half" idx="2"/>
          </p:nvPr>
        </p:nvSpPr>
        <p:spPr>
          <a:xfrm>
            <a:off x="628650" y="6356351"/>
            <a:ext cx="2057400" cy="365125"/>
          </a:xfrm>
          <a:prstGeom prst="rect"/>
        </p:spPr>
        <p:txBody>
          <a:bodyPr anchor="ctr" bIns="45720" lIns="91440" rIns="91440" rtlCol="0" tIns="45720" vert="horz"/>
          <a:lstStyle>
            <a:lvl1pPr algn="l">
              <a:defRPr sz="1200">
                <a:solidFill>
                  <a:schemeClr val="tx1">
                    <a:tint val="75000"/>
                  </a:schemeClr>
                </a:solidFill>
              </a:defRPr>
            </a:lvl1pPr>
          </a:lstStyle>
          <a:p>
            <a:fld id="{70BC1078-46ED-40F9-8930-935BAD7C2B02}" type="datetimeFigureOut">
              <a:rPr altLang="en-US" lang="zh-CN" smtClean="0"/>
            </a:fld>
            <a:endParaRPr altLang="en-US" lang="zh-CN"/>
          </a:p>
        </p:txBody>
      </p:sp>
      <p:sp>
        <p:nvSpPr>
          <p:cNvPr id="1048579" name="Footer Placeholder 4"/>
          <p:cNvSpPr>
            <a:spLocks noGrp="1"/>
          </p:cNvSpPr>
          <p:nvPr>
            <p:ph type="ftr" sz="quarter" idx="3"/>
          </p:nvPr>
        </p:nvSpPr>
        <p:spPr>
          <a:xfrm>
            <a:off x="3028950" y="6356351"/>
            <a:ext cx="3086100" cy="365125"/>
          </a:xfrm>
          <a:prstGeom prst="rect"/>
        </p:spPr>
        <p:txBody>
          <a:bodyPr anchor="ctr" bIns="45720" lIns="91440" rIns="91440" rtlCol="0" tIns="45720" vert="horz"/>
          <a:lstStyle>
            <a:lvl1pPr algn="ctr">
              <a:defRPr sz="1200">
                <a:solidFill>
                  <a:schemeClr val="tx1">
                    <a:tint val="75000"/>
                  </a:schemeClr>
                </a:solidFill>
              </a:defRPr>
            </a:lvl1pPr>
          </a:lstStyle>
          <a:p>
            <a:endParaRPr altLang="en-US" lang="zh-CN"/>
          </a:p>
        </p:txBody>
      </p:sp>
      <p:sp>
        <p:nvSpPr>
          <p:cNvPr id="1048580" name="Slide Number Placeholder 5"/>
          <p:cNvSpPr>
            <a:spLocks noGrp="1"/>
          </p:cNvSpPr>
          <p:nvPr>
            <p:ph type="sldNum" sz="quarter" idx="4"/>
          </p:nvPr>
        </p:nvSpPr>
        <p:spPr>
          <a:xfrm>
            <a:off x="6457950" y="6356351"/>
            <a:ext cx="2057400" cy="365125"/>
          </a:xfrm>
          <a:prstGeom prst="rect"/>
        </p:spPr>
        <p:txBody>
          <a:bodyPr anchor="ctr" bIns="45720" lIns="91440" rIns="91440" rtlCol="0" tIns="45720" vert="horz"/>
          <a:lstStyle>
            <a:lvl1pPr algn="r">
              <a:defRPr sz="1200">
                <a:solidFill>
                  <a:schemeClr val="tx1">
                    <a:tint val="75000"/>
                  </a:schemeClr>
                </a:solidFill>
              </a:defRPr>
            </a:lvl1pPr>
          </a:lstStyle>
          <a:p>
            <a:fld id="{D5B52ADC-5BFA-4FBD-BEE2-16096B7F4166}" type="slidenum">
              <a:rPr altLang="en-US" lang="zh-CN" smtClean="0"/>
            </a:fld>
            <a:endParaRPr altLang="en-US" lang="zh-CN"/>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600" name="Title 1"/>
          <p:cNvSpPr>
            <a:spLocks noGrp="1"/>
          </p:cNvSpPr>
          <p:nvPr>
            <p:ph type="ctrTitle"/>
          </p:nvPr>
        </p:nvSpPr>
        <p:spPr/>
        <p:txBody>
          <a:bodyPr>
            <a:normAutofit/>
          </a:bodyPr>
          <a:p>
            <a:r>
              <a:rPr altLang="zh-CN" lang="en-US"/>
              <a:t>A</a:t>
            </a:r>
            <a:r>
              <a:rPr altLang="zh-CN" lang="en-US"/>
              <a:t>e</a:t>
            </a:r>
            <a:r>
              <a:rPr altLang="zh-CN" lang="en-US"/>
              <a:t>r</a:t>
            </a:r>
            <a:r>
              <a:rPr altLang="zh-CN" lang="en-US"/>
              <a:t>o</a:t>
            </a:r>
            <a:r>
              <a:rPr altLang="zh-CN" lang="en-US"/>
              <a:t>n</a:t>
            </a:r>
            <a:r>
              <a:rPr altLang="zh-CN" lang="en-US"/>
              <a:t>a</a:t>
            </a:r>
            <a:r>
              <a:rPr altLang="zh-CN" lang="en-US"/>
              <a:t>u</a:t>
            </a:r>
            <a:r>
              <a:rPr altLang="zh-CN" lang="en-US"/>
              <a:t>t</a:t>
            </a:r>
            <a:r>
              <a:rPr altLang="zh-CN" lang="en-US"/>
              <a:t>i</a:t>
            </a:r>
            <a:r>
              <a:rPr altLang="zh-CN" lang="en-US"/>
              <a:t>c</a:t>
            </a:r>
            <a:r>
              <a:rPr altLang="zh-CN" lang="en-US"/>
              <a:t>a</a:t>
            </a:r>
            <a:r>
              <a:rPr altLang="zh-CN" lang="en-US"/>
              <a:t>l</a:t>
            </a:r>
            <a:r>
              <a:rPr altLang="zh-CN" lang="en-US"/>
              <a:t> </a:t>
            </a:r>
            <a:r>
              <a:rPr altLang="zh-CN" lang="en-US"/>
              <a:t>Engineering</a:t>
            </a:r>
            <a:r>
              <a:rPr altLang="zh-CN" lang="en-US"/>
              <a:t> </a:t>
            </a:r>
            <a:r>
              <a:rPr altLang="zh-CN" lang="en-US"/>
              <a:t> </a:t>
            </a:r>
            <a:endParaRPr altLang="zh-CN" lang="en-US"/>
          </a:p>
        </p:txBody>
      </p:sp>
      <p:sp>
        <p:nvSpPr>
          <p:cNvPr id="1048601" name="Subtitle 2"/>
          <p:cNvSpPr>
            <a:spLocks noGrp="1"/>
          </p:cNvSpPr>
          <p:nvPr>
            <p:ph type="subTitle" idx="1"/>
          </p:nvPr>
        </p:nvSpPr>
        <p:spPr/>
        <p:txBody>
          <a:bodyPr>
            <a:normAutofit fontScale="95833" lnSpcReduction="20000"/>
          </a:bodyPr>
          <a:p>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r>
              <a:rPr altLang="zh-CN" lang="en-US"/>
              <a:t> </a:t>
            </a:r>
            <a:endParaRPr altLang="zh-CN" lang="en-US"/>
          </a:p>
          <a:p>
            <a:r>
              <a:rPr altLang="zh-CN" lang="en-US"/>
              <a:t>submitted to :</a:t>
            </a:r>
            <a:r>
              <a:rPr altLang="zh-CN" lang="en-US"/>
              <a:t>p</a:t>
            </a:r>
            <a:r>
              <a:rPr altLang="zh-CN" lang="en-US"/>
              <a:t>r</a:t>
            </a:r>
            <a:r>
              <a:rPr altLang="zh-CN" lang="en-US"/>
              <a:t>o</a:t>
            </a:r>
            <a:r>
              <a:rPr altLang="zh-CN" lang="en-US"/>
              <a:t>f</a:t>
            </a:r>
            <a:r>
              <a:rPr altLang="zh-CN" lang="en-US"/>
              <a:t> </a:t>
            </a:r>
            <a:r>
              <a:rPr altLang="zh-CN" lang="en-US"/>
              <a:t>A</a:t>
            </a:r>
            <a:r>
              <a:rPr altLang="zh-CN" lang="en-US"/>
              <a:t>n</a:t>
            </a:r>
            <a:r>
              <a:rPr altLang="zh-CN" lang="en-US"/>
              <a:t>t</a:t>
            </a:r>
            <a:r>
              <a:rPr altLang="zh-CN" lang="en-US"/>
              <a:t>e</a:t>
            </a:r>
            <a:r>
              <a:rPr altLang="zh-CN" lang="en-US"/>
              <a:t>n</a:t>
            </a:r>
            <a:r>
              <a:rPr altLang="zh-CN" lang="en-US"/>
              <a:t>e</a:t>
            </a:r>
            <a:r>
              <a:rPr altLang="zh-CN" lang="en-US"/>
              <a:t>h</a:t>
            </a:r>
            <a:r>
              <a:rPr altLang="zh-CN" lang="en-US"/>
              <a:t> </a:t>
            </a:r>
            <a:r>
              <a:rPr altLang="zh-CN" lang="en-US"/>
              <a:t>Y</a:t>
            </a:r>
            <a:r>
              <a:rPr altLang="zh-CN" lang="en-US"/>
              <a:t>m</a:t>
            </a:r>
            <a:r>
              <a:rPr altLang="zh-CN" lang="en-US"/>
              <a:t>a</a:t>
            </a:r>
            <a:r>
              <a:rPr altLang="zh-CN" lang="en-US"/>
              <a:t>m</a:t>
            </a:r>
            <a:r>
              <a:rPr altLang="zh-CN" lang="en-US"/>
              <a:t>m</a:t>
            </a:r>
            <a:endParaRPr altLang="zh-CN" lang="en-US"/>
          </a:p>
          <a:p>
            <a:r>
              <a:rPr altLang="zh-CN" lang="en-US"/>
              <a:t>Submitted  by:</a:t>
            </a:r>
            <a:r>
              <a:rPr altLang="zh-CN" lang="en-US"/>
              <a:t> Hermela Demile</a:t>
            </a:r>
            <a:endParaRPr altLang="zh-CN" lang="en-US"/>
          </a:p>
          <a:p>
            <a:r>
              <a:rPr altLang="zh-CN" lang="en-US"/>
              <a:t>D</a:t>
            </a:r>
            <a:r>
              <a:rPr altLang="zh-CN" lang="en-US"/>
              <a:t>a</a:t>
            </a:r>
            <a:r>
              <a:rPr altLang="zh-CN" lang="en-US"/>
              <a:t>t</a:t>
            </a:r>
            <a:r>
              <a:rPr altLang="zh-CN" lang="en-US"/>
              <a:t>e</a:t>
            </a:r>
            <a:r>
              <a:rPr altLang="zh-CN" lang="en-US"/>
              <a:t>:</a:t>
            </a:r>
            <a:r>
              <a:rPr altLang="zh-CN" lang="en-US"/>
              <a:t> </a:t>
            </a:r>
            <a:r>
              <a:rPr altLang="zh-CN" lang="en-US"/>
              <a:t>J</a:t>
            </a:r>
            <a:r>
              <a:rPr altLang="zh-CN" lang="en-US"/>
              <a:t>a</a:t>
            </a:r>
            <a:r>
              <a:rPr altLang="zh-CN" lang="en-US"/>
              <a:t>n</a:t>
            </a:r>
            <a:r>
              <a:rPr altLang="zh-CN" lang="en-US"/>
              <a:t> </a:t>
            </a:r>
            <a:r>
              <a:rPr altLang="zh-CN" lang="en-US"/>
              <a:t>5</a:t>
            </a:r>
            <a:r>
              <a:rPr altLang="zh-CN" lang="en-US"/>
              <a:t>,</a:t>
            </a:r>
            <a:r>
              <a:rPr altLang="zh-CN" lang="en-US"/>
              <a:t> </a:t>
            </a:r>
            <a:r>
              <a:rPr altLang="zh-CN" lang="en-US"/>
              <a:t>2</a:t>
            </a:r>
            <a:r>
              <a:rPr altLang="zh-CN" lang="en-US"/>
              <a:t>0</a:t>
            </a:r>
            <a:r>
              <a:rPr altLang="zh-CN" lang="en-US"/>
              <a:t>2</a:t>
            </a:r>
            <a:r>
              <a:rPr altLang="zh-CN" lang="en-US"/>
              <a:t>5</a:t>
            </a:r>
            <a:endParaRPr altLang="zh-CN"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79" name=""/>
          <p:cNvSpPr>
            <a:spLocks noGrp="1"/>
          </p:cNvSpPr>
          <p:nvPr>
            <p:ph type="title"/>
          </p:nvPr>
        </p:nvSpPr>
        <p:spPr/>
        <p:txBody>
          <a:bodyPr/>
          <a:p>
            <a:r>
              <a:rPr lang="en-US"/>
              <a:t>I</a:t>
            </a:r>
            <a:r>
              <a:rPr lang="en-US"/>
              <a:t>n</a:t>
            </a:r>
            <a:r>
              <a:rPr lang="en-US"/>
              <a:t>t</a:t>
            </a:r>
            <a:r>
              <a:rPr lang="en-US"/>
              <a:t>r</a:t>
            </a:r>
            <a:r>
              <a:rPr lang="en-US"/>
              <a:t>o</a:t>
            </a:r>
            <a:r>
              <a:rPr lang="en-US"/>
              <a:t>d</a:t>
            </a:r>
            <a:r>
              <a:rPr lang="en-US"/>
              <a:t>u</a:t>
            </a:r>
            <a:r>
              <a:rPr lang="en-US"/>
              <a:t>c</a:t>
            </a:r>
            <a:r>
              <a:rPr lang="en-US"/>
              <a:t>t</a:t>
            </a:r>
            <a:r>
              <a:rPr lang="en-US"/>
              <a:t>i</a:t>
            </a:r>
            <a:r>
              <a:rPr lang="en-US"/>
              <a:t>o</a:t>
            </a:r>
            <a:r>
              <a:rPr lang="en-US"/>
              <a:t>n</a:t>
            </a:r>
            <a:endParaRPr lang="en-US"/>
          </a:p>
        </p:txBody>
      </p:sp>
      <p:sp>
        <p:nvSpPr>
          <p:cNvPr id="1048680" name=""/>
          <p:cNvSpPr>
            <a:spLocks noGrp="1"/>
          </p:cNvSpPr>
          <p:nvPr>
            <p:ph idx="1"/>
          </p:nvPr>
        </p:nvSpPr>
        <p:spPr/>
        <p:txBody>
          <a:bodyPr/>
          <a:p>
            <a:r>
              <a:rPr lang="en-US"/>
              <a:t>I</a:t>
            </a:r>
            <a:r>
              <a:rPr lang="en-US"/>
              <a:t>n</a:t>
            </a:r>
            <a:r>
              <a:rPr lang="en-US"/>
              <a:t>t</a:t>
            </a:r>
            <a:r>
              <a:rPr lang="en-US"/>
              <a:t>r</a:t>
            </a:r>
            <a:r>
              <a:rPr lang="en-US"/>
              <a:t>o</a:t>
            </a:r>
            <a:r>
              <a:rPr lang="en-US"/>
              <a:t>d</a:t>
            </a:r>
            <a:r>
              <a:rPr lang="en-US"/>
              <a:t>u</a:t>
            </a:r>
            <a:r>
              <a:rPr lang="en-US"/>
              <a:t>c</a:t>
            </a:r>
            <a:r>
              <a:rPr lang="en-US"/>
              <a:t>t</a:t>
            </a:r>
            <a:r>
              <a:rPr lang="en-US"/>
              <a:t>i</a:t>
            </a:r>
            <a:r>
              <a:rPr lang="en-US"/>
              <a:t>o</a:t>
            </a:r>
            <a:r>
              <a:rPr lang="en-US"/>
              <a:t>n</a:t>
            </a:r>
            <a:r>
              <a:rPr lang="en-US"/>
              <a:t> </a:t>
            </a:r>
            <a:r>
              <a:rPr lang="en-US"/>
              <a:t>a</a:t>
            </a:r>
            <a:r>
              <a:rPr lang="en-US"/>
              <a:t>b</a:t>
            </a:r>
            <a:r>
              <a:rPr lang="en-US"/>
              <a:t>o</a:t>
            </a:r>
            <a:r>
              <a:rPr lang="en-US"/>
              <a:t>u</a:t>
            </a:r>
            <a:r>
              <a:rPr lang="en-US"/>
              <a:t>t</a:t>
            </a:r>
            <a:r>
              <a:rPr lang="en-US"/>
              <a:t> </a:t>
            </a:r>
            <a:r>
              <a:rPr lang="en-US"/>
              <a:t>s</a:t>
            </a:r>
            <a:r>
              <a:rPr lang="en-US"/>
              <a:t>e</a:t>
            </a:r>
            <a:r>
              <a:rPr lang="en-US"/>
              <a:t>l</a:t>
            </a:r>
            <a:r>
              <a:rPr lang="en-US"/>
              <a:t>f</a:t>
            </a:r>
            <a:endParaRPr lang="en-US"/>
          </a:p>
          <a:p>
            <a:r>
              <a:rPr lang="en-US"/>
              <a:t>A</a:t>
            </a:r>
            <a:r>
              <a:rPr lang="en-US"/>
              <a:t>e</a:t>
            </a:r>
            <a:r>
              <a:rPr lang="en-US"/>
              <a:t>r</a:t>
            </a:r>
            <a:r>
              <a:rPr lang="en-US"/>
              <a:t>o</a:t>
            </a:r>
            <a:r>
              <a:rPr lang="en-US"/>
              <a:t>n</a:t>
            </a:r>
            <a:r>
              <a:rPr lang="en-US"/>
              <a:t>a</a:t>
            </a:r>
            <a:r>
              <a:rPr lang="en-US"/>
              <a:t>u</a:t>
            </a:r>
            <a:r>
              <a:rPr lang="en-US"/>
              <a:t>t</a:t>
            </a:r>
            <a:r>
              <a:rPr lang="en-US"/>
              <a:t>i</a:t>
            </a:r>
            <a:r>
              <a:rPr lang="en-US"/>
              <a:t>c</a:t>
            </a:r>
            <a:r>
              <a:rPr lang="en-US"/>
              <a:t>a</a:t>
            </a:r>
            <a:r>
              <a:rPr lang="en-US"/>
              <a:t>l</a:t>
            </a:r>
            <a:r>
              <a:rPr lang="en-US"/>
              <a:t> </a:t>
            </a:r>
            <a:r>
              <a:rPr lang="en-US"/>
              <a:t>e</a:t>
            </a:r>
            <a:r>
              <a:rPr lang="en-US"/>
              <a:t>n</a:t>
            </a:r>
            <a:r>
              <a:rPr lang="en-US"/>
              <a:t>g</a:t>
            </a:r>
            <a:r>
              <a:rPr lang="en-US"/>
              <a:t>i</a:t>
            </a:r>
            <a:r>
              <a:rPr lang="en-US"/>
              <a:t>n</a:t>
            </a:r>
            <a:r>
              <a:rPr lang="en-US"/>
              <a:t>e</a:t>
            </a:r>
            <a:r>
              <a:rPr lang="en-US"/>
              <a:t>e</a:t>
            </a:r>
            <a:r>
              <a:rPr lang="en-US"/>
              <a:t>r</a:t>
            </a:r>
            <a:r>
              <a:rPr lang="en-US"/>
              <a:t>i</a:t>
            </a:r>
            <a:r>
              <a:rPr lang="en-US"/>
              <a:t>n</a:t>
            </a:r>
            <a:r>
              <a:rPr lang="en-US"/>
              <a:t>g</a:t>
            </a:r>
            <a:endParaRPr lang="en-US"/>
          </a:p>
          <a:p>
            <a:r>
              <a:rPr lang="en-US"/>
              <a:t>C</a:t>
            </a:r>
            <a:r>
              <a:rPr lang="en-US"/>
              <a:t>h</a:t>
            </a:r>
            <a:r>
              <a:rPr lang="en-US"/>
              <a:t>a</a:t>
            </a:r>
            <a:r>
              <a:rPr lang="en-US"/>
              <a:t>l</a:t>
            </a:r>
            <a:r>
              <a:rPr lang="en-US"/>
              <a:t>l</a:t>
            </a:r>
            <a:r>
              <a:rPr lang="en-US"/>
              <a:t>e</a:t>
            </a:r>
            <a:r>
              <a:rPr lang="en-US"/>
              <a:t>n</a:t>
            </a:r>
            <a:r>
              <a:rPr lang="en-US"/>
              <a:t>g</a:t>
            </a:r>
            <a:r>
              <a:rPr lang="en-US"/>
              <a:t>e</a:t>
            </a:r>
            <a:r>
              <a:rPr lang="en-US"/>
              <a:t> </a:t>
            </a:r>
            <a:r>
              <a:rPr lang="en-US"/>
              <a:t>a</a:t>
            </a:r>
            <a:r>
              <a:rPr lang="en-US"/>
              <a:t>n</a:t>
            </a:r>
            <a:r>
              <a:rPr lang="en-US"/>
              <a:t>d</a:t>
            </a:r>
            <a:r>
              <a:rPr lang="en-US"/>
              <a:t> </a:t>
            </a:r>
            <a:r>
              <a:rPr lang="en-US"/>
              <a:t>o</a:t>
            </a:r>
            <a:r>
              <a:rPr lang="en-US"/>
              <a:t>v</a:t>
            </a:r>
            <a:r>
              <a:rPr lang="en-US"/>
              <a:t>e</a:t>
            </a:r>
            <a:r>
              <a:rPr lang="en-US"/>
              <a:t>r</a:t>
            </a:r>
            <a:r>
              <a:rPr lang="en-US"/>
              <a:t>c</a:t>
            </a:r>
            <a:r>
              <a:rPr lang="en-US"/>
              <a:t>o</a:t>
            </a:r>
            <a:r>
              <a:rPr lang="en-US"/>
              <a:t>m</a:t>
            </a:r>
            <a:r>
              <a:rPr lang="en-US"/>
              <a:t>i</a:t>
            </a:r>
            <a:r>
              <a:rPr lang="en-US"/>
              <a:t>n</a:t>
            </a:r>
            <a:r>
              <a:rPr lang="en-US"/>
              <a:t>g</a:t>
            </a:r>
            <a:r>
              <a:rPr lang="en-US"/>
              <a:t> </a:t>
            </a:r>
            <a:r>
              <a:rPr lang="en-US"/>
              <a:t>t</a:t>
            </a:r>
            <a:r>
              <a:rPr lang="en-US"/>
              <a:t>h</a:t>
            </a:r>
            <a:r>
              <a:rPr lang="en-US"/>
              <a:t>e</a:t>
            </a:r>
            <a:r>
              <a:rPr lang="en-US"/>
              <a:t>m</a:t>
            </a:r>
            <a:endParaRPr lang="en-US"/>
          </a:p>
          <a:p>
            <a:r>
              <a:rPr lang="en-US"/>
              <a:t>G</a:t>
            </a:r>
            <a:r>
              <a:rPr lang="en-US"/>
              <a:t>e</a:t>
            </a:r>
            <a:r>
              <a:rPr lang="en-US"/>
              <a:t>n</a:t>
            </a:r>
            <a:r>
              <a:rPr lang="en-US"/>
              <a:t>e</a:t>
            </a:r>
            <a:r>
              <a:rPr lang="en-US"/>
              <a:t>r</a:t>
            </a:r>
            <a:r>
              <a:rPr lang="en-US"/>
              <a:t>a</a:t>
            </a:r>
            <a:r>
              <a:rPr lang="en-US"/>
              <a:t>l</a:t>
            </a:r>
            <a:r>
              <a:rPr lang="en-US"/>
              <a:t> </a:t>
            </a:r>
            <a:r>
              <a:rPr lang="en-US"/>
              <a:t>e</a:t>
            </a:r>
            <a:r>
              <a:rPr lang="en-US"/>
              <a:t>x</a:t>
            </a:r>
            <a:r>
              <a:rPr lang="en-US"/>
              <a:t>p</a:t>
            </a:r>
            <a:r>
              <a:rPr lang="en-US"/>
              <a:t>e</a:t>
            </a:r>
            <a:r>
              <a:rPr lang="en-US"/>
              <a:t>r</a:t>
            </a:r>
            <a:r>
              <a:rPr lang="en-US"/>
              <a:t>i</a:t>
            </a:r>
            <a:r>
              <a:rPr lang="en-US"/>
              <a:t>a</a:t>
            </a:r>
            <a:r>
              <a:rPr lang="en-US"/>
              <a:t>n</a:t>
            </a:r>
            <a:r>
              <a:rPr lang="en-US"/>
              <a:t>c</a:t>
            </a:r>
            <a:r>
              <a:rPr lang="en-US"/>
              <a:t>e</a:t>
            </a:r>
            <a:endParaRPr lang="en-US"/>
          </a:p>
          <a:p>
            <a:r>
              <a:rPr lang="en-US"/>
              <a:t>C</a:t>
            </a:r>
            <a:r>
              <a:rPr lang="en-US"/>
              <a:t>o</a:t>
            </a:r>
            <a:r>
              <a:rPr lang="en-US"/>
              <a:t>n</a:t>
            </a:r>
            <a:r>
              <a:rPr lang="en-US"/>
              <a:t>c</a:t>
            </a:r>
            <a:r>
              <a:rPr lang="en-US"/>
              <a:t>l</a:t>
            </a:r>
            <a:r>
              <a:rPr lang="en-US"/>
              <a:t>u</a:t>
            </a:r>
            <a:r>
              <a:rPr lang="en-US"/>
              <a:t>s</a:t>
            </a:r>
            <a:r>
              <a:rPr lang="en-US"/>
              <a:t>i</a:t>
            </a:r>
            <a:r>
              <a:rPr lang="en-US"/>
              <a:t>o</a:t>
            </a:r>
            <a:r>
              <a:rPr lang="en-US"/>
              <a:t>n</a:t>
            </a:r>
            <a:r>
              <a:rPr lang="en-US"/>
              <a:t> </a:t>
            </a:r>
            <a:endParaRPr lang="en-US"/>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27" name=""/>
        <p:cNvGrpSpPr/>
        <p:nvPr/>
      </p:nvGrpSpPr>
      <p:grpSpPr>
        <a:xfrm>
          <a:off x="0" y="0"/>
          <a:ext cx="0" cy="0"/>
          <a:chOff x="0" y="0"/>
          <a:chExt cx="0" cy="0"/>
        </a:xfrm>
      </p:grpSpPr>
      <p:sp>
        <p:nvSpPr>
          <p:cNvPr id="1048590" name=""/>
          <p:cNvSpPr>
            <a:spLocks noGrp="1"/>
          </p:cNvSpPr>
          <p:nvPr>
            <p:ph type="title"/>
          </p:nvPr>
        </p:nvSpPr>
        <p:spPr/>
        <p:txBody>
          <a:bodyPr/>
          <a:p>
            <a:r>
              <a:rPr lang="en-US"/>
              <a:t>Introduction</a:t>
            </a:r>
            <a:r>
              <a:rPr lang="en-US"/>
              <a:t> </a:t>
            </a:r>
            <a:endParaRPr lang="en-US"/>
          </a:p>
        </p:txBody>
      </p:sp>
      <p:sp>
        <p:nvSpPr>
          <p:cNvPr id="1048591" name=""/>
          <p:cNvSpPr>
            <a:spLocks noGrp="1"/>
          </p:cNvSpPr>
          <p:nvPr>
            <p:ph idx="1"/>
          </p:nvPr>
        </p:nvSpPr>
        <p:spPr/>
        <p:txBody>
          <a:bodyPr>
            <a:normAutofit fontScale="75000" lnSpcReduction="20000"/>
          </a:bodyPr>
          <a:p>
            <a:pPr indent="0" marL="0">
              <a:buNone/>
            </a:pPr>
            <a:endParaRPr lang="en-US"/>
          </a:p>
          <a:p>
            <a:r>
              <a:rPr lang="en-US"/>
              <a:t>About Me</a:t>
            </a:r>
            <a:endParaRPr lang="en-US"/>
          </a:p>
          <a:p>
            <a:r>
              <a:rPr lang="en-US"/>
              <a:t> I'm Herimela, a Grade 11 student with a growing fascination for how things work. While my formal engineering experience is limited, I've always been captivated by the idea of flight, the way aircraft defy gravity and soar through the skies.</a:t>
            </a:r>
            <a:endParaRPr lang="en-US"/>
          </a:p>
          <a:p>
            <a:r>
              <a:rPr lang="en-US"/>
              <a:t> Engineering Exposure:</a:t>
            </a:r>
            <a:endParaRPr lang="en-US"/>
          </a:p>
          <a:p>
            <a:r>
              <a:rPr lang="en-US"/>
              <a:t>   Beyond my natural curiosity, I've had a few opportunities to explore the world of engineering.visiting science museums with aviation exhibits. These experiences have ignited a spark within me, fueling my desire to learn more about the intricate science and technology behind these incredible machines.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
          <p:cNvSpPr>
            <a:spLocks noGrp="1"/>
          </p:cNvSpPr>
          <p:nvPr>
            <p:ph type="title"/>
          </p:nvPr>
        </p:nvSpPr>
        <p:spPr/>
        <p:txBody>
          <a:bodyPr/>
          <a:p>
            <a:r>
              <a:rPr lang="en-US"/>
              <a:t>A</a:t>
            </a:r>
            <a:r>
              <a:rPr lang="en-US"/>
              <a:t>e</a:t>
            </a:r>
            <a:r>
              <a:rPr lang="en-US"/>
              <a:t>r</a:t>
            </a:r>
            <a:r>
              <a:rPr lang="en-US"/>
              <a:t>o</a:t>
            </a:r>
            <a:r>
              <a:rPr lang="en-US"/>
              <a:t>n</a:t>
            </a:r>
            <a:r>
              <a:rPr lang="en-US"/>
              <a:t>a</a:t>
            </a:r>
            <a:r>
              <a:rPr lang="en-US"/>
              <a:t>u</a:t>
            </a:r>
            <a:r>
              <a:rPr lang="en-US"/>
              <a:t>t</a:t>
            </a:r>
            <a:r>
              <a:rPr lang="en-US"/>
              <a:t>i</a:t>
            </a:r>
            <a:r>
              <a:rPr lang="en-US"/>
              <a:t>c</a:t>
            </a:r>
            <a:r>
              <a:rPr lang="en-US"/>
              <a:t>a</a:t>
            </a:r>
            <a:r>
              <a:rPr lang="en-US"/>
              <a:t>l</a:t>
            </a:r>
            <a:r>
              <a:rPr lang="en-US"/>
              <a:t> </a:t>
            </a:r>
            <a:r>
              <a:rPr lang="en-US"/>
              <a:t>e</a:t>
            </a:r>
            <a:r>
              <a:rPr lang="en-US"/>
              <a:t>n</a:t>
            </a:r>
            <a:r>
              <a:rPr lang="en-US"/>
              <a:t>g</a:t>
            </a:r>
            <a:r>
              <a:rPr lang="en-US"/>
              <a:t>i</a:t>
            </a:r>
            <a:r>
              <a:rPr lang="en-US"/>
              <a:t>n</a:t>
            </a:r>
            <a:r>
              <a:rPr lang="en-US"/>
              <a:t>e</a:t>
            </a:r>
            <a:r>
              <a:rPr lang="en-US"/>
              <a:t>e</a:t>
            </a:r>
            <a:r>
              <a:rPr lang="en-US"/>
              <a:t>r</a:t>
            </a:r>
            <a:r>
              <a:rPr lang="en-US"/>
              <a:t>i</a:t>
            </a:r>
            <a:r>
              <a:rPr lang="en-US"/>
              <a:t>n</a:t>
            </a:r>
            <a:r>
              <a:rPr lang="en-US"/>
              <a:t>g</a:t>
            </a:r>
            <a:br>
              <a:rPr lang="en-US"/>
            </a:br>
            <a:endParaRPr lang="en-US"/>
          </a:p>
        </p:txBody>
      </p:sp>
      <p:sp>
        <p:nvSpPr>
          <p:cNvPr id="1048587" name=""/>
          <p:cNvSpPr>
            <a:spLocks noGrp="1"/>
          </p:cNvSpPr>
          <p:nvPr>
            <p:ph idx="1"/>
          </p:nvPr>
        </p:nvSpPr>
        <p:spPr/>
        <p:txBody>
          <a:bodyPr>
            <a:normAutofit fontScale="60714" lnSpcReduction="20000"/>
          </a:bodyPr>
          <a:p>
            <a:r>
              <a:rPr lang="en-US"/>
              <a:t>Aeronautical Engineering:</a:t>
            </a:r>
            <a:endParaRPr lang="en-US"/>
          </a:p>
          <a:p>
            <a:r>
              <a:rPr lang="en-US"/>
              <a:t>    Aeronautical engineering is a field of engineering that focuses on designing, building, and maintaining aircraft.</a:t>
            </a:r>
            <a:endParaRPr lang="en-US"/>
          </a:p>
          <a:p>
            <a:r>
              <a:rPr lang="en-US"/>
              <a:t>    concepts in aeronautical engineering include:</a:t>
            </a:r>
            <a:endParaRPr lang="en-US"/>
          </a:p>
          <a:p>
            <a:r>
              <a:rPr lang="en-US"/>
              <a:t>      Aerodynamics: The study of how air interacts with solid objects, especially aircraft. Key principles include lift, drag, thrust, and weight.</a:t>
            </a:r>
            <a:endParaRPr lang="en-US"/>
          </a:p>
          <a:p>
            <a:r>
              <a:rPr lang="en-US"/>
              <a:t>     Structural Analysis: Understanding the materials and structures used in aircraft to ensure they can withstand various forces and stresses during flight.</a:t>
            </a:r>
            <a:endParaRPr lang="en-US"/>
          </a:p>
          <a:p>
            <a:r>
              <a:rPr lang="en-US"/>
              <a:t>      Research on advanced materials: (e.g., composites, alloys) that enhance performance and reduce weight.</a:t>
            </a:r>
            <a:endParaRPr lang="en-US"/>
          </a:p>
          <a:p>
            <a:r>
              <a:rPr lang="en-US"/>
              <a:t>   Aeronautical engineers utilize mathematics, physics, and problem-solving abilities to design and build helicopters, airplanes, drones, and spacecraft.</a:t>
            </a:r>
            <a:endParaRPr lang="en-US"/>
          </a:p>
          <a:p>
            <a:r>
              <a:rPr lang="en-US"/>
              <a:t>   Aeronautical engineering is a multidisciplinary field that employs principles of aerodynamics, propulsion, and structural analysis to create, manufacture, and operate aircraft.</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sp>
        <p:nvSpPr>
          <p:cNvPr id="1048675" name=""/>
          <p:cNvSpPr>
            <a:spLocks noGrp="1"/>
          </p:cNvSpPr>
          <p:nvPr>
            <p:ph type="title"/>
          </p:nvPr>
        </p:nvSpPr>
        <p:spPr/>
        <p:txBody>
          <a:bodyPr/>
          <a:p>
            <a:r>
              <a:rPr lang="en-US"/>
              <a:t>C</a:t>
            </a:r>
            <a:r>
              <a:rPr lang="en-US"/>
              <a:t>h</a:t>
            </a:r>
            <a:r>
              <a:rPr lang="en-US"/>
              <a:t>a</a:t>
            </a:r>
            <a:r>
              <a:rPr lang="en-US"/>
              <a:t>l</a:t>
            </a:r>
            <a:r>
              <a:rPr lang="en-US"/>
              <a:t>l</a:t>
            </a:r>
            <a:r>
              <a:rPr lang="en-US"/>
              <a:t>e</a:t>
            </a:r>
            <a:r>
              <a:rPr lang="en-US"/>
              <a:t>n</a:t>
            </a:r>
            <a:r>
              <a:rPr lang="en-US"/>
              <a:t>g</a:t>
            </a:r>
            <a:r>
              <a:rPr lang="en-US"/>
              <a:t>e</a:t>
            </a:r>
            <a:r>
              <a:rPr lang="en-US"/>
              <a:t>s</a:t>
            </a:r>
            <a:r>
              <a:rPr lang="en-US"/>
              <a:t> </a:t>
            </a:r>
            <a:r>
              <a:rPr lang="en-US"/>
              <a:t>a</a:t>
            </a:r>
            <a:r>
              <a:rPr lang="en-US"/>
              <a:t>n</a:t>
            </a:r>
            <a:r>
              <a:rPr lang="en-US"/>
              <a:t>d</a:t>
            </a:r>
            <a:r>
              <a:rPr lang="en-US"/>
              <a:t> </a:t>
            </a:r>
            <a:r>
              <a:rPr lang="en-US"/>
              <a:t>o</a:t>
            </a:r>
            <a:r>
              <a:rPr lang="en-US"/>
              <a:t>v</a:t>
            </a:r>
            <a:r>
              <a:rPr lang="en-US"/>
              <a:t>e</a:t>
            </a:r>
            <a:r>
              <a:rPr lang="en-US"/>
              <a:t>r</a:t>
            </a:r>
            <a:r>
              <a:rPr lang="en-US"/>
              <a:t>c</a:t>
            </a:r>
            <a:r>
              <a:rPr lang="en-US"/>
              <a:t>o</a:t>
            </a:r>
            <a:r>
              <a:rPr lang="en-US"/>
              <a:t>m</a:t>
            </a:r>
            <a:r>
              <a:rPr lang="en-US"/>
              <a:t>i</a:t>
            </a:r>
            <a:r>
              <a:rPr lang="en-US"/>
              <a:t>n</a:t>
            </a:r>
            <a:r>
              <a:rPr lang="en-US"/>
              <a:t>g</a:t>
            </a:r>
            <a:r>
              <a:rPr lang="en-US"/>
              <a:t> </a:t>
            </a:r>
            <a:r>
              <a:rPr lang="en-US"/>
              <a:t>T</a:t>
            </a:r>
            <a:r>
              <a:rPr lang="en-US"/>
              <a:t>h</a:t>
            </a:r>
            <a:r>
              <a:rPr lang="en-US"/>
              <a:t>e</a:t>
            </a:r>
            <a:r>
              <a:rPr lang="en-US"/>
              <a:t>m</a:t>
            </a:r>
            <a:endParaRPr lang="en-US"/>
          </a:p>
        </p:txBody>
      </p:sp>
      <p:sp>
        <p:nvSpPr>
          <p:cNvPr id="1048676" name=""/>
          <p:cNvSpPr>
            <a:spLocks noGrp="1"/>
          </p:cNvSpPr>
          <p:nvPr>
            <p:ph idx="1"/>
          </p:nvPr>
        </p:nvSpPr>
        <p:spPr/>
        <p:txBody>
          <a:bodyPr>
            <a:normAutofit fontScale="64286" lnSpcReduction="20000"/>
          </a:bodyPr>
          <a:p>
            <a:r>
              <a:rPr lang="en-US"/>
              <a:t>Challenges and Overcoming Them</a:t>
            </a:r>
            <a:endParaRPr lang="en-US"/>
          </a:p>
          <a:p>
            <a:r>
              <a:rPr lang="en-US"/>
              <a:t>During my time of taking the course, I encountered a few challenges:</a:t>
            </a:r>
            <a:endParaRPr lang="en-US"/>
          </a:p>
          <a:p>
            <a:r>
              <a:rPr lang="en-US"/>
              <a:t> Lack of Internet Access: Initially, I faced difficulties due to intermittent internet connectivity while taking an online course. However, I was able to overcome this by finding a location with reliable internet access and scheduling my study sessions accordingly.</a:t>
            </a:r>
            <a:endParaRPr lang="en-US"/>
          </a:p>
          <a:p>
            <a:r>
              <a:rPr lang="en-US"/>
              <a:t>  Time Management: Balancing my regular studies with the demands of an online aeronautical engineering course presented a significant challenge. To address this, I carefully adjusted my study schedule, prioritizing tasks and ensuring I allocated sufficient time for both commitments.</a:t>
            </a:r>
            <a:endParaRPr lang="en-US"/>
          </a:p>
          <a:p>
            <a:r>
              <a:rPr lang="en-US"/>
              <a:t> Complex Terminology: I found some of the technical terms and concepts in aeronautical engineering to be quite challenging to grasp initially. To overcome this, I actively engaged with my online course instructor, asking questions and seeking clarification. I also made a conscious effort to repeatedly review and practice using the new terminology.</a:t>
            </a: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73" name=""/>
          <p:cNvSpPr>
            <a:spLocks noGrp="1"/>
          </p:cNvSpPr>
          <p:nvPr>
            <p:ph type="title"/>
          </p:nvPr>
        </p:nvSpPr>
        <p:spPr/>
        <p:txBody>
          <a:bodyPr/>
          <a:p>
            <a:r>
              <a:rPr lang="en-US"/>
              <a:t>G</a:t>
            </a:r>
            <a:r>
              <a:rPr lang="en-US"/>
              <a:t>e</a:t>
            </a:r>
            <a:r>
              <a:rPr lang="en-US"/>
              <a:t>n</a:t>
            </a:r>
            <a:r>
              <a:rPr lang="en-US"/>
              <a:t>e</a:t>
            </a:r>
            <a:r>
              <a:rPr lang="en-US"/>
              <a:t>r</a:t>
            </a:r>
            <a:r>
              <a:rPr lang="en-US"/>
              <a:t>a</a:t>
            </a:r>
            <a:r>
              <a:rPr lang="en-US"/>
              <a:t>l</a:t>
            </a:r>
            <a:r>
              <a:rPr lang="en-US"/>
              <a:t> </a:t>
            </a:r>
            <a:r>
              <a:rPr lang="en-US"/>
              <a:t>E</a:t>
            </a:r>
            <a:r>
              <a:rPr lang="en-US"/>
              <a:t>x</a:t>
            </a:r>
            <a:r>
              <a:rPr lang="en-US"/>
              <a:t>p</a:t>
            </a:r>
            <a:r>
              <a:rPr lang="en-US"/>
              <a:t>e</a:t>
            </a:r>
            <a:r>
              <a:rPr lang="en-US"/>
              <a:t>r</a:t>
            </a:r>
            <a:r>
              <a:rPr lang="en-US"/>
              <a:t>i</a:t>
            </a:r>
            <a:r>
              <a:rPr lang="en-US"/>
              <a:t>e</a:t>
            </a:r>
            <a:r>
              <a:rPr lang="en-US"/>
              <a:t>n</a:t>
            </a:r>
            <a:r>
              <a:rPr lang="en-US"/>
              <a:t>c</a:t>
            </a:r>
            <a:r>
              <a:rPr lang="en-US"/>
              <a:t>e</a:t>
            </a:r>
            <a:r>
              <a:rPr lang="en-US"/>
              <a:t>s</a:t>
            </a:r>
            <a:endParaRPr lang="en-US"/>
          </a:p>
        </p:txBody>
      </p:sp>
      <p:sp>
        <p:nvSpPr>
          <p:cNvPr id="1048674" name=""/>
          <p:cNvSpPr>
            <a:spLocks noGrp="1"/>
          </p:cNvSpPr>
          <p:nvPr>
            <p:ph idx="1"/>
          </p:nvPr>
        </p:nvSpPr>
        <p:spPr/>
        <p:txBody>
          <a:bodyPr>
            <a:normAutofit fontScale="78571" lnSpcReduction="20000"/>
          </a:bodyPr>
          <a:p>
            <a:r>
              <a:rPr lang="en-US"/>
              <a:t>My General Experiences </a:t>
            </a:r>
            <a:r>
              <a:rPr lang="en-US"/>
              <a:t>:</a:t>
            </a:r>
            <a:endParaRPr lang="en-US"/>
          </a:p>
          <a:p>
            <a:r>
              <a:rPr lang="en-US"/>
              <a:t>My theoretical exploration of aeronautical engineering has provided me with a valuable foundation. Through coursework, I've gained insights into the design principles of various aircraft, from fixed-wing airplanes to helicopters and spacecraft. I've learned about the critical role of aerodynamics, structural analysis, and propulsion systems in achieving flight.</a:t>
            </a:r>
            <a:endParaRPr lang="en-US"/>
          </a:p>
          <a:p>
            <a:r>
              <a:rPr lang="en-US"/>
              <a:t>Furthermore, I've developed an appreciation for the broader impact of this field. I understand how advancements in aeronautical engineering contribute to safer and more efficient air travel, enabling global connectivity and improving emergency response capabilities.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8" name=""/>
        <p:cNvGrpSpPr/>
        <p:nvPr/>
      </p:nvGrpSpPr>
      <p:grpSpPr>
        <a:xfrm>
          <a:off x="0" y="0"/>
          <a:ext cx="0" cy="0"/>
          <a:chOff x="0" y="0"/>
          <a:chExt cx="0" cy="0"/>
        </a:xfrm>
      </p:grpSpPr>
      <p:sp>
        <p:nvSpPr>
          <p:cNvPr id="1048671" name=""/>
          <p:cNvSpPr>
            <a:spLocks noGrp="1"/>
          </p:cNvSpPr>
          <p:nvPr>
            <p:ph type="title"/>
          </p:nvPr>
        </p:nvSpPr>
        <p:spPr/>
        <p:txBody>
          <a:bodyPr/>
          <a:p>
            <a:r>
              <a:rPr lang="en-US"/>
              <a:t> </a:t>
            </a:r>
            <a:r>
              <a:rPr lang="en-US"/>
              <a:t> </a:t>
            </a:r>
            <a:r>
              <a:rPr lang="en-US"/>
              <a:t> </a:t>
            </a:r>
            <a:r>
              <a:rPr lang="en-US"/>
              <a:t> </a:t>
            </a:r>
            <a:r>
              <a:rPr lang="en-US"/>
              <a:t>C</a:t>
            </a:r>
            <a:r>
              <a:rPr lang="en-US"/>
              <a:t>o</a:t>
            </a:r>
            <a:r>
              <a:rPr lang="en-US"/>
              <a:t>n</a:t>
            </a:r>
            <a:r>
              <a:rPr lang="en-US"/>
              <a:t>c</a:t>
            </a:r>
            <a:r>
              <a:rPr lang="en-US"/>
              <a:t>l</a:t>
            </a:r>
            <a:r>
              <a:rPr lang="en-US"/>
              <a:t>u</a:t>
            </a:r>
            <a:r>
              <a:rPr lang="en-US"/>
              <a:t>s</a:t>
            </a:r>
            <a:r>
              <a:rPr lang="en-US"/>
              <a:t>i</a:t>
            </a:r>
            <a:r>
              <a:rPr lang="en-US"/>
              <a:t>o</a:t>
            </a:r>
            <a:r>
              <a:rPr lang="en-US"/>
              <a:t>n</a:t>
            </a:r>
            <a:endParaRPr lang="en-US"/>
          </a:p>
        </p:txBody>
      </p:sp>
      <p:sp>
        <p:nvSpPr>
          <p:cNvPr id="1048672" name=""/>
          <p:cNvSpPr>
            <a:spLocks noGrp="1"/>
          </p:cNvSpPr>
          <p:nvPr>
            <p:ph idx="1"/>
          </p:nvPr>
        </p:nvSpPr>
        <p:spPr/>
        <p:txBody>
          <a:bodyPr/>
          <a:p>
            <a:r>
              <a:rPr lang="en-US"/>
              <a:t>Coclusion  of aeronautical engineering</a:t>
            </a:r>
            <a:endParaRPr lang="en-US"/>
          </a:p>
          <a:p>
            <a:r>
              <a:rPr lang="en-US"/>
              <a:t>Aeronautical engineering is acaptivating field that combines cuttingedge technology with a passion for flight. From deigning  aricraft to exploring the possibilities of space travel, aeronautical engineers play a pivotal role in shaping the future of aviation.</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4" name=""/>
          <p:cNvSpPr>
            <a:spLocks noGrp="1"/>
          </p:cNvSpPr>
          <p:nvPr>
            <p:ph type="title"/>
          </p:nvPr>
        </p:nvSpPr>
        <p:spPr/>
        <p:txBody>
          <a:bodyPr>
            <a:normAutofit fontScale="90000"/>
          </a:bodyPr>
          <a:p>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br>
              <a:rPr lang="en-US"/>
            </a:br>
            <a:br>
              <a:rPr lang="en-US"/>
            </a:br>
            <a:br>
              <a:rPr lang="en-US"/>
            </a:br>
            <a:br>
              <a:rPr lang="en-US"/>
            </a:br>
            <a:br>
              <a:rPr lang="en-US"/>
            </a:br>
            <a:br>
              <a:rPr lang="en-US"/>
            </a:br>
            <a:br>
              <a:rPr lang="en-US"/>
            </a:b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 </a:t>
            </a:r>
            <a:r>
              <a:rPr lang="en-US"/>
              <a:t>T</a:t>
            </a:r>
            <a:r>
              <a:rPr lang="en-US"/>
              <a:t>h</a:t>
            </a:r>
            <a:r>
              <a:rPr lang="en-US"/>
              <a:t>a</a:t>
            </a:r>
            <a:r>
              <a:rPr lang="en-US"/>
              <a:t>n</a:t>
            </a:r>
            <a:r>
              <a:rPr lang="en-US"/>
              <a:t>k</a:t>
            </a:r>
            <a:r>
              <a:rPr lang="en-US"/>
              <a:t> </a:t>
            </a:r>
            <a:r>
              <a:rPr lang="en-US"/>
              <a:t>y</a:t>
            </a:r>
            <a:r>
              <a:rPr lang="en-US"/>
              <a:t>o</a:t>
            </a:r>
            <a:r>
              <a:rPr lang="en-US"/>
              <a:t>u</a:t>
            </a:r>
            <a:r>
              <a:rPr lang="en-US"/>
              <a:t>.</a:t>
            </a:r>
            <a:r>
              <a:rPr lang="en-US"/>
              <a:t> </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WPS Office</Application>
  <ScaleCrop>0</ScaleCrop>
  <LinksUpToDate>0</LinksUpToDate>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creator>TECNO KJ5</dc:creator>
  <dcterms:created xsi:type="dcterms:W3CDTF">2015-05-11T09:30:45Z</dcterms:created>
  <dcterms:modified xsi:type="dcterms:W3CDTF">2025-01-05T16:07:52Z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5314c2e97ebe42c0b8def68d963af5ab</vt:lpwstr>
  </property>
</Properties>
</file>