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sldIdLst>
    <p:sldId id="256" r:id="rId2"/>
    <p:sldId id="267" r:id="rId3"/>
    <p:sldId id="258" r:id="rId4"/>
    <p:sldId id="257" r:id="rId5"/>
    <p:sldId id="259" r:id="rId6"/>
    <p:sldId id="260" r:id="rId7"/>
    <p:sldId id="261" r:id="rId8"/>
    <p:sldId id="262" r:id="rId9"/>
    <p:sldId id="263" r:id="rId10"/>
    <p:sldId id="264" r:id="rId11"/>
    <p:sldId id="265" r:id="rId12"/>
    <p:sldId id="268" r:id="rId13"/>
    <p:sldId id="266"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94660"/>
  </p:normalViewPr>
  <p:slideViewPr>
    <p:cSldViewPr snapToGrid="0">
      <p:cViewPr varScale="1">
        <p:scale>
          <a:sx n="63" d="100"/>
          <a:sy n="63" d="100"/>
        </p:scale>
        <p:origin x="126" y="2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_rels/data1.xml.rels><?xml version="1.0" encoding="UTF-8" standalone="yes"?>
<Relationships xmlns="http://schemas.openxmlformats.org/package/2006/relationships"><Relationship Id="rId8" Type="http://schemas.openxmlformats.org/officeDocument/2006/relationships/image" Target="../media/image19.svg"/><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image" Target="../media/image13.svg"/><Relationship Id="rId1" Type="http://schemas.openxmlformats.org/officeDocument/2006/relationships/image" Target="../media/image12.png"/><Relationship Id="rId6" Type="http://schemas.openxmlformats.org/officeDocument/2006/relationships/image" Target="../media/image17.svg"/><Relationship Id="rId5" Type="http://schemas.openxmlformats.org/officeDocument/2006/relationships/image" Target="../media/image16.png"/><Relationship Id="rId4" Type="http://schemas.openxmlformats.org/officeDocument/2006/relationships/image" Target="../media/image15.svg"/></Relationships>
</file>

<file path=ppt/diagrams/_rels/drawing1.xml.rels><?xml version="1.0" encoding="UTF-8" standalone="yes"?>
<Relationships xmlns="http://schemas.openxmlformats.org/package/2006/relationships"><Relationship Id="rId8" Type="http://schemas.openxmlformats.org/officeDocument/2006/relationships/image" Target="../media/image19.svg"/><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image" Target="../media/image13.svg"/><Relationship Id="rId1" Type="http://schemas.openxmlformats.org/officeDocument/2006/relationships/image" Target="../media/image12.png"/><Relationship Id="rId6" Type="http://schemas.openxmlformats.org/officeDocument/2006/relationships/image" Target="../media/image17.svg"/><Relationship Id="rId5" Type="http://schemas.openxmlformats.org/officeDocument/2006/relationships/image" Target="../media/image16.png"/><Relationship Id="rId4" Type="http://schemas.openxmlformats.org/officeDocument/2006/relationships/image" Target="../media/image15.svg"/></Relationships>
</file>

<file path=ppt/diagrams/colors1.xml><?xml version="1.0" encoding="utf-8"?>
<dgm:colorsDef xmlns:dgm="http://schemas.openxmlformats.org/drawingml/2006/diagram" xmlns:a="http://schemas.openxmlformats.org/drawingml/2006/main" uniqueId="urn:microsoft.com/office/officeart/2018/5/colors/Iconchunking_colored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accent2">
        <a:alpha val="0"/>
      </a:schemeClr>
    </dgm:fillClrLst>
    <dgm:linClrLst meth="repeat">
      <a:schemeClr val="accent2">
        <a:alpha val="0"/>
      </a:schemeClr>
    </dgm:linClrLst>
    <dgm:effectClrLst/>
    <dgm:txLinClrLst/>
    <dgm:txFillClrLst meth="repeat">
      <a:schemeClr val="accent2"/>
      <a:schemeClr val="accent3"/>
      <a:schemeClr val="accent4"/>
      <a:schemeClr val="accent5"/>
      <a:schemeClr val="accent6"/>
    </dgm:txFillClrLst>
    <dgm:txEffectClrLst/>
  </dgm:styleLbl>
</dgm:colorsDef>
</file>

<file path=ppt/diagrams/data1.xml><?xml version="1.0" encoding="utf-8"?>
<dgm:dataModel xmlns:dgm="http://schemas.openxmlformats.org/drawingml/2006/diagram" xmlns:a="http://schemas.openxmlformats.org/drawingml/2006/main">
  <dgm:ptLst>
    <dgm:pt modelId="{D88F9337-525A-44C9-8BFA-F6A878CBE92A}" type="doc">
      <dgm:prSet loTypeId="urn:microsoft.com/office/officeart/2018/5/layout/IconCircleLabelList" loCatId="icon" qsTypeId="urn:microsoft.com/office/officeart/2005/8/quickstyle/simple1" qsCatId="simple" csTypeId="urn:microsoft.com/office/officeart/2018/5/colors/Iconchunking_coloredtext_colorful1" csCatId="colorful" phldr="1"/>
      <dgm:spPr/>
      <dgm:t>
        <a:bodyPr/>
        <a:lstStyle/>
        <a:p>
          <a:endParaRPr lang="en-US"/>
        </a:p>
      </dgm:t>
    </dgm:pt>
    <dgm:pt modelId="{4B8FC8BD-C220-4518-8E79-62434120A731}">
      <dgm:prSet/>
      <dgm:spPr/>
      <dgm:t>
        <a:bodyPr/>
        <a:lstStyle/>
        <a:p>
          <a:pPr>
            <a:defRPr cap="all"/>
          </a:pPr>
          <a:r>
            <a:rPr lang="en-US"/>
            <a:t>Strange online platform </a:t>
          </a:r>
        </a:p>
      </dgm:t>
    </dgm:pt>
    <dgm:pt modelId="{CAC7DEF2-3218-47A9-8916-DACEF2489A44}" type="parTrans" cxnId="{3501208A-FDEF-43F8-9195-A433E0635AC1}">
      <dgm:prSet/>
      <dgm:spPr/>
      <dgm:t>
        <a:bodyPr/>
        <a:lstStyle/>
        <a:p>
          <a:endParaRPr lang="en-US"/>
        </a:p>
      </dgm:t>
    </dgm:pt>
    <dgm:pt modelId="{8D4BEAB3-5C0D-4531-8439-776866E7475A}" type="sibTrans" cxnId="{3501208A-FDEF-43F8-9195-A433E0635AC1}">
      <dgm:prSet/>
      <dgm:spPr/>
      <dgm:t>
        <a:bodyPr/>
        <a:lstStyle/>
        <a:p>
          <a:endParaRPr lang="en-US"/>
        </a:p>
      </dgm:t>
    </dgm:pt>
    <dgm:pt modelId="{114EF023-E13C-4003-AD33-A79AC31B7502}">
      <dgm:prSet/>
      <dgm:spPr/>
      <dgm:t>
        <a:bodyPr/>
        <a:lstStyle/>
        <a:p>
          <a:pPr>
            <a:defRPr cap="all"/>
          </a:pPr>
          <a:r>
            <a:rPr lang="en-US"/>
            <a:t>New assessment system</a:t>
          </a:r>
        </a:p>
      </dgm:t>
    </dgm:pt>
    <dgm:pt modelId="{DE33C8E3-2257-417D-8170-418C18E8DD4A}" type="parTrans" cxnId="{6053D26D-F15A-4330-A9D5-542209D7CDD4}">
      <dgm:prSet/>
      <dgm:spPr/>
      <dgm:t>
        <a:bodyPr/>
        <a:lstStyle/>
        <a:p>
          <a:endParaRPr lang="en-US"/>
        </a:p>
      </dgm:t>
    </dgm:pt>
    <dgm:pt modelId="{FF263D7E-B5FE-4E2B-9C7B-D66B3E1B6D72}" type="sibTrans" cxnId="{6053D26D-F15A-4330-A9D5-542209D7CDD4}">
      <dgm:prSet/>
      <dgm:spPr/>
      <dgm:t>
        <a:bodyPr/>
        <a:lstStyle/>
        <a:p>
          <a:endParaRPr lang="en-US"/>
        </a:p>
      </dgm:t>
    </dgm:pt>
    <dgm:pt modelId="{17868C2D-5246-4713-99AF-3F4BB2FDFFFF}">
      <dgm:prSet/>
      <dgm:spPr/>
      <dgm:t>
        <a:bodyPr/>
        <a:lstStyle/>
        <a:p>
          <a:pPr>
            <a:defRPr cap="all"/>
          </a:pPr>
          <a:r>
            <a:rPr lang="en-US"/>
            <a:t>Appropriate planning</a:t>
          </a:r>
        </a:p>
      </dgm:t>
    </dgm:pt>
    <dgm:pt modelId="{BF48F75E-287A-4124-B25E-ADAF246C80B6}" type="parTrans" cxnId="{844B61D3-DF0F-4C0C-BDF0-5FB7A532811E}">
      <dgm:prSet/>
      <dgm:spPr/>
      <dgm:t>
        <a:bodyPr/>
        <a:lstStyle/>
        <a:p>
          <a:endParaRPr lang="en-US"/>
        </a:p>
      </dgm:t>
    </dgm:pt>
    <dgm:pt modelId="{FA88E39E-AA72-4AC9-913B-0987CFD44EDD}" type="sibTrans" cxnId="{844B61D3-DF0F-4C0C-BDF0-5FB7A532811E}">
      <dgm:prSet/>
      <dgm:spPr/>
      <dgm:t>
        <a:bodyPr/>
        <a:lstStyle/>
        <a:p>
          <a:endParaRPr lang="en-US"/>
        </a:p>
      </dgm:t>
    </dgm:pt>
    <dgm:pt modelId="{41CD4803-FA22-40C8-B8BF-5BDF2894E152}">
      <dgm:prSet/>
      <dgm:spPr/>
      <dgm:t>
        <a:bodyPr/>
        <a:lstStyle/>
        <a:p>
          <a:pPr>
            <a:defRPr cap="all"/>
          </a:pPr>
          <a:r>
            <a:rPr lang="en-US"/>
            <a:t>Experience share</a:t>
          </a:r>
        </a:p>
      </dgm:t>
    </dgm:pt>
    <dgm:pt modelId="{0E23352E-D4D7-45D4-AAF0-FE7875C8B774}" type="parTrans" cxnId="{70CA3573-67D8-418D-AAE8-4C7D90339EE1}">
      <dgm:prSet/>
      <dgm:spPr/>
      <dgm:t>
        <a:bodyPr/>
        <a:lstStyle/>
        <a:p>
          <a:endParaRPr lang="en-US"/>
        </a:p>
      </dgm:t>
    </dgm:pt>
    <dgm:pt modelId="{9D3FF193-6801-4E61-9F20-FECD712CE128}" type="sibTrans" cxnId="{70CA3573-67D8-418D-AAE8-4C7D90339EE1}">
      <dgm:prSet/>
      <dgm:spPr/>
      <dgm:t>
        <a:bodyPr/>
        <a:lstStyle/>
        <a:p>
          <a:endParaRPr lang="en-US"/>
        </a:p>
      </dgm:t>
    </dgm:pt>
    <dgm:pt modelId="{72FB21B2-3E46-4C26-AFC0-547198EA463C}" type="pres">
      <dgm:prSet presAssocID="{D88F9337-525A-44C9-8BFA-F6A878CBE92A}" presName="root" presStyleCnt="0">
        <dgm:presLayoutVars>
          <dgm:dir/>
          <dgm:resizeHandles val="exact"/>
        </dgm:presLayoutVars>
      </dgm:prSet>
      <dgm:spPr/>
    </dgm:pt>
    <dgm:pt modelId="{655981E2-CAAF-445A-A913-7482D3CD87E5}" type="pres">
      <dgm:prSet presAssocID="{4B8FC8BD-C220-4518-8E79-62434120A731}" presName="compNode" presStyleCnt="0"/>
      <dgm:spPr/>
    </dgm:pt>
    <dgm:pt modelId="{633551DC-8783-4B72-AA89-BA1C800CB451}" type="pres">
      <dgm:prSet presAssocID="{4B8FC8BD-C220-4518-8E79-62434120A731}" presName="iconBgRect" presStyleLbl="bgShp" presStyleIdx="0" presStyleCnt="4"/>
      <dgm:spPr/>
    </dgm:pt>
    <dgm:pt modelId="{FCFCCAAC-8F13-482D-8DB1-9323744135B8}" type="pres">
      <dgm:prSet presAssocID="{4B8FC8BD-C220-4518-8E79-62434120A731}"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Laptop"/>
        </a:ext>
      </dgm:extLst>
    </dgm:pt>
    <dgm:pt modelId="{0C92EB45-6025-4B3A-A8A3-0FD9A0850EBC}" type="pres">
      <dgm:prSet presAssocID="{4B8FC8BD-C220-4518-8E79-62434120A731}" presName="spaceRect" presStyleCnt="0"/>
      <dgm:spPr/>
    </dgm:pt>
    <dgm:pt modelId="{D8CD2B23-8C76-4466-BED4-11D2C96C8AC2}" type="pres">
      <dgm:prSet presAssocID="{4B8FC8BD-C220-4518-8E79-62434120A731}" presName="textRect" presStyleLbl="revTx" presStyleIdx="0" presStyleCnt="4">
        <dgm:presLayoutVars>
          <dgm:chMax val="1"/>
          <dgm:chPref val="1"/>
        </dgm:presLayoutVars>
      </dgm:prSet>
      <dgm:spPr/>
    </dgm:pt>
    <dgm:pt modelId="{FB434772-E7ED-49DB-97FF-EAC4836D8AAA}" type="pres">
      <dgm:prSet presAssocID="{8D4BEAB3-5C0D-4531-8439-776866E7475A}" presName="sibTrans" presStyleCnt="0"/>
      <dgm:spPr/>
    </dgm:pt>
    <dgm:pt modelId="{838F4FB4-E6C9-4599-9B73-5EE390680CAA}" type="pres">
      <dgm:prSet presAssocID="{114EF023-E13C-4003-AD33-A79AC31B7502}" presName="compNode" presStyleCnt="0"/>
      <dgm:spPr/>
    </dgm:pt>
    <dgm:pt modelId="{635EDAC9-FA70-4EB8-A032-F0095A150E90}" type="pres">
      <dgm:prSet presAssocID="{114EF023-E13C-4003-AD33-A79AC31B7502}" presName="iconBgRect" presStyleLbl="bgShp" presStyleIdx="1" presStyleCnt="4"/>
      <dgm:spPr/>
    </dgm:pt>
    <dgm:pt modelId="{3F0B7416-07A4-4421-9562-2D71A64E861C}" type="pres">
      <dgm:prSet presAssocID="{114EF023-E13C-4003-AD33-A79AC31B7502}"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heck List"/>
        </a:ext>
      </dgm:extLst>
    </dgm:pt>
    <dgm:pt modelId="{5C1993DE-55A2-423F-AD22-CABBB0D0B658}" type="pres">
      <dgm:prSet presAssocID="{114EF023-E13C-4003-AD33-A79AC31B7502}" presName="spaceRect" presStyleCnt="0"/>
      <dgm:spPr/>
    </dgm:pt>
    <dgm:pt modelId="{0CAB4755-6AFC-4CE7-8395-DDBDED114793}" type="pres">
      <dgm:prSet presAssocID="{114EF023-E13C-4003-AD33-A79AC31B7502}" presName="textRect" presStyleLbl="revTx" presStyleIdx="1" presStyleCnt="4">
        <dgm:presLayoutVars>
          <dgm:chMax val="1"/>
          <dgm:chPref val="1"/>
        </dgm:presLayoutVars>
      </dgm:prSet>
      <dgm:spPr/>
    </dgm:pt>
    <dgm:pt modelId="{C565951B-FA91-4930-95B3-E6F9E430ECB8}" type="pres">
      <dgm:prSet presAssocID="{FF263D7E-B5FE-4E2B-9C7B-D66B3E1B6D72}" presName="sibTrans" presStyleCnt="0"/>
      <dgm:spPr/>
    </dgm:pt>
    <dgm:pt modelId="{6420D018-D3E5-4359-A69A-C0EB6983B36B}" type="pres">
      <dgm:prSet presAssocID="{17868C2D-5246-4713-99AF-3F4BB2FDFFFF}" presName="compNode" presStyleCnt="0"/>
      <dgm:spPr/>
    </dgm:pt>
    <dgm:pt modelId="{4E61CA60-4532-4E7F-A5FD-67C8D95235A4}" type="pres">
      <dgm:prSet presAssocID="{17868C2D-5246-4713-99AF-3F4BB2FDFFFF}" presName="iconBgRect" presStyleLbl="bgShp" presStyleIdx="2" presStyleCnt="4"/>
      <dgm:spPr/>
    </dgm:pt>
    <dgm:pt modelId="{CE2DBC22-1454-46BA-8912-0F5D18C54FA8}" type="pres">
      <dgm:prSet presAssocID="{17868C2D-5246-4713-99AF-3F4BB2FDFFFF}"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Checkmark"/>
        </a:ext>
      </dgm:extLst>
    </dgm:pt>
    <dgm:pt modelId="{D5E2F1C1-15A3-426C-83EF-B04010C5DD3E}" type="pres">
      <dgm:prSet presAssocID="{17868C2D-5246-4713-99AF-3F4BB2FDFFFF}" presName="spaceRect" presStyleCnt="0"/>
      <dgm:spPr/>
    </dgm:pt>
    <dgm:pt modelId="{C9C91CA6-2053-4F87-980C-15033F1C68A5}" type="pres">
      <dgm:prSet presAssocID="{17868C2D-5246-4713-99AF-3F4BB2FDFFFF}" presName="textRect" presStyleLbl="revTx" presStyleIdx="2" presStyleCnt="4">
        <dgm:presLayoutVars>
          <dgm:chMax val="1"/>
          <dgm:chPref val="1"/>
        </dgm:presLayoutVars>
      </dgm:prSet>
      <dgm:spPr/>
    </dgm:pt>
    <dgm:pt modelId="{61551847-0F00-4CCC-B2AB-7FE2D9DA40E5}" type="pres">
      <dgm:prSet presAssocID="{FA88E39E-AA72-4AC9-913B-0987CFD44EDD}" presName="sibTrans" presStyleCnt="0"/>
      <dgm:spPr/>
    </dgm:pt>
    <dgm:pt modelId="{0281C67C-EAE3-48B4-9B63-316E43A09E7F}" type="pres">
      <dgm:prSet presAssocID="{41CD4803-FA22-40C8-B8BF-5BDF2894E152}" presName="compNode" presStyleCnt="0"/>
      <dgm:spPr/>
    </dgm:pt>
    <dgm:pt modelId="{D62AD746-C2DF-4B36-88B6-C42AB57945BB}" type="pres">
      <dgm:prSet presAssocID="{41CD4803-FA22-40C8-B8BF-5BDF2894E152}" presName="iconBgRect" presStyleLbl="bgShp" presStyleIdx="3" presStyleCnt="4"/>
      <dgm:spPr/>
    </dgm:pt>
    <dgm:pt modelId="{5A4BC44A-44A7-4A76-B1A1-9B3A93BD284E}" type="pres">
      <dgm:prSet presAssocID="{41CD4803-FA22-40C8-B8BF-5BDF2894E152}"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Chat"/>
        </a:ext>
      </dgm:extLst>
    </dgm:pt>
    <dgm:pt modelId="{735FD876-918F-4ACA-A94E-64ED20CB99B5}" type="pres">
      <dgm:prSet presAssocID="{41CD4803-FA22-40C8-B8BF-5BDF2894E152}" presName="spaceRect" presStyleCnt="0"/>
      <dgm:spPr/>
    </dgm:pt>
    <dgm:pt modelId="{A82EF1B5-AB55-4174-9061-DE117F915940}" type="pres">
      <dgm:prSet presAssocID="{41CD4803-FA22-40C8-B8BF-5BDF2894E152}" presName="textRect" presStyleLbl="revTx" presStyleIdx="3" presStyleCnt="4">
        <dgm:presLayoutVars>
          <dgm:chMax val="1"/>
          <dgm:chPref val="1"/>
        </dgm:presLayoutVars>
      </dgm:prSet>
      <dgm:spPr/>
    </dgm:pt>
  </dgm:ptLst>
  <dgm:cxnLst>
    <dgm:cxn modelId="{93C88903-40A8-4067-8370-AA4DFD1F8539}" type="presOf" srcId="{4B8FC8BD-C220-4518-8E79-62434120A731}" destId="{D8CD2B23-8C76-4466-BED4-11D2C96C8AC2}" srcOrd="0" destOrd="0" presId="urn:microsoft.com/office/officeart/2018/5/layout/IconCircleLabelList"/>
    <dgm:cxn modelId="{576DC105-A852-4EA7-A725-D30DC643FFC9}" type="presOf" srcId="{17868C2D-5246-4713-99AF-3F4BB2FDFFFF}" destId="{C9C91CA6-2053-4F87-980C-15033F1C68A5}" srcOrd="0" destOrd="0" presId="urn:microsoft.com/office/officeart/2018/5/layout/IconCircleLabelList"/>
    <dgm:cxn modelId="{EB6FF121-8731-4F11-AA91-3633D2ED56D1}" type="presOf" srcId="{41CD4803-FA22-40C8-B8BF-5BDF2894E152}" destId="{A82EF1B5-AB55-4174-9061-DE117F915940}" srcOrd="0" destOrd="0" presId="urn:microsoft.com/office/officeart/2018/5/layout/IconCircleLabelList"/>
    <dgm:cxn modelId="{6053D26D-F15A-4330-A9D5-542209D7CDD4}" srcId="{D88F9337-525A-44C9-8BFA-F6A878CBE92A}" destId="{114EF023-E13C-4003-AD33-A79AC31B7502}" srcOrd="1" destOrd="0" parTransId="{DE33C8E3-2257-417D-8170-418C18E8DD4A}" sibTransId="{FF263D7E-B5FE-4E2B-9C7B-D66B3E1B6D72}"/>
    <dgm:cxn modelId="{70CA3573-67D8-418D-AAE8-4C7D90339EE1}" srcId="{D88F9337-525A-44C9-8BFA-F6A878CBE92A}" destId="{41CD4803-FA22-40C8-B8BF-5BDF2894E152}" srcOrd="3" destOrd="0" parTransId="{0E23352E-D4D7-45D4-AAF0-FE7875C8B774}" sibTransId="{9D3FF193-6801-4E61-9F20-FECD712CE128}"/>
    <dgm:cxn modelId="{3501208A-FDEF-43F8-9195-A433E0635AC1}" srcId="{D88F9337-525A-44C9-8BFA-F6A878CBE92A}" destId="{4B8FC8BD-C220-4518-8E79-62434120A731}" srcOrd="0" destOrd="0" parTransId="{CAC7DEF2-3218-47A9-8916-DACEF2489A44}" sibTransId="{8D4BEAB3-5C0D-4531-8439-776866E7475A}"/>
    <dgm:cxn modelId="{2F77CABF-1B35-4965-B210-C3B4339CBA5F}" type="presOf" srcId="{D88F9337-525A-44C9-8BFA-F6A878CBE92A}" destId="{72FB21B2-3E46-4C26-AFC0-547198EA463C}" srcOrd="0" destOrd="0" presId="urn:microsoft.com/office/officeart/2018/5/layout/IconCircleLabelList"/>
    <dgm:cxn modelId="{844B61D3-DF0F-4C0C-BDF0-5FB7A532811E}" srcId="{D88F9337-525A-44C9-8BFA-F6A878CBE92A}" destId="{17868C2D-5246-4713-99AF-3F4BB2FDFFFF}" srcOrd="2" destOrd="0" parTransId="{BF48F75E-287A-4124-B25E-ADAF246C80B6}" sibTransId="{FA88E39E-AA72-4AC9-913B-0987CFD44EDD}"/>
    <dgm:cxn modelId="{8F8D4BF5-3B40-4B92-AAF9-7804AD2F5DD3}" type="presOf" srcId="{114EF023-E13C-4003-AD33-A79AC31B7502}" destId="{0CAB4755-6AFC-4CE7-8395-DDBDED114793}" srcOrd="0" destOrd="0" presId="urn:microsoft.com/office/officeart/2018/5/layout/IconCircleLabelList"/>
    <dgm:cxn modelId="{86128322-1FA9-4C91-A41A-87C56EB53C59}" type="presParOf" srcId="{72FB21B2-3E46-4C26-AFC0-547198EA463C}" destId="{655981E2-CAAF-445A-A913-7482D3CD87E5}" srcOrd="0" destOrd="0" presId="urn:microsoft.com/office/officeart/2018/5/layout/IconCircleLabelList"/>
    <dgm:cxn modelId="{C3A81C9A-97A4-4BAD-A25C-0D35A5589D6A}" type="presParOf" srcId="{655981E2-CAAF-445A-A913-7482D3CD87E5}" destId="{633551DC-8783-4B72-AA89-BA1C800CB451}" srcOrd="0" destOrd="0" presId="urn:microsoft.com/office/officeart/2018/5/layout/IconCircleLabelList"/>
    <dgm:cxn modelId="{01A43EFD-C921-467F-B9FB-B505EB15983A}" type="presParOf" srcId="{655981E2-CAAF-445A-A913-7482D3CD87E5}" destId="{FCFCCAAC-8F13-482D-8DB1-9323744135B8}" srcOrd="1" destOrd="0" presId="urn:microsoft.com/office/officeart/2018/5/layout/IconCircleLabelList"/>
    <dgm:cxn modelId="{B00EE8AA-171C-4601-8E2F-B5B8F739B724}" type="presParOf" srcId="{655981E2-CAAF-445A-A913-7482D3CD87E5}" destId="{0C92EB45-6025-4B3A-A8A3-0FD9A0850EBC}" srcOrd="2" destOrd="0" presId="urn:microsoft.com/office/officeart/2018/5/layout/IconCircleLabelList"/>
    <dgm:cxn modelId="{BB57BB54-FE12-44E8-B794-2651402D47E1}" type="presParOf" srcId="{655981E2-CAAF-445A-A913-7482D3CD87E5}" destId="{D8CD2B23-8C76-4466-BED4-11D2C96C8AC2}" srcOrd="3" destOrd="0" presId="urn:microsoft.com/office/officeart/2018/5/layout/IconCircleLabelList"/>
    <dgm:cxn modelId="{A62ADA64-155E-4200-B0A1-8C15664D20B5}" type="presParOf" srcId="{72FB21B2-3E46-4C26-AFC0-547198EA463C}" destId="{FB434772-E7ED-49DB-97FF-EAC4836D8AAA}" srcOrd="1" destOrd="0" presId="urn:microsoft.com/office/officeart/2018/5/layout/IconCircleLabelList"/>
    <dgm:cxn modelId="{78828084-081E-41A1-86DF-DCB08D5FEDCA}" type="presParOf" srcId="{72FB21B2-3E46-4C26-AFC0-547198EA463C}" destId="{838F4FB4-E6C9-4599-9B73-5EE390680CAA}" srcOrd="2" destOrd="0" presId="urn:microsoft.com/office/officeart/2018/5/layout/IconCircleLabelList"/>
    <dgm:cxn modelId="{135ED8ED-1D62-403B-9C4E-01D3B10675C0}" type="presParOf" srcId="{838F4FB4-E6C9-4599-9B73-5EE390680CAA}" destId="{635EDAC9-FA70-4EB8-A032-F0095A150E90}" srcOrd="0" destOrd="0" presId="urn:microsoft.com/office/officeart/2018/5/layout/IconCircleLabelList"/>
    <dgm:cxn modelId="{4067325D-8410-442C-A296-96B6BC0838C7}" type="presParOf" srcId="{838F4FB4-E6C9-4599-9B73-5EE390680CAA}" destId="{3F0B7416-07A4-4421-9562-2D71A64E861C}" srcOrd="1" destOrd="0" presId="urn:microsoft.com/office/officeart/2018/5/layout/IconCircleLabelList"/>
    <dgm:cxn modelId="{5D89886F-578E-4E97-8A37-4CE2A60D639E}" type="presParOf" srcId="{838F4FB4-E6C9-4599-9B73-5EE390680CAA}" destId="{5C1993DE-55A2-423F-AD22-CABBB0D0B658}" srcOrd="2" destOrd="0" presId="urn:microsoft.com/office/officeart/2018/5/layout/IconCircleLabelList"/>
    <dgm:cxn modelId="{A155CA8B-AFA3-40CB-ABA1-C941DF563465}" type="presParOf" srcId="{838F4FB4-E6C9-4599-9B73-5EE390680CAA}" destId="{0CAB4755-6AFC-4CE7-8395-DDBDED114793}" srcOrd="3" destOrd="0" presId="urn:microsoft.com/office/officeart/2018/5/layout/IconCircleLabelList"/>
    <dgm:cxn modelId="{DF13C766-54B5-4A81-A709-3E7F29DB25FF}" type="presParOf" srcId="{72FB21B2-3E46-4C26-AFC0-547198EA463C}" destId="{C565951B-FA91-4930-95B3-E6F9E430ECB8}" srcOrd="3" destOrd="0" presId="urn:microsoft.com/office/officeart/2018/5/layout/IconCircleLabelList"/>
    <dgm:cxn modelId="{5E04032F-4218-4FDF-8D82-4267ED25A249}" type="presParOf" srcId="{72FB21B2-3E46-4C26-AFC0-547198EA463C}" destId="{6420D018-D3E5-4359-A69A-C0EB6983B36B}" srcOrd="4" destOrd="0" presId="urn:microsoft.com/office/officeart/2018/5/layout/IconCircleLabelList"/>
    <dgm:cxn modelId="{12B59EAA-97F7-4E6E-AEDF-EAF20AEB5B13}" type="presParOf" srcId="{6420D018-D3E5-4359-A69A-C0EB6983B36B}" destId="{4E61CA60-4532-4E7F-A5FD-67C8D95235A4}" srcOrd="0" destOrd="0" presId="urn:microsoft.com/office/officeart/2018/5/layout/IconCircleLabelList"/>
    <dgm:cxn modelId="{5B306CA7-B02E-49F9-8E47-9D05E3B1F320}" type="presParOf" srcId="{6420D018-D3E5-4359-A69A-C0EB6983B36B}" destId="{CE2DBC22-1454-46BA-8912-0F5D18C54FA8}" srcOrd="1" destOrd="0" presId="urn:microsoft.com/office/officeart/2018/5/layout/IconCircleLabelList"/>
    <dgm:cxn modelId="{480107F6-553C-4A2D-BB09-C2AC34AE1B81}" type="presParOf" srcId="{6420D018-D3E5-4359-A69A-C0EB6983B36B}" destId="{D5E2F1C1-15A3-426C-83EF-B04010C5DD3E}" srcOrd="2" destOrd="0" presId="urn:microsoft.com/office/officeart/2018/5/layout/IconCircleLabelList"/>
    <dgm:cxn modelId="{42AA31E1-E39C-4889-895C-15BCFBBF1748}" type="presParOf" srcId="{6420D018-D3E5-4359-A69A-C0EB6983B36B}" destId="{C9C91CA6-2053-4F87-980C-15033F1C68A5}" srcOrd="3" destOrd="0" presId="urn:microsoft.com/office/officeart/2018/5/layout/IconCircleLabelList"/>
    <dgm:cxn modelId="{01B30F23-AB01-4276-A4ED-741E7B7E11F8}" type="presParOf" srcId="{72FB21B2-3E46-4C26-AFC0-547198EA463C}" destId="{61551847-0F00-4CCC-B2AB-7FE2D9DA40E5}" srcOrd="5" destOrd="0" presId="urn:microsoft.com/office/officeart/2018/5/layout/IconCircleLabelList"/>
    <dgm:cxn modelId="{6A9BD192-8A1D-4D8C-A99E-D29E35C21A40}" type="presParOf" srcId="{72FB21B2-3E46-4C26-AFC0-547198EA463C}" destId="{0281C67C-EAE3-48B4-9B63-316E43A09E7F}" srcOrd="6" destOrd="0" presId="urn:microsoft.com/office/officeart/2018/5/layout/IconCircleLabelList"/>
    <dgm:cxn modelId="{9BBDCCCC-9AD4-427C-AFB5-6F341D772BC4}" type="presParOf" srcId="{0281C67C-EAE3-48B4-9B63-316E43A09E7F}" destId="{D62AD746-C2DF-4B36-88B6-C42AB57945BB}" srcOrd="0" destOrd="0" presId="urn:microsoft.com/office/officeart/2018/5/layout/IconCircleLabelList"/>
    <dgm:cxn modelId="{D144ACDB-3CC6-4238-9929-721C0F657F6D}" type="presParOf" srcId="{0281C67C-EAE3-48B4-9B63-316E43A09E7F}" destId="{5A4BC44A-44A7-4A76-B1A1-9B3A93BD284E}" srcOrd="1" destOrd="0" presId="urn:microsoft.com/office/officeart/2018/5/layout/IconCircleLabelList"/>
    <dgm:cxn modelId="{15ACE288-663B-4448-B85F-4EEB9C454567}" type="presParOf" srcId="{0281C67C-EAE3-48B4-9B63-316E43A09E7F}" destId="{735FD876-918F-4ACA-A94E-64ED20CB99B5}" srcOrd="2" destOrd="0" presId="urn:microsoft.com/office/officeart/2018/5/layout/IconCircleLabelList"/>
    <dgm:cxn modelId="{FD7D3A54-6FC0-40B5-8122-87832361AA90}" type="presParOf" srcId="{0281C67C-EAE3-48B4-9B63-316E43A09E7F}" destId="{A82EF1B5-AB55-4174-9061-DE117F915940}" srcOrd="3" destOrd="0" presId="urn:microsoft.com/office/officeart/2018/5/layout/IconCircle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33551DC-8783-4B72-AA89-BA1C800CB451}">
      <dsp:nvSpPr>
        <dsp:cNvPr id="0" name=""/>
        <dsp:cNvSpPr/>
      </dsp:nvSpPr>
      <dsp:spPr>
        <a:xfrm>
          <a:off x="562927" y="788206"/>
          <a:ext cx="1445998" cy="1445998"/>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CFCCAAC-8F13-482D-8DB1-9323744135B8}">
      <dsp:nvSpPr>
        <dsp:cNvPr id="0" name=""/>
        <dsp:cNvSpPr/>
      </dsp:nvSpPr>
      <dsp:spPr>
        <a:xfrm>
          <a:off x="871091" y="1096370"/>
          <a:ext cx="829671" cy="829671"/>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8CD2B23-8C76-4466-BED4-11D2C96C8AC2}">
      <dsp:nvSpPr>
        <dsp:cNvPr id="0" name=""/>
        <dsp:cNvSpPr/>
      </dsp:nvSpPr>
      <dsp:spPr>
        <a:xfrm>
          <a:off x="100682" y="2684598"/>
          <a:ext cx="2370489"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977900">
            <a:lnSpc>
              <a:spcPct val="90000"/>
            </a:lnSpc>
            <a:spcBef>
              <a:spcPct val="0"/>
            </a:spcBef>
            <a:spcAft>
              <a:spcPct val="35000"/>
            </a:spcAft>
            <a:buNone/>
            <a:defRPr cap="all"/>
          </a:pPr>
          <a:r>
            <a:rPr lang="en-US" sz="2200" kern="1200"/>
            <a:t>Strange online platform </a:t>
          </a:r>
        </a:p>
      </dsp:txBody>
      <dsp:txXfrm>
        <a:off x="100682" y="2684598"/>
        <a:ext cx="2370489" cy="720000"/>
      </dsp:txXfrm>
    </dsp:sp>
    <dsp:sp modelId="{635EDAC9-FA70-4EB8-A032-F0095A150E90}">
      <dsp:nvSpPr>
        <dsp:cNvPr id="0" name=""/>
        <dsp:cNvSpPr/>
      </dsp:nvSpPr>
      <dsp:spPr>
        <a:xfrm>
          <a:off x="3348252" y="788206"/>
          <a:ext cx="1445998" cy="1445998"/>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F0B7416-07A4-4421-9562-2D71A64E861C}">
      <dsp:nvSpPr>
        <dsp:cNvPr id="0" name=""/>
        <dsp:cNvSpPr/>
      </dsp:nvSpPr>
      <dsp:spPr>
        <a:xfrm>
          <a:off x="3656416" y="1096370"/>
          <a:ext cx="829671" cy="829671"/>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CAB4755-6AFC-4CE7-8395-DDBDED114793}">
      <dsp:nvSpPr>
        <dsp:cNvPr id="0" name=""/>
        <dsp:cNvSpPr/>
      </dsp:nvSpPr>
      <dsp:spPr>
        <a:xfrm>
          <a:off x="2886007" y="2684598"/>
          <a:ext cx="2370489"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977900">
            <a:lnSpc>
              <a:spcPct val="90000"/>
            </a:lnSpc>
            <a:spcBef>
              <a:spcPct val="0"/>
            </a:spcBef>
            <a:spcAft>
              <a:spcPct val="35000"/>
            </a:spcAft>
            <a:buNone/>
            <a:defRPr cap="all"/>
          </a:pPr>
          <a:r>
            <a:rPr lang="en-US" sz="2200" kern="1200"/>
            <a:t>New assessment system</a:t>
          </a:r>
        </a:p>
      </dsp:txBody>
      <dsp:txXfrm>
        <a:off x="2886007" y="2684598"/>
        <a:ext cx="2370489" cy="720000"/>
      </dsp:txXfrm>
    </dsp:sp>
    <dsp:sp modelId="{4E61CA60-4532-4E7F-A5FD-67C8D95235A4}">
      <dsp:nvSpPr>
        <dsp:cNvPr id="0" name=""/>
        <dsp:cNvSpPr/>
      </dsp:nvSpPr>
      <dsp:spPr>
        <a:xfrm>
          <a:off x="6133577" y="788206"/>
          <a:ext cx="1445998" cy="1445998"/>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E2DBC22-1454-46BA-8912-0F5D18C54FA8}">
      <dsp:nvSpPr>
        <dsp:cNvPr id="0" name=""/>
        <dsp:cNvSpPr/>
      </dsp:nvSpPr>
      <dsp:spPr>
        <a:xfrm>
          <a:off x="6441741" y="1096370"/>
          <a:ext cx="829671" cy="829671"/>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9C91CA6-2053-4F87-980C-15033F1C68A5}">
      <dsp:nvSpPr>
        <dsp:cNvPr id="0" name=""/>
        <dsp:cNvSpPr/>
      </dsp:nvSpPr>
      <dsp:spPr>
        <a:xfrm>
          <a:off x="5671332" y="2684598"/>
          <a:ext cx="2370489"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977900">
            <a:lnSpc>
              <a:spcPct val="90000"/>
            </a:lnSpc>
            <a:spcBef>
              <a:spcPct val="0"/>
            </a:spcBef>
            <a:spcAft>
              <a:spcPct val="35000"/>
            </a:spcAft>
            <a:buNone/>
            <a:defRPr cap="all"/>
          </a:pPr>
          <a:r>
            <a:rPr lang="en-US" sz="2200" kern="1200"/>
            <a:t>Appropriate planning</a:t>
          </a:r>
        </a:p>
      </dsp:txBody>
      <dsp:txXfrm>
        <a:off x="5671332" y="2684598"/>
        <a:ext cx="2370489" cy="720000"/>
      </dsp:txXfrm>
    </dsp:sp>
    <dsp:sp modelId="{D62AD746-C2DF-4B36-88B6-C42AB57945BB}">
      <dsp:nvSpPr>
        <dsp:cNvPr id="0" name=""/>
        <dsp:cNvSpPr/>
      </dsp:nvSpPr>
      <dsp:spPr>
        <a:xfrm>
          <a:off x="8918902" y="788206"/>
          <a:ext cx="1445998" cy="1445998"/>
        </a:xfrm>
        <a:prstGeom prst="ellipse">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A4BC44A-44A7-4A76-B1A1-9B3A93BD284E}">
      <dsp:nvSpPr>
        <dsp:cNvPr id="0" name=""/>
        <dsp:cNvSpPr/>
      </dsp:nvSpPr>
      <dsp:spPr>
        <a:xfrm>
          <a:off x="9227066" y="1096370"/>
          <a:ext cx="829671" cy="829671"/>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82EF1B5-AB55-4174-9061-DE117F915940}">
      <dsp:nvSpPr>
        <dsp:cNvPr id="0" name=""/>
        <dsp:cNvSpPr/>
      </dsp:nvSpPr>
      <dsp:spPr>
        <a:xfrm>
          <a:off x="8456657" y="2684598"/>
          <a:ext cx="2370489"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977900">
            <a:lnSpc>
              <a:spcPct val="90000"/>
            </a:lnSpc>
            <a:spcBef>
              <a:spcPct val="0"/>
            </a:spcBef>
            <a:spcAft>
              <a:spcPct val="35000"/>
            </a:spcAft>
            <a:buNone/>
            <a:defRPr cap="all"/>
          </a:pPr>
          <a:r>
            <a:rPr lang="en-US" sz="2200" kern="1200"/>
            <a:t>Experience share</a:t>
          </a:r>
        </a:p>
      </dsp:txBody>
      <dsp:txXfrm>
        <a:off x="8456657" y="2684598"/>
        <a:ext cx="2370489" cy="720000"/>
      </dsp:txXfrm>
    </dsp:sp>
  </dsp:spTree>
</dsp:drawing>
</file>

<file path=ppt/diagrams/layout1.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BCBD644-F73C-4538-A85B-DE8196523F02}" type="datetimeFigureOut">
              <a:rPr lang="en-US" smtClean="0"/>
              <a:t>6/29/2025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1464C91-12B5-4B08-8F56-1AC0DB9E218A}" type="slidenum">
              <a:rPr lang="en-US" smtClean="0"/>
              <a:t>‹#›</a:t>
            </a:fld>
            <a:endParaRPr lang="en-US"/>
          </a:p>
        </p:txBody>
      </p:sp>
    </p:spTree>
    <p:extLst>
      <p:ext uri="{BB962C8B-B14F-4D97-AF65-F5344CB8AC3E}">
        <p14:creationId xmlns:p14="http://schemas.microsoft.com/office/powerpoint/2010/main" val="14760707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slide introduces the field of engineering and its significance in society. Engineering applies science to create solutions that improve our lives. It includes various disciplines, each with unique challenges and contributions. Highlight the importance of teamwork and continuous learning, as engineers must adapt to rapidly changing technologies to remain effective.</a:t>
            </a:r>
          </a:p>
        </p:txBody>
      </p:sp>
      <p:sp>
        <p:nvSpPr>
          <p:cNvPr id="4" name="Slide Number Placeholder 3"/>
          <p:cNvSpPr>
            <a:spLocks noGrp="1"/>
          </p:cNvSpPr>
          <p:nvPr>
            <p:ph type="sldNum" sz="quarter" idx="5"/>
          </p:nvPr>
        </p:nvSpPr>
        <p:spPr/>
        <p:txBody>
          <a:bodyPr/>
          <a:lstStyle/>
          <a:p>
            <a:fld id="{CA8FE167-CB1E-4E0D-AC2E-9CC69FCB4846}" type="slidenum">
              <a:rPr lang="en-US" smtClean="0"/>
              <a:t>4</a:t>
            </a:fld>
            <a:endParaRPr lang="en-US"/>
          </a:p>
        </p:txBody>
      </p:sp>
    </p:spTree>
    <p:extLst>
      <p:ext uri="{BB962C8B-B14F-4D97-AF65-F5344CB8AC3E}">
        <p14:creationId xmlns:p14="http://schemas.microsoft.com/office/powerpoint/2010/main" val="250984931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BE0916-DC23-3DB5-F0EB-96E903E0A52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A921C30-60AB-06EE-26C6-E7705BB2C5A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5ECF434-BD78-7FC7-658C-7A8FE1017EA9}"/>
              </a:ext>
            </a:extLst>
          </p:cNvPr>
          <p:cNvSpPr>
            <a:spLocks noGrp="1"/>
          </p:cNvSpPr>
          <p:nvPr>
            <p:ph type="dt" sz="half" idx="10"/>
          </p:nvPr>
        </p:nvSpPr>
        <p:spPr/>
        <p:txBody>
          <a:bodyPr/>
          <a:lstStyle/>
          <a:p>
            <a:fld id="{CDEEA7E5-43D2-49DE-B413-BCF6ACFC9E71}" type="datetimeFigureOut">
              <a:rPr lang="en-US" smtClean="0"/>
              <a:t>6/29/2025</a:t>
            </a:fld>
            <a:endParaRPr lang="en-US"/>
          </a:p>
        </p:txBody>
      </p:sp>
      <p:sp>
        <p:nvSpPr>
          <p:cNvPr id="5" name="Footer Placeholder 4">
            <a:extLst>
              <a:ext uri="{FF2B5EF4-FFF2-40B4-BE49-F238E27FC236}">
                <a16:creationId xmlns:a16="http://schemas.microsoft.com/office/drawing/2014/main" id="{63021C11-B451-58DC-8F07-AFAE79C6494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7EC5A82-A93D-D260-B24B-2640A30A724F}"/>
              </a:ext>
            </a:extLst>
          </p:cNvPr>
          <p:cNvSpPr>
            <a:spLocks noGrp="1"/>
          </p:cNvSpPr>
          <p:nvPr>
            <p:ph type="sldNum" sz="quarter" idx="12"/>
          </p:nvPr>
        </p:nvSpPr>
        <p:spPr/>
        <p:txBody>
          <a:bodyPr/>
          <a:lstStyle/>
          <a:p>
            <a:fld id="{E11EF7DC-E362-4FC1-9790-74E2368E3E03}" type="slidenum">
              <a:rPr lang="en-US" smtClean="0"/>
              <a:t>‹#›</a:t>
            </a:fld>
            <a:endParaRPr lang="en-US"/>
          </a:p>
        </p:txBody>
      </p:sp>
    </p:spTree>
    <p:extLst>
      <p:ext uri="{BB962C8B-B14F-4D97-AF65-F5344CB8AC3E}">
        <p14:creationId xmlns:p14="http://schemas.microsoft.com/office/powerpoint/2010/main" val="38452987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FC4333-36C4-7678-07EA-EACB65B3B0B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7DD9E84-4352-BD16-86C4-8FD7FF4D36D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C78A8EB-1858-13C0-D6C5-E1A088CF0AB4}"/>
              </a:ext>
            </a:extLst>
          </p:cNvPr>
          <p:cNvSpPr>
            <a:spLocks noGrp="1"/>
          </p:cNvSpPr>
          <p:nvPr>
            <p:ph type="dt" sz="half" idx="10"/>
          </p:nvPr>
        </p:nvSpPr>
        <p:spPr/>
        <p:txBody>
          <a:bodyPr/>
          <a:lstStyle/>
          <a:p>
            <a:fld id="{CDEEA7E5-43D2-49DE-B413-BCF6ACFC9E71}" type="datetimeFigureOut">
              <a:rPr lang="en-US" smtClean="0"/>
              <a:t>6/29/2025</a:t>
            </a:fld>
            <a:endParaRPr lang="en-US"/>
          </a:p>
        </p:txBody>
      </p:sp>
      <p:sp>
        <p:nvSpPr>
          <p:cNvPr id="5" name="Footer Placeholder 4">
            <a:extLst>
              <a:ext uri="{FF2B5EF4-FFF2-40B4-BE49-F238E27FC236}">
                <a16:creationId xmlns:a16="http://schemas.microsoft.com/office/drawing/2014/main" id="{764F0AFE-804C-9032-F783-58A8E30D3D5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A27C33B-3AED-3BBF-E4DA-0CBDDBD52076}"/>
              </a:ext>
            </a:extLst>
          </p:cNvPr>
          <p:cNvSpPr>
            <a:spLocks noGrp="1"/>
          </p:cNvSpPr>
          <p:nvPr>
            <p:ph type="sldNum" sz="quarter" idx="12"/>
          </p:nvPr>
        </p:nvSpPr>
        <p:spPr/>
        <p:txBody>
          <a:bodyPr/>
          <a:lstStyle/>
          <a:p>
            <a:fld id="{E11EF7DC-E362-4FC1-9790-74E2368E3E03}" type="slidenum">
              <a:rPr lang="en-US" smtClean="0"/>
              <a:t>‹#›</a:t>
            </a:fld>
            <a:endParaRPr lang="en-US"/>
          </a:p>
        </p:txBody>
      </p:sp>
    </p:spTree>
    <p:extLst>
      <p:ext uri="{BB962C8B-B14F-4D97-AF65-F5344CB8AC3E}">
        <p14:creationId xmlns:p14="http://schemas.microsoft.com/office/powerpoint/2010/main" val="1868694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316F6B-41FA-7E1E-8E3B-4989E51961F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538F46C-B22F-9B8D-0160-85D9EA4F87A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1FA5E1D-D74B-9CF8-A45B-520426C53CB4}"/>
              </a:ext>
            </a:extLst>
          </p:cNvPr>
          <p:cNvSpPr>
            <a:spLocks noGrp="1"/>
          </p:cNvSpPr>
          <p:nvPr>
            <p:ph type="dt" sz="half" idx="10"/>
          </p:nvPr>
        </p:nvSpPr>
        <p:spPr/>
        <p:txBody>
          <a:bodyPr/>
          <a:lstStyle/>
          <a:p>
            <a:fld id="{CDEEA7E5-43D2-49DE-B413-BCF6ACFC9E71}" type="datetimeFigureOut">
              <a:rPr lang="en-US" smtClean="0"/>
              <a:t>6/29/2025</a:t>
            </a:fld>
            <a:endParaRPr lang="en-US"/>
          </a:p>
        </p:txBody>
      </p:sp>
      <p:sp>
        <p:nvSpPr>
          <p:cNvPr id="5" name="Footer Placeholder 4">
            <a:extLst>
              <a:ext uri="{FF2B5EF4-FFF2-40B4-BE49-F238E27FC236}">
                <a16:creationId xmlns:a16="http://schemas.microsoft.com/office/drawing/2014/main" id="{8B71BC9B-BBED-B330-7AE0-CF13A357A76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07D40B7-BBF4-FA4A-6070-86B648D37315}"/>
              </a:ext>
            </a:extLst>
          </p:cNvPr>
          <p:cNvSpPr>
            <a:spLocks noGrp="1"/>
          </p:cNvSpPr>
          <p:nvPr>
            <p:ph type="sldNum" sz="quarter" idx="12"/>
          </p:nvPr>
        </p:nvSpPr>
        <p:spPr/>
        <p:txBody>
          <a:bodyPr/>
          <a:lstStyle/>
          <a:p>
            <a:fld id="{E11EF7DC-E362-4FC1-9790-74E2368E3E03}" type="slidenum">
              <a:rPr lang="en-US" smtClean="0"/>
              <a:t>‹#›</a:t>
            </a:fld>
            <a:endParaRPr lang="en-US"/>
          </a:p>
        </p:txBody>
      </p:sp>
    </p:spTree>
    <p:extLst>
      <p:ext uri="{BB962C8B-B14F-4D97-AF65-F5344CB8AC3E}">
        <p14:creationId xmlns:p14="http://schemas.microsoft.com/office/powerpoint/2010/main" val="21065958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66FD9B-49CE-CC5A-8013-7646B670404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DE1481B-D953-0EFB-0CEA-EBC0DE05FE3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238B380-8B8B-D564-CE1D-572E4E5A594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390AFFD-7115-E8E8-037C-3C449719D762}"/>
              </a:ext>
            </a:extLst>
          </p:cNvPr>
          <p:cNvSpPr>
            <a:spLocks noGrp="1"/>
          </p:cNvSpPr>
          <p:nvPr>
            <p:ph type="dt" sz="half" idx="10"/>
          </p:nvPr>
        </p:nvSpPr>
        <p:spPr/>
        <p:txBody>
          <a:bodyPr/>
          <a:lstStyle/>
          <a:p>
            <a:fld id="{CDEEA7E5-43D2-49DE-B413-BCF6ACFC9E71}" type="datetimeFigureOut">
              <a:rPr lang="en-US" smtClean="0"/>
              <a:t>6/29/2025</a:t>
            </a:fld>
            <a:endParaRPr lang="en-US"/>
          </a:p>
        </p:txBody>
      </p:sp>
      <p:sp>
        <p:nvSpPr>
          <p:cNvPr id="6" name="Footer Placeholder 5">
            <a:extLst>
              <a:ext uri="{FF2B5EF4-FFF2-40B4-BE49-F238E27FC236}">
                <a16:creationId xmlns:a16="http://schemas.microsoft.com/office/drawing/2014/main" id="{52E7CB1F-5B94-647C-4C1D-D2149E77493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22DDED9-901E-6AB7-CA21-B6A2DB5A7AF6}"/>
              </a:ext>
            </a:extLst>
          </p:cNvPr>
          <p:cNvSpPr>
            <a:spLocks noGrp="1"/>
          </p:cNvSpPr>
          <p:nvPr>
            <p:ph type="sldNum" sz="quarter" idx="12"/>
          </p:nvPr>
        </p:nvSpPr>
        <p:spPr/>
        <p:txBody>
          <a:bodyPr/>
          <a:lstStyle/>
          <a:p>
            <a:fld id="{E11EF7DC-E362-4FC1-9790-74E2368E3E03}" type="slidenum">
              <a:rPr lang="en-US" smtClean="0"/>
              <a:t>‹#›</a:t>
            </a:fld>
            <a:endParaRPr lang="en-US"/>
          </a:p>
        </p:txBody>
      </p:sp>
    </p:spTree>
    <p:extLst>
      <p:ext uri="{BB962C8B-B14F-4D97-AF65-F5344CB8AC3E}">
        <p14:creationId xmlns:p14="http://schemas.microsoft.com/office/powerpoint/2010/main" val="10482896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174397-F142-4539-2418-D2DE56AD46B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CB4F031-445C-6FDC-E787-94D1FBD8421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D989A0B-421C-C001-AB41-0B9D06EC5BA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C7584E7-E98C-153A-D097-FD1999B6C31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2F245DD-4432-5F63-7469-0E338EE29B2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03B2DB0-71DB-2C51-774F-FF07AE862455}"/>
              </a:ext>
            </a:extLst>
          </p:cNvPr>
          <p:cNvSpPr>
            <a:spLocks noGrp="1"/>
          </p:cNvSpPr>
          <p:nvPr>
            <p:ph type="dt" sz="half" idx="10"/>
          </p:nvPr>
        </p:nvSpPr>
        <p:spPr/>
        <p:txBody>
          <a:bodyPr/>
          <a:lstStyle/>
          <a:p>
            <a:fld id="{CDEEA7E5-43D2-49DE-B413-BCF6ACFC9E71}" type="datetimeFigureOut">
              <a:rPr lang="en-US" smtClean="0"/>
              <a:t>6/29/2025</a:t>
            </a:fld>
            <a:endParaRPr lang="en-US"/>
          </a:p>
        </p:txBody>
      </p:sp>
      <p:sp>
        <p:nvSpPr>
          <p:cNvPr id="8" name="Footer Placeholder 7">
            <a:extLst>
              <a:ext uri="{FF2B5EF4-FFF2-40B4-BE49-F238E27FC236}">
                <a16:creationId xmlns:a16="http://schemas.microsoft.com/office/drawing/2014/main" id="{FFD7B3D5-DCA3-B825-F831-DC267F92D46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A39694D-2B73-ED38-B47A-1E128BC36C7C}"/>
              </a:ext>
            </a:extLst>
          </p:cNvPr>
          <p:cNvSpPr>
            <a:spLocks noGrp="1"/>
          </p:cNvSpPr>
          <p:nvPr>
            <p:ph type="sldNum" sz="quarter" idx="12"/>
          </p:nvPr>
        </p:nvSpPr>
        <p:spPr/>
        <p:txBody>
          <a:bodyPr/>
          <a:lstStyle/>
          <a:p>
            <a:fld id="{E11EF7DC-E362-4FC1-9790-74E2368E3E03}" type="slidenum">
              <a:rPr lang="en-US" smtClean="0"/>
              <a:t>‹#›</a:t>
            </a:fld>
            <a:endParaRPr lang="en-US"/>
          </a:p>
        </p:txBody>
      </p:sp>
    </p:spTree>
    <p:extLst>
      <p:ext uri="{BB962C8B-B14F-4D97-AF65-F5344CB8AC3E}">
        <p14:creationId xmlns:p14="http://schemas.microsoft.com/office/powerpoint/2010/main" val="32515266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ED3DB0-7538-30F5-4AE1-1BD58D645BC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E751BF6-66AE-687F-2702-32C2967BD5A2}"/>
              </a:ext>
            </a:extLst>
          </p:cNvPr>
          <p:cNvSpPr>
            <a:spLocks noGrp="1"/>
          </p:cNvSpPr>
          <p:nvPr>
            <p:ph type="dt" sz="half" idx="10"/>
          </p:nvPr>
        </p:nvSpPr>
        <p:spPr/>
        <p:txBody>
          <a:bodyPr/>
          <a:lstStyle/>
          <a:p>
            <a:fld id="{CDEEA7E5-43D2-49DE-B413-BCF6ACFC9E71}" type="datetimeFigureOut">
              <a:rPr lang="en-US" smtClean="0"/>
              <a:t>6/29/2025</a:t>
            </a:fld>
            <a:endParaRPr lang="en-US"/>
          </a:p>
        </p:txBody>
      </p:sp>
      <p:sp>
        <p:nvSpPr>
          <p:cNvPr id="4" name="Footer Placeholder 3">
            <a:extLst>
              <a:ext uri="{FF2B5EF4-FFF2-40B4-BE49-F238E27FC236}">
                <a16:creationId xmlns:a16="http://schemas.microsoft.com/office/drawing/2014/main" id="{20746C1E-74CC-1778-1DCB-8838AF66801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AFAA79C-1F9A-D4E2-597C-CD4BDE1A67E4}"/>
              </a:ext>
            </a:extLst>
          </p:cNvPr>
          <p:cNvSpPr>
            <a:spLocks noGrp="1"/>
          </p:cNvSpPr>
          <p:nvPr>
            <p:ph type="sldNum" sz="quarter" idx="12"/>
          </p:nvPr>
        </p:nvSpPr>
        <p:spPr/>
        <p:txBody>
          <a:bodyPr/>
          <a:lstStyle/>
          <a:p>
            <a:fld id="{E11EF7DC-E362-4FC1-9790-74E2368E3E03}" type="slidenum">
              <a:rPr lang="en-US" smtClean="0"/>
              <a:t>‹#›</a:t>
            </a:fld>
            <a:endParaRPr lang="en-US"/>
          </a:p>
        </p:txBody>
      </p:sp>
    </p:spTree>
    <p:extLst>
      <p:ext uri="{BB962C8B-B14F-4D97-AF65-F5344CB8AC3E}">
        <p14:creationId xmlns:p14="http://schemas.microsoft.com/office/powerpoint/2010/main" val="39857136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004917F-51CA-ACAF-BC41-121FCD6A847F}"/>
              </a:ext>
            </a:extLst>
          </p:cNvPr>
          <p:cNvSpPr>
            <a:spLocks noGrp="1"/>
          </p:cNvSpPr>
          <p:nvPr>
            <p:ph type="dt" sz="half" idx="10"/>
          </p:nvPr>
        </p:nvSpPr>
        <p:spPr/>
        <p:txBody>
          <a:bodyPr/>
          <a:lstStyle/>
          <a:p>
            <a:fld id="{CDEEA7E5-43D2-49DE-B413-BCF6ACFC9E71}" type="datetimeFigureOut">
              <a:rPr lang="en-US" smtClean="0"/>
              <a:t>6/29/2025</a:t>
            </a:fld>
            <a:endParaRPr lang="en-US"/>
          </a:p>
        </p:txBody>
      </p:sp>
      <p:sp>
        <p:nvSpPr>
          <p:cNvPr id="3" name="Footer Placeholder 2">
            <a:extLst>
              <a:ext uri="{FF2B5EF4-FFF2-40B4-BE49-F238E27FC236}">
                <a16:creationId xmlns:a16="http://schemas.microsoft.com/office/drawing/2014/main" id="{B3D3272E-37F5-A11C-677C-EF9DAED70D4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218235B-F5B6-C5E8-D198-4E8176C0A306}"/>
              </a:ext>
            </a:extLst>
          </p:cNvPr>
          <p:cNvSpPr>
            <a:spLocks noGrp="1"/>
          </p:cNvSpPr>
          <p:nvPr>
            <p:ph type="sldNum" sz="quarter" idx="12"/>
          </p:nvPr>
        </p:nvSpPr>
        <p:spPr/>
        <p:txBody>
          <a:bodyPr/>
          <a:lstStyle/>
          <a:p>
            <a:fld id="{E11EF7DC-E362-4FC1-9790-74E2368E3E03}" type="slidenum">
              <a:rPr lang="en-US" smtClean="0"/>
              <a:t>‹#›</a:t>
            </a:fld>
            <a:endParaRPr lang="en-US"/>
          </a:p>
        </p:txBody>
      </p:sp>
    </p:spTree>
    <p:extLst>
      <p:ext uri="{BB962C8B-B14F-4D97-AF65-F5344CB8AC3E}">
        <p14:creationId xmlns:p14="http://schemas.microsoft.com/office/powerpoint/2010/main" val="15443237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71D15C-7C4C-2FFC-8BC1-F843CB20A3F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EF5FF4D-4A46-02A2-8EBE-7DCBD4190A5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18D4218-6230-5FD0-9A7A-8DBC1761091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243712A-AC99-B12A-3266-8894FA2F8354}"/>
              </a:ext>
            </a:extLst>
          </p:cNvPr>
          <p:cNvSpPr>
            <a:spLocks noGrp="1"/>
          </p:cNvSpPr>
          <p:nvPr>
            <p:ph type="dt" sz="half" idx="10"/>
          </p:nvPr>
        </p:nvSpPr>
        <p:spPr/>
        <p:txBody>
          <a:bodyPr/>
          <a:lstStyle/>
          <a:p>
            <a:fld id="{CDEEA7E5-43D2-49DE-B413-BCF6ACFC9E71}" type="datetimeFigureOut">
              <a:rPr lang="en-US" smtClean="0"/>
              <a:t>6/29/2025</a:t>
            </a:fld>
            <a:endParaRPr lang="en-US"/>
          </a:p>
        </p:txBody>
      </p:sp>
      <p:sp>
        <p:nvSpPr>
          <p:cNvPr id="6" name="Footer Placeholder 5">
            <a:extLst>
              <a:ext uri="{FF2B5EF4-FFF2-40B4-BE49-F238E27FC236}">
                <a16:creationId xmlns:a16="http://schemas.microsoft.com/office/drawing/2014/main" id="{E0EBCFD7-39A1-F924-9645-459D31A374B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7F0CB1C-5750-6CBC-9B48-600592F07C74}"/>
              </a:ext>
            </a:extLst>
          </p:cNvPr>
          <p:cNvSpPr>
            <a:spLocks noGrp="1"/>
          </p:cNvSpPr>
          <p:nvPr>
            <p:ph type="sldNum" sz="quarter" idx="12"/>
          </p:nvPr>
        </p:nvSpPr>
        <p:spPr/>
        <p:txBody>
          <a:bodyPr/>
          <a:lstStyle/>
          <a:p>
            <a:fld id="{E11EF7DC-E362-4FC1-9790-74E2368E3E03}" type="slidenum">
              <a:rPr lang="en-US" smtClean="0"/>
              <a:t>‹#›</a:t>
            </a:fld>
            <a:endParaRPr lang="en-US"/>
          </a:p>
        </p:txBody>
      </p:sp>
    </p:spTree>
    <p:extLst>
      <p:ext uri="{BB962C8B-B14F-4D97-AF65-F5344CB8AC3E}">
        <p14:creationId xmlns:p14="http://schemas.microsoft.com/office/powerpoint/2010/main" val="3194998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80AE81-A707-A839-248C-7B6F7C06E94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EF938E3-F01B-C8D5-66AF-27380E9B96B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C851D42-DBE7-93D6-A9DC-4A17F9F9358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FE5571C-120A-E485-DA8B-D3C29E2253D3}"/>
              </a:ext>
            </a:extLst>
          </p:cNvPr>
          <p:cNvSpPr>
            <a:spLocks noGrp="1"/>
          </p:cNvSpPr>
          <p:nvPr>
            <p:ph type="dt" sz="half" idx="10"/>
          </p:nvPr>
        </p:nvSpPr>
        <p:spPr/>
        <p:txBody>
          <a:bodyPr/>
          <a:lstStyle/>
          <a:p>
            <a:fld id="{CDEEA7E5-43D2-49DE-B413-BCF6ACFC9E71}" type="datetimeFigureOut">
              <a:rPr lang="en-US" smtClean="0"/>
              <a:t>6/29/2025</a:t>
            </a:fld>
            <a:endParaRPr lang="en-US"/>
          </a:p>
        </p:txBody>
      </p:sp>
      <p:sp>
        <p:nvSpPr>
          <p:cNvPr id="6" name="Footer Placeholder 5">
            <a:extLst>
              <a:ext uri="{FF2B5EF4-FFF2-40B4-BE49-F238E27FC236}">
                <a16:creationId xmlns:a16="http://schemas.microsoft.com/office/drawing/2014/main" id="{EDC4F773-E2D8-CCC9-5F72-02BEAC8D823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61FD967-62C2-157D-9631-AD14DD52C3CC}"/>
              </a:ext>
            </a:extLst>
          </p:cNvPr>
          <p:cNvSpPr>
            <a:spLocks noGrp="1"/>
          </p:cNvSpPr>
          <p:nvPr>
            <p:ph type="sldNum" sz="quarter" idx="12"/>
          </p:nvPr>
        </p:nvSpPr>
        <p:spPr/>
        <p:txBody>
          <a:bodyPr/>
          <a:lstStyle/>
          <a:p>
            <a:fld id="{E11EF7DC-E362-4FC1-9790-74E2368E3E03}" type="slidenum">
              <a:rPr lang="en-US" smtClean="0"/>
              <a:t>‹#›</a:t>
            </a:fld>
            <a:endParaRPr lang="en-US"/>
          </a:p>
        </p:txBody>
      </p:sp>
    </p:spTree>
    <p:extLst>
      <p:ext uri="{BB962C8B-B14F-4D97-AF65-F5344CB8AC3E}">
        <p14:creationId xmlns:p14="http://schemas.microsoft.com/office/powerpoint/2010/main" val="34567627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F22FA1-B59B-3647-00DF-476A2D29288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D1D370E-EDBB-3C16-D92A-8EFED38239A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991F88F-02BE-8BA1-2D3F-EE965DACB099}"/>
              </a:ext>
            </a:extLst>
          </p:cNvPr>
          <p:cNvSpPr>
            <a:spLocks noGrp="1"/>
          </p:cNvSpPr>
          <p:nvPr>
            <p:ph type="dt" sz="half" idx="10"/>
          </p:nvPr>
        </p:nvSpPr>
        <p:spPr/>
        <p:txBody>
          <a:bodyPr/>
          <a:lstStyle/>
          <a:p>
            <a:fld id="{CDEEA7E5-43D2-49DE-B413-BCF6ACFC9E71}" type="datetimeFigureOut">
              <a:rPr lang="en-US" smtClean="0"/>
              <a:t>6/29/2025</a:t>
            </a:fld>
            <a:endParaRPr lang="en-US"/>
          </a:p>
        </p:txBody>
      </p:sp>
      <p:sp>
        <p:nvSpPr>
          <p:cNvPr id="5" name="Footer Placeholder 4">
            <a:extLst>
              <a:ext uri="{FF2B5EF4-FFF2-40B4-BE49-F238E27FC236}">
                <a16:creationId xmlns:a16="http://schemas.microsoft.com/office/drawing/2014/main" id="{97BC26D0-86C7-E100-AC39-1DC16C9B367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DEEC0FB-C738-A9ED-E07C-3E6E4AC5DD69}"/>
              </a:ext>
            </a:extLst>
          </p:cNvPr>
          <p:cNvSpPr>
            <a:spLocks noGrp="1"/>
          </p:cNvSpPr>
          <p:nvPr>
            <p:ph type="sldNum" sz="quarter" idx="12"/>
          </p:nvPr>
        </p:nvSpPr>
        <p:spPr/>
        <p:txBody>
          <a:bodyPr/>
          <a:lstStyle/>
          <a:p>
            <a:fld id="{E11EF7DC-E362-4FC1-9790-74E2368E3E03}" type="slidenum">
              <a:rPr lang="en-US" smtClean="0"/>
              <a:t>‹#›</a:t>
            </a:fld>
            <a:endParaRPr lang="en-US"/>
          </a:p>
        </p:txBody>
      </p:sp>
    </p:spTree>
    <p:extLst>
      <p:ext uri="{BB962C8B-B14F-4D97-AF65-F5344CB8AC3E}">
        <p14:creationId xmlns:p14="http://schemas.microsoft.com/office/powerpoint/2010/main" val="5861750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822377A-1FF7-62B3-85C8-6A15F1FFB81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3269641-9898-F352-7311-04208D8BED0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7B74A65-0A86-CD5E-9CC3-E7F939BC1A13}"/>
              </a:ext>
            </a:extLst>
          </p:cNvPr>
          <p:cNvSpPr>
            <a:spLocks noGrp="1"/>
          </p:cNvSpPr>
          <p:nvPr>
            <p:ph type="dt" sz="half" idx="10"/>
          </p:nvPr>
        </p:nvSpPr>
        <p:spPr/>
        <p:txBody>
          <a:bodyPr/>
          <a:lstStyle/>
          <a:p>
            <a:fld id="{CDEEA7E5-43D2-49DE-B413-BCF6ACFC9E71}" type="datetimeFigureOut">
              <a:rPr lang="en-US" smtClean="0"/>
              <a:t>6/29/2025</a:t>
            </a:fld>
            <a:endParaRPr lang="en-US"/>
          </a:p>
        </p:txBody>
      </p:sp>
      <p:sp>
        <p:nvSpPr>
          <p:cNvPr id="5" name="Footer Placeholder 4">
            <a:extLst>
              <a:ext uri="{FF2B5EF4-FFF2-40B4-BE49-F238E27FC236}">
                <a16:creationId xmlns:a16="http://schemas.microsoft.com/office/drawing/2014/main" id="{528D40CE-9EBB-B99D-5CA0-A9D9C87749F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349B973-37F6-A153-6436-0B239EAB0DE8}"/>
              </a:ext>
            </a:extLst>
          </p:cNvPr>
          <p:cNvSpPr>
            <a:spLocks noGrp="1"/>
          </p:cNvSpPr>
          <p:nvPr>
            <p:ph type="sldNum" sz="quarter" idx="12"/>
          </p:nvPr>
        </p:nvSpPr>
        <p:spPr/>
        <p:txBody>
          <a:bodyPr/>
          <a:lstStyle/>
          <a:p>
            <a:fld id="{E11EF7DC-E362-4FC1-9790-74E2368E3E03}" type="slidenum">
              <a:rPr lang="en-US" smtClean="0"/>
              <a:t>‹#›</a:t>
            </a:fld>
            <a:endParaRPr lang="en-US"/>
          </a:p>
        </p:txBody>
      </p:sp>
    </p:spTree>
    <p:extLst>
      <p:ext uri="{BB962C8B-B14F-4D97-AF65-F5344CB8AC3E}">
        <p14:creationId xmlns:p14="http://schemas.microsoft.com/office/powerpoint/2010/main" val="17424558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D0EAAB1-3E85-6951-4961-DC41FDD6A5A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9C03BF1-1268-D260-66E8-B42B54AC5AF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141135A-0200-695B-4119-73CF97A9B22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DEEA7E5-43D2-49DE-B413-BCF6ACFC9E71}" type="datetimeFigureOut">
              <a:rPr lang="en-US" smtClean="0"/>
              <a:t>6/29/2025</a:t>
            </a:fld>
            <a:endParaRPr lang="en-US"/>
          </a:p>
        </p:txBody>
      </p:sp>
      <p:sp>
        <p:nvSpPr>
          <p:cNvPr id="5" name="Footer Placeholder 4">
            <a:extLst>
              <a:ext uri="{FF2B5EF4-FFF2-40B4-BE49-F238E27FC236}">
                <a16:creationId xmlns:a16="http://schemas.microsoft.com/office/drawing/2014/main" id="{319C8274-97C2-FBE2-3EA9-FF7F1B52B3F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B90A4BCC-B68E-CE8A-6B01-AAA55A962F5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11EF7DC-E362-4FC1-9790-74E2368E3E03}" type="slidenum">
              <a:rPr lang="en-US" smtClean="0"/>
              <a:t>‹#›</a:t>
            </a:fld>
            <a:endParaRPr lang="en-US"/>
          </a:p>
        </p:txBody>
      </p:sp>
    </p:spTree>
    <p:extLst>
      <p:ext uri="{BB962C8B-B14F-4D97-AF65-F5344CB8AC3E}">
        <p14:creationId xmlns:p14="http://schemas.microsoft.com/office/powerpoint/2010/main" val="313687116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xml"/><Relationship Id="rId1" Type="http://schemas.openxmlformats.org/officeDocument/2006/relationships/slideLayout" Target="../slideLayouts/slideLayout4.xml"/><Relationship Id="rId4" Type="http://schemas.openxmlformats.org/officeDocument/2006/relationships/image" Target="../media/image2.jpeg"/></Relationships>
</file>

<file path=ppt/slides/_rels/slide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3.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9B37791B-B040-4694-BFDC-8DD132D86E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3146DF21-FCA5-E85A-26D4-289C2420EE3B}"/>
              </a:ext>
            </a:extLst>
          </p:cNvPr>
          <p:cNvPicPr>
            <a:picLocks noChangeAspect="1"/>
          </p:cNvPicPr>
          <p:nvPr/>
        </p:nvPicPr>
        <p:blipFill>
          <a:blip r:embed="rId2"/>
          <a:stretch>
            <a:fillRect/>
          </a:stretch>
        </p:blipFill>
        <p:spPr>
          <a:xfrm>
            <a:off x="6981824" y="1221215"/>
            <a:ext cx="4448175" cy="1850126"/>
          </a:xfrm>
          <a:prstGeom prst="rect">
            <a:avLst/>
          </a:prstGeom>
        </p:spPr>
      </p:pic>
      <p:grpSp>
        <p:nvGrpSpPr>
          <p:cNvPr id="23" name="Group 22">
            <a:extLst>
              <a:ext uri="{FF2B5EF4-FFF2-40B4-BE49-F238E27FC236}">
                <a16:creationId xmlns:a16="http://schemas.microsoft.com/office/drawing/2014/main" id="{59A59B10-9D94-4C5B-8BF0-95928DCEB19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3296011"/>
            <a:ext cx="12192000" cy="3561989"/>
            <a:chOff x="0" y="3296011"/>
            <a:chExt cx="12192000" cy="3561989"/>
          </a:xfrm>
          <a:effectLst>
            <a:outerShdw blurRad="254000" dist="152400" dir="16200000" rotWithShape="0">
              <a:prstClr val="black">
                <a:alpha val="10000"/>
              </a:prstClr>
            </a:outerShdw>
          </a:effectLst>
        </p:grpSpPr>
        <p:grpSp>
          <p:nvGrpSpPr>
            <p:cNvPr id="13" name="Group 12">
              <a:extLst>
                <a:ext uri="{FF2B5EF4-FFF2-40B4-BE49-F238E27FC236}">
                  <a16:creationId xmlns:a16="http://schemas.microsoft.com/office/drawing/2014/main" id="{354E31B9-72DD-4DE4-B3E3-4395530BEC1A}"/>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0" y="3681702"/>
              <a:ext cx="12192000" cy="3176298"/>
              <a:chOff x="0" y="3681702"/>
              <a:chExt cx="12192000" cy="3176298"/>
            </a:xfrm>
          </p:grpSpPr>
          <p:sp>
            <p:nvSpPr>
              <p:cNvPr id="17" name="Freeform: Shape 16">
                <a:extLst>
                  <a:ext uri="{FF2B5EF4-FFF2-40B4-BE49-F238E27FC236}">
                    <a16:creationId xmlns:a16="http://schemas.microsoft.com/office/drawing/2014/main" id="{68738192-1FEA-49E1-BFF3-6D1C324A5C4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3681702"/>
                <a:ext cx="12192000" cy="3176298"/>
              </a:xfrm>
              <a:custGeom>
                <a:avLst/>
                <a:gdLst>
                  <a:gd name="connsiteX0" fmla="*/ 12192000 w 12192000"/>
                  <a:gd name="connsiteY0" fmla="*/ 0 h 3176298"/>
                  <a:gd name="connsiteX1" fmla="*/ 12192000 w 12192000"/>
                  <a:gd name="connsiteY1" fmla="*/ 3176298 h 3176298"/>
                  <a:gd name="connsiteX2" fmla="*/ 0 w 12192000"/>
                  <a:gd name="connsiteY2" fmla="*/ 3176298 h 3176298"/>
                  <a:gd name="connsiteX3" fmla="*/ 0 w 12192000"/>
                  <a:gd name="connsiteY3" fmla="*/ 2264980 h 3176298"/>
                  <a:gd name="connsiteX4" fmla="*/ 544 w 12192000"/>
                  <a:gd name="connsiteY4" fmla="*/ 2264980 h 3176298"/>
                  <a:gd name="connsiteX5" fmla="*/ 544 w 12192000"/>
                  <a:gd name="connsiteY5" fmla="*/ 2392219 h 3176298"/>
                  <a:gd name="connsiteX6" fmla="*/ 61197 w 12192000"/>
                  <a:gd name="connsiteY6" fmla="*/ 2387448 h 3176298"/>
                  <a:gd name="connsiteX7" fmla="*/ 119613 w 12192000"/>
                  <a:gd name="connsiteY7" fmla="*/ 2369945 h 3176298"/>
                  <a:gd name="connsiteX8" fmla="*/ 172384 w 12192000"/>
                  <a:gd name="connsiteY8" fmla="*/ 2347084 h 3176298"/>
                  <a:gd name="connsiteX9" fmla="*/ 274873 w 12192000"/>
                  <a:gd name="connsiteY9" fmla="*/ 2336988 h 3176298"/>
                  <a:gd name="connsiteX10" fmla="*/ 307259 w 12192000"/>
                  <a:gd name="connsiteY10" fmla="*/ 2331461 h 3176298"/>
                  <a:gd name="connsiteX11" fmla="*/ 394511 w 12192000"/>
                  <a:gd name="connsiteY11" fmla="*/ 2308601 h 3176298"/>
                  <a:gd name="connsiteX12" fmla="*/ 494337 w 12192000"/>
                  <a:gd name="connsiteY12" fmla="*/ 2268213 h 3176298"/>
                  <a:gd name="connsiteX13" fmla="*/ 546917 w 12192000"/>
                  <a:gd name="connsiteY13" fmla="*/ 2283264 h 3176298"/>
                  <a:gd name="connsiteX14" fmla="*/ 730754 w 12192000"/>
                  <a:gd name="connsiteY14" fmla="*/ 2240780 h 3176298"/>
                  <a:gd name="connsiteX15" fmla="*/ 785432 w 12192000"/>
                  <a:gd name="connsiteY15" fmla="*/ 2218682 h 3176298"/>
                  <a:gd name="connsiteX16" fmla="*/ 801053 w 12192000"/>
                  <a:gd name="connsiteY16" fmla="*/ 2204013 h 3176298"/>
                  <a:gd name="connsiteX17" fmla="*/ 858205 w 12192000"/>
                  <a:gd name="connsiteY17" fmla="*/ 2169532 h 3176298"/>
                  <a:gd name="connsiteX18" fmla="*/ 949646 w 12192000"/>
                  <a:gd name="connsiteY18" fmla="*/ 2157340 h 3176298"/>
                  <a:gd name="connsiteX19" fmla="*/ 960887 w 12192000"/>
                  <a:gd name="connsiteY19" fmla="*/ 2150099 h 3176298"/>
                  <a:gd name="connsiteX20" fmla="*/ 977653 w 12192000"/>
                  <a:gd name="connsiteY20" fmla="*/ 2138480 h 3176298"/>
                  <a:gd name="connsiteX21" fmla="*/ 1071762 w 12192000"/>
                  <a:gd name="connsiteY21" fmla="*/ 2117905 h 3176298"/>
                  <a:gd name="connsiteX22" fmla="*/ 1092527 w 12192000"/>
                  <a:gd name="connsiteY22" fmla="*/ 2111428 h 3176298"/>
                  <a:gd name="connsiteX23" fmla="*/ 1109865 w 12192000"/>
                  <a:gd name="connsiteY23" fmla="*/ 2100568 h 3176298"/>
                  <a:gd name="connsiteX24" fmla="*/ 1162823 w 12192000"/>
                  <a:gd name="connsiteY24" fmla="*/ 2075613 h 3176298"/>
                  <a:gd name="connsiteX25" fmla="*/ 1206641 w 12192000"/>
                  <a:gd name="connsiteY25" fmla="*/ 2074851 h 3176298"/>
                  <a:gd name="connsiteX26" fmla="*/ 1267411 w 12192000"/>
                  <a:gd name="connsiteY26" fmla="*/ 2060753 h 3176298"/>
                  <a:gd name="connsiteX27" fmla="*/ 1380762 w 12192000"/>
                  <a:gd name="connsiteY27" fmla="*/ 2046847 h 3176298"/>
                  <a:gd name="connsiteX28" fmla="*/ 1404006 w 12192000"/>
                  <a:gd name="connsiteY28" fmla="*/ 2038844 h 3176298"/>
                  <a:gd name="connsiteX29" fmla="*/ 1544598 w 12192000"/>
                  <a:gd name="connsiteY29" fmla="*/ 2000932 h 3176298"/>
                  <a:gd name="connsiteX30" fmla="*/ 1657188 w 12192000"/>
                  <a:gd name="connsiteY30" fmla="*/ 2001697 h 3176298"/>
                  <a:gd name="connsiteX31" fmla="*/ 1665950 w 12192000"/>
                  <a:gd name="connsiteY31" fmla="*/ 2003411 h 3176298"/>
                  <a:gd name="connsiteX32" fmla="*/ 1709006 w 12192000"/>
                  <a:gd name="connsiteY32" fmla="*/ 2015983 h 3176298"/>
                  <a:gd name="connsiteX33" fmla="*/ 1775684 w 12192000"/>
                  <a:gd name="connsiteY33" fmla="*/ 2012555 h 3176298"/>
                  <a:gd name="connsiteX34" fmla="*/ 1821596 w 12192000"/>
                  <a:gd name="connsiteY34" fmla="*/ 1995218 h 3176298"/>
                  <a:gd name="connsiteX35" fmla="*/ 1878748 w 12192000"/>
                  <a:gd name="connsiteY35" fmla="*/ 1994457 h 3176298"/>
                  <a:gd name="connsiteX36" fmla="*/ 1944092 w 12192000"/>
                  <a:gd name="connsiteY36" fmla="*/ 2005315 h 3176298"/>
                  <a:gd name="connsiteX37" fmla="*/ 1973429 w 12192000"/>
                  <a:gd name="connsiteY37" fmla="*/ 2007601 h 3176298"/>
                  <a:gd name="connsiteX38" fmla="*/ 2054013 w 12192000"/>
                  <a:gd name="connsiteY38" fmla="*/ 2030082 h 3176298"/>
                  <a:gd name="connsiteX39" fmla="*/ 2102021 w 12192000"/>
                  <a:gd name="connsiteY39" fmla="*/ 2024557 h 3176298"/>
                  <a:gd name="connsiteX40" fmla="*/ 2149267 w 12192000"/>
                  <a:gd name="connsiteY40" fmla="*/ 2009697 h 3176298"/>
                  <a:gd name="connsiteX41" fmla="*/ 2179556 w 12192000"/>
                  <a:gd name="connsiteY41" fmla="*/ 1995409 h 3176298"/>
                  <a:gd name="connsiteX42" fmla="*/ 2240710 w 12192000"/>
                  <a:gd name="connsiteY42" fmla="*/ 1985312 h 3176298"/>
                  <a:gd name="connsiteX43" fmla="*/ 2251948 w 12192000"/>
                  <a:gd name="connsiteY43" fmla="*/ 1986836 h 3176298"/>
                  <a:gd name="connsiteX44" fmla="*/ 2434456 w 12192000"/>
                  <a:gd name="connsiteY44" fmla="*/ 1999410 h 3176298"/>
                  <a:gd name="connsiteX45" fmla="*/ 2506847 w 12192000"/>
                  <a:gd name="connsiteY45" fmla="*/ 2019603 h 3176298"/>
                  <a:gd name="connsiteX46" fmla="*/ 2522279 w 12192000"/>
                  <a:gd name="connsiteY46" fmla="*/ 2022080 h 3176298"/>
                  <a:gd name="connsiteX47" fmla="*/ 2676398 w 12192000"/>
                  <a:gd name="connsiteY47" fmla="*/ 2044751 h 3176298"/>
                  <a:gd name="connsiteX48" fmla="*/ 2693543 w 12192000"/>
                  <a:gd name="connsiteY48" fmla="*/ 2045703 h 3176298"/>
                  <a:gd name="connsiteX49" fmla="*/ 2741360 w 12192000"/>
                  <a:gd name="connsiteY49" fmla="*/ 2041701 h 3176298"/>
                  <a:gd name="connsiteX50" fmla="*/ 2854140 w 12192000"/>
                  <a:gd name="connsiteY50" fmla="*/ 2082851 h 3176298"/>
                  <a:gd name="connsiteX51" fmla="*/ 2967110 w 12192000"/>
                  <a:gd name="connsiteY51" fmla="*/ 2096949 h 3176298"/>
                  <a:gd name="connsiteX52" fmla="*/ 3029216 w 12192000"/>
                  <a:gd name="connsiteY52" fmla="*/ 2096757 h 3176298"/>
                  <a:gd name="connsiteX53" fmla="*/ 3073604 w 12192000"/>
                  <a:gd name="connsiteY53" fmla="*/ 2106856 h 3176298"/>
                  <a:gd name="connsiteX54" fmla="*/ 3182763 w 12192000"/>
                  <a:gd name="connsiteY54" fmla="*/ 2137527 h 3176298"/>
                  <a:gd name="connsiteX55" fmla="*/ 3234202 w 12192000"/>
                  <a:gd name="connsiteY55" fmla="*/ 2142289 h 3176298"/>
                  <a:gd name="connsiteX56" fmla="*/ 3288877 w 12192000"/>
                  <a:gd name="connsiteY56" fmla="*/ 2152578 h 3176298"/>
                  <a:gd name="connsiteX57" fmla="*/ 3424135 w 12192000"/>
                  <a:gd name="connsiteY57" fmla="*/ 2198680 h 3176298"/>
                  <a:gd name="connsiteX58" fmla="*/ 3534629 w 12192000"/>
                  <a:gd name="connsiteY58" fmla="*/ 2196013 h 3176298"/>
                  <a:gd name="connsiteX59" fmla="*/ 3605116 w 12192000"/>
                  <a:gd name="connsiteY59" fmla="*/ 2196583 h 3176298"/>
                  <a:gd name="connsiteX60" fmla="*/ 3689131 w 12192000"/>
                  <a:gd name="connsiteY60" fmla="*/ 2211824 h 3176298"/>
                  <a:gd name="connsiteX61" fmla="*/ 3757902 w 12192000"/>
                  <a:gd name="connsiteY61" fmla="*/ 2234114 h 3176298"/>
                  <a:gd name="connsiteX62" fmla="*/ 3852966 w 12192000"/>
                  <a:gd name="connsiteY62" fmla="*/ 2251831 h 3176298"/>
                  <a:gd name="connsiteX63" fmla="*/ 3947648 w 12192000"/>
                  <a:gd name="connsiteY63" fmla="*/ 2285932 h 3176298"/>
                  <a:gd name="connsiteX64" fmla="*/ 4013753 w 12192000"/>
                  <a:gd name="connsiteY64" fmla="*/ 2312031 h 3176298"/>
                  <a:gd name="connsiteX65" fmla="*/ 4105766 w 12192000"/>
                  <a:gd name="connsiteY65" fmla="*/ 2335082 h 3176298"/>
                  <a:gd name="connsiteX66" fmla="*/ 4246551 w 12192000"/>
                  <a:gd name="connsiteY66" fmla="*/ 2351274 h 3176298"/>
                  <a:gd name="connsiteX67" fmla="*/ 4311323 w 12192000"/>
                  <a:gd name="connsiteY67" fmla="*/ 2352991 h 3176298"/>
                  <a:gd name="connsiteX68" fmla="*/ 4413817 w 12192000"/>
                  <a:gd name="connsiteY68" fmla="*/ 2390899 h 3176298"/>
                  <a:gd name="connsiteX69" fmla="*/ 4457632 w 12192000"/>
                  <a:gd name="connsiteY69" fmla="*/ 2409188 h 3176298"/>
                  <a:gd name="connsiteX70" fmla="*/ 4497068 w 12192000"/>
                  <a:gd name="connsiteY70" fmla="*/ 2393947 h 3176298"/>
                  <a:gd name="connsiteX71" fmla="*/ 4522596 w 12192000"/>
                  <a:gd name="connsiteY71" fmla="*/ 2376421 h 3176298"/>
                  <a:gd name="connsiteX72" fmla="*/ 4603368 w 12192000"/>
                  <a:gd name="connsiteY72" fmla="*/ 2391282 h 3176298"/>
                  <a:gd name="connsiteX73" fmla="*/ 4689098 w 12192000"/>
                  <a:gd name="connsiteY73" fmla="*/ 2406903 h 3176298"/>
                  <a:gd name="connsiteX74" fmla="*/ 4719697 w 12192000"/>
                  <a:gd name="connsiteY74" fmla="*/ 2413428 h 3176298"/>
                  <a:gd name="connsiteX75" fmla="*/ 4726469 w 12192000"/>
                  <a:gd name="connsiteY75" fmla="*/ 2414298 h 3176298"/>
                  <a:gd name="connsiteX76" fmla="*/ 4785776 w 12192000"/>
                  <a:gd name="connsiteY76" fmla="*/ 2414298 h 3176298"/>
                  <a:gd name="connsiteX77" fmla="*/ 4788661 w 12192000"/>
                  <a:gd name="connsiteY77" fmla="*/ 2414047 h 3176298"/>
                  <a:gd name="connsiteX78" fmla="*/ 4827024 w 12192000"/>
                  <a:gd name="connsiteY78" fmla="*/ 2408999 h 3176298"/>
                  <a:gd name="connsiteX79" fmla="*/ 4887415 w 12192000"/>
                  <a:gd name="connsiteY79" fmla="*/ 2405570 h 3176298"/>
                  <a:gd name="connsiteX80" fmla="*/ 4936184 w 12192000"/>
                  <a:gd name="connsiteY80" fmla="*/ 2395853 h 3176298"/>
                  <a:gd name="connsiteX81" fmla="*/ 4953328 w 12192000"/>
                  <a:gd name="connsiteY81" fmla="*/ 2390138 h 3176298"/>
                  <a:gd name="connsiteX82" fmla="*/ 5089162 w 12192000"/>
                  <a:gd name="connsiteY82" fmla="*/ 2345560 h 3176298"/>
                  <a:gd name="connsiteX83" fmla="*/ 5234326 w 12192000"/>
                  <a:gd name="connsiteY83" fmla="*/ 2309935 h 3176298"/>
                  <a:gd name="connsiteX84" fmla="*/ 5328438 w 12192000"/>
                  <a:gd name="connsiteY84" fmla="*/ 2332416 h 3176298"/>
                  <a:gd name="connsiteX85" fmla="*/ 5363491 w 12192000"/>
                  <a:gd name="connsiteY85" fmla="*/ 2332034 h 3176298"/>
                  <a:gd name="connsiteX86" fmla="*/ 5524660 w 12192000"/>
                  <a:gd name="connsiteY86" fmla="*/ 2337178 h 3176298"/>
                  <a:gd name="connsiteX87" fmla="*/ 5553045 w 12192000"/>
                  <a:gd name="connsiteY87" fmla="*/ 2342701 h 3176298"/>
                  <a:gd name="connsiteX88" fmla="*/ 5706401 w 12192000"/>
                  <a:gd name="connsiteY88" fmla="*/ 2320032 h 3176298"/>
                  <a:gd name="connsiteX89" fmla="*/ 5762029 w 12192000"/>
                  <a:gd name="connsiteY89" fmla="*/ 2316221 h 3176298"/>
                  <a:gd name="connsiteX90" fmla="*/ 5813276 w 12192000"/>
                  <a:gd name="connsiteY90" fmla="*/ 2309935 h 3176298"/>
                  <a:gd name="connsiteX91" fmla="*/ 5884906 w 12192000"/>
                  <a:gd name="connsiteY91" fmla="*/ 2308411 h 3176298"/>
                  <a:gd name="connsiteX92" fmla="*/ 5959204 w 12192000"/>
                  <a:gd name="connsiteY92" fmla="*/ 2311269 h 3176298"/>
                  <a:gd name="connsiteX93" fmla="*/ 6042072 w 12192000"/>
                  <a:gd name="connsiteY93" fmla="*/ 2310697 h 3176298"/>
                  <a:gd name="connsiteX94" fmla="*/ 6074842 w 12192000"/>
                  <a:gd name="connsiteY94" fmla="*/ 2305745 h 3176298"/>
                  <a:gd name="connsiteX95" fmla="*/ 6163425 w 12192000"/>
                  <a:gd name="connsiteY95" fmla="*/ 2309172 h 3176298"/>
                  <a:gd name="connsiteX96" fmla="*/ 6209909 w 12192000"/>
                  <a:gd name="connsiteY96" fmla="*/ 2303459 h 3176298"/>
                  <a:gd name="connsiteX97" fmla="*/ 6286493 w 12192000"/>
                  <a:gd name="connsiteY97" fmla="*/ 2302315 h 3176298"/>
                  <a:gd name="connsiteX98" fmla="*/ 6311449 w 12192000"/>
                  <a:gd name="connsiteY98" fmla="*/ 2300980 h 3176298"/>
                  <a:gd name="connsiteX99" fmla="*/ 6333739 w 12192000"/>
                  <a:gd name="connsiteY99" fmla="*/ 2300218 h 3176298"/>
                  <a:gd name="connsiteX100" fmla="*/ 6410131 w 12192000"/>
                  <a:gd name="connsiteY100" fmla="*/ 2315841 h 3176298"/>
                  <a:gd name="connsiteX101" fmla="*/ 6477951 w 12192000"/>
                  <a:gd name="connsiteY101" fmla="*/ 2316793 h 3176298"/>
                  <a:gd name="connsiteX102" fmla="*/ 6596828 w 12192000"/>
                  <a:gd name="connsiteY102" fmla="*/ 2329368 h 3176298"/>
                  <a:gd name="connsiteX103" fmla="*/ 6623118 w 12192000"/>
                  <a:gd name="connsiteY103" fmla="*/ 2324985 h 3176298"/>
                  <a:gd name="connsiteX104" fmla="*/ 6705417 w 12192000"/>
                  <a:gd name="connsiteY104" fmla="*/ 2323272 h 3176298"/>
                  <a:gd name="connsiteX105" fmla="*/ 6752283 w 12192000"/>
                  <a:gd name="connsiteY105" fmla="*/ 2321937 h 3176298"/>
                  <a:gd name="connsiteX106" fmla="*/ 6810195 w 12192000"/>
                  <a:gd name="connsiteY106" fmla="*/ 2331082 h 3176298"/>
                  <a:gd name="connsiteX107" fmla="*/ 6910782 w 12192000"/>
                  <a:gd name="connsiteY107" fmla="*/ 2350512 h 3176298"/>
                  <a:gd name="connsiteX108" fmla="*/ 6937263 w 12192000"/>
                  <a:gd name="connsiteY108" fmla="*/ 2353561 h 3176298"/>
                  <a:gd name="connsiteX109" fmla="*/ 6985653 w 12192000"/>
                  <a:gd name="connsiteY109" fmla="*/ 2362897 h 3176298"/>
                  <a:gd name="connsiteX110" fmla="*/ 6994415 w 12192000"/>
                  <a:gd name="connsiteY110" fmla="*/ 2364611 h 3176298"/>
                  <a:gd name="connsiteX111" fmla="*/ 7068141 w 12192000"/>
                  <a:gd name="connsiteY111" fmla="*/ 2388234 h 3176298"/>
                  <a:gd name="connsiteX112" fmla="*/ 7106432 w 12192000"/>
                  <a:gd name="connsiteY112" fmla="*/ 2390138 h 3176298"/>
                  <a:gd name="connsiteX113" fmla="*/ 7216547 w 12192000"/>
                  <a:gd name="connsiteY113" fmla="*/ 2390330 h 3176298"/>
                  <a:gd name="connsiteX114" fmla="*/ 7263220 w 12192000"/>
                  <a:gd name="connsiteY114" fmla="*/ 2386709 h 3176298"/>
                  <a:gd name="connsiteX115" fmla="*/ 7375428 w 12192000"/>
                  <a:gd name="connsiteY115" fmla="*/ 2372803 h 3176298"/>
                  <a:gd name="connsiteX116" fmla="*/ 7445916 w 12192000"/>
                  <a:gd name="connsiteY116" fmla="*/ 2365945 h 3176298"/>
                  <a:gd name="connsiteX117" fmla="*/ 7526880 w 12192000"/>
                  <a:gd name="connsiteY117" fmla="*/ 2355084 h 3176298"/>
                  <a:gd name="connsiteX118" fmla="*/ 7619655 w 12192000"/>
                  <a:gd name="connsiteY118" fmla="*/ 2348226 h 3176298"/>
                  <a:gd name="connsiteX119" fmla="*/ 7788636 w 12192000"/>
                  <a:gd name="connsiteY119" fmla="*/ 2327461 h 3176298"/>
                  <a:gd name="connsiteX120" fmla="*/ 7952280 w 12192000"/>
                  <a:gd name="connsiteY120" fmla="*/ 2305935 h 3176298"/>
                  <a:gd name="connsiteX121" fmla="*/ 8019339 w 12192000"/>
                  <a:gd name="connsiteY121" fmla="*/ 2286884 h 3176298"/>
                  <a:gd name="connsiteX122" fmla="*/ 8137835 w 12192000"/>
                  <a:gd name="connsiteY122" fmla="*/ 2259832 h 3176298"/>
                  <a:gd name="connsiteX123" fmla="*/ 8189651 w 12192000"/>
                  <a:gd name="connsiteY123" fmla="*/ 2243639 h 3176298"/>
                  <a:gd name="connsiteX124" fmla="*/ 8313671 w 12192000"/>
                  <a:gd name="connsiteY124" fmla="*/ 2209920 h 3176298"/>
                  <a:gd name="connsiteX125" fmla="*/ 8459979 w 12192000"/>
                  <a:gd name="connsiteY125" fmla="*/ 2158864 h 3176298"/>
                  <a:gd name="connsiteX126" fmla="*/ 8516369 w 12192000"/>
                  <a:gd name="connsiteY126" fmla="*/ 2144003 h 3176298"/>
                  <a:gd name="connsiteX127" fmla="*/ 8657726 w 12192000"/>
                  <a:gd name="connsiteY127" fmla="*/ 2106284 h 3176298"/>
                  <a:gd name="connsiteX128" fmla="*/ 8711448 w 12192000"/>
                  <a:gd name="connsiteY128" fmla="*/ 2098664 h 3176298"/>
                  <a:gd name="connsiteX129" fmla="*/ 8772219 w 12192000"/>
                  <a:gd name="connsiteY129" fmla="*/ 2082280 h 3176298"/>
                  <a:gd name="connsiteX130" fmla="*/ 8845565 w 12192000"/>
                  <a:gd name="connsiteY130" fmla="*/ 2053705 h 3176298"/>
                  <a:gd name="connsiteX131" fmla="*/ 8967871 w 12192000"/>
                  <a:gd name="connsiteY131" fmla="*/ 2011221 h 3176298"/>
                  <a:gd name="connsiteX132" fmla="*/ 9015878 w 12192000"/>
                  <a:gd name="connsiteY132" fmla="*/ 2001124 h 3176298"/>
                  <a:gd name="connsiteX133" fmla="*/ 9234579 w 12192000"/>
                  <a:gd name="connsiteY133" fmla="*/ 1935209 h 3176298"/>
                  <a:gd name="connsiteX134" fmla="*/ 9346597 w 12192000"/>
                  <a:gd name="connsiteY134" fmla="*/ 1896917 h 3176298"/>
                  <a:gd name="connsiteX135" fmla="*/ 9416321 w 12192000"/>
                  <a:gd name="connsiteY135" fmla="*/ 1880724 h 3176298"/>
                  <a:gd name="connsiteX136" fmla="*/ 9477283 w 12192000"/>
                  <a:gd name="connsiteY136" fmla="*/ 1856149 h 3176298"/>
                  <a:gd name="connsiteX137" fmla="*/ 9666265 w 12192000"/>
                  <a:gd name="connsiteY137" fmla="*/ 1787186 h 3176298"/>
                  <a:gd name="connsiteX138" fmla="*/ 9754088 w 12192000"/>
                  <a:gd name="connsiteY138" fmla="*/ 1741464 h 3176298"/>
                  <a:gd name="connsiteX139" fmla="*/ 9899446 w 12192000"/>
                  <a:gd name="connsiteY139" fmla="*/ 1656880 h 3176298"/>
                  <a:gd name="connsiteX140" fmla="*/ 9993175 w 12192000"/>
                  <a:gd name="connsiteY140" fmla="*/ 1576487 h 3176298"/>
                  <a:gd name="connsiteX141" fmla="*/ 10044230 w 12192000"/>
                  <a:gd name="connsiteY141" fmla="*/ 1540480 h 3176298"/>
                  <a:gd name="connsiteX142" fmla="*/ 10131863 w 12192000"/>
                  <a:gd name="connsiteY142" fmla="*/ 1485613 h 3176298"/>
                  <a:gd name="connsiteX143" fmla="*/ 10242357 w 12192000"/>
                  <a:gd name="connsiteY143" fmla="*/ 1410555 h 3176298"/>
                  <a:gd name="connsiteX144" fmla="*/ 10363709 w 12192000"/>
                  <a:gd name="connsiteY144" fmla="*/ 1359499 h 3176298"/>
                  <a:gd name="connsiteX145" fmla="*/ 10428291 w 12192000"/>
                  <a:gd name="connsiteY145" fmla="*/ 1314920 h 3176298"/>
                  <a:gd name="connsiteX146" fmla="*/ 10490969 w 12192000"/>
                  <a:gd name="connsiteY146" fmla="*/ 1267104 h 3176298"/>
                  <a:gd name="connsiteX147" fmla="*/ 10523354 w 12192000"/>
                  <a:gd name="connsiteY147" fmla="*/ 1238337 h 3176298"/>
                  <a:gd name="connsiteX148" fmla="*/ 10590031 w 12192000"/>
                  <a:gd name="connsiteY148" fmla="*/ 1191664 h 3176298"/>
                  <a:gd name="connsiteX149" fmla="*/ 10656519 w 12192000"/>
                  <a:gd name="connsiteY149" fmla="*/ 1156038 h 3176298"/>
                  <a:gd name="connsiteX150" fmla="*/ 10703573 w 12192000"/>
                  <a:gd name="connsiteY150" fmla="*/ 1120603 h 3176298"/>
                  <a:gd name="connsiteX151" fmla="*/ 10764534 w 12192000"/>
                  <a:gd name="connsiteY151" fmla="*/ 1067643 h 3176298"/>
                  <a:gd name="connsiteX152" fmla="*/ 10850453 w 12192000"/>
                  <a:gd name="connsiteY152" fmla="*/ 1014301 h 3176298"/>
                  <a:gd name="connsiteX153" fmla="*/ 10929704 w 12192000"/>
                  <a:gd name="connsiteY153" fmla="*/ 980201 h 3176298"/>
                  <a:gd name="connsiteX154" fmla="*/ 10967423 w 12192000"/>
                  <a:gd name="connsiteY154" fmla="*/ 930289 h 3176298"/>
                  <a:gd name="connsiteX155" fmla="*/ 11058869 w 12192000"/>
                  <a:gd name="connsiteY155" fmla="*/ 838084 h 3176298"/>
                  <a:gd name="connsiteX156" fmla="*/ 11172600 w 12192000"/>
                  <a:gd name="connsiteY156" fmla="*/ 762834 h 3176298"/>
                  <a:gd name="connsiteX157" fmla="*/ 11275283 w 12192000"/>
                  <a:gd name="connsiteY157" fmla="*/ 673676 h 3176298"/>
                  <a:gd name="connsiteX158" fmla="*/ 11320623 w 12192000"/>
                  <a:gd name="connsiteY158" fmla="*/ 639195 h 3176298"/>
                  <a:gd name="connsiteX159" fmla="*/ 11374346 w 12192000"/>
                  <a:gd name="connsiteY159" fmla="*/ 601664 h 3176298"/>
                  <a:gd name="connsiteX160" fmla="*/ 11448453 w 12192000"/>
                  <a:gd name="connsiteY160" fmla="*/ 567755 h 3176298"/>
                  <a:gd name="connsiteX161" fmla="*/ 11532275 w 12192000"/>
                  <a:gd name="connsiteY161" fmla="*/ 522605 h 3176298"/>
                  <a:gd name="connsiteX162" fmla="*/ 11562947 w 12192000"/>
                  <a:gd name="connsiteY162" fmla="*/ 486598 h 3176298"/>
                  <a:gd name="connsiteX163" fmla="*/ 11672489 w 12192000"/>
                  <a:gd name="connsiteY163" fmla="*/ 335337 h 3176298"/>
                  <a:gd name="connsiteX164" fmla="*/ 11821656 w 12192000"/>
                  <a:gd name="connsiteY164" fmla="*/ 207889 h 3176298"/>
                  <a:gd name="connsiteX165" fmla="*/ 11986443 w 12192000"/>
                  <a:gd name="connsiteY165" fmla="*/ 104824 h 3176298"/>
                  <a:gd name="connsiteX166" fmla="*/ 12026448 w 12192000"/>
                  <a:gd name="connsiteY166" fmla="*/ 88821 h 3176298"/>
                  <a:gd name="connsiteX167" fmla="*/ 12160947 w 12192000"/>
                  <a:gd name="connsiteY167" fmla="*/ 28621 h 3176298"/>
                  <a:gd name="connsiteX168" fmla="*/ 12192000 w 12192000"/>
                  <a:gd name="connsiteY168" fmla="*/ 0 h 31762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Lst>
                <a:rect l="l" t="t" r="r" b="b"/>
                <a:pathLst>
                  <a:path w="12192000" h="3176298">
                    <a:moveTo>
                      <a:pt x="12192000" y="0"/>
                    </a:moveTo>
                    <a:lnTo>
                      <a:pt x="12192000" y="3176298"/>
                    </a:lnTo>
                    <a:lnTo>
                      <a:pt x="0" y="3176298"/>
                    </a:lnTo>
                    <a:lnTo>
                      <a:pt x="0" y="2264980"/>
                    </a:lnTo>
                    <a:lnTo>
                      <a:pt x="544" y="2264980"/>
                    </a:lnTo>
                    <a:lnTo>
                      <a:pt x="544" y="2392219"/>
                    </a:lnTo>
                    <a:lnTo>
                      <a:pt x="61197" y="2387448"/>
                    </a:lnTo>
                    <a:cubicBezTo>
                      <a:pt x="80794" y="2382137"/>
                      <a:pt x="99990" y="2374707"/>
                      <a:pt x="119613" y="2369945"/>
                    </a:cubicBezTo>
                    <a:cubicBezTo>
                      <a:pt x="137898" y="2365563"/>
                      <a:pt x="155046" y="2355466"/>
                      <a:pt x="172384" y="2347084"/>
                    </a:cubicBezTo>
                    <a:cubicBezTo>
                      <a:pt x="205529" y="2331082"/>
                      <a:pt x="240965" y="2341178"/>
                      <a:pt x="274873" y="2336988"/>
                    </a:cubicBezTo>
                    <a:cubicBezTo>
                      <a:pt x="285732" y="2335653"/>
                      <a:pt x="296590" y="2334130"/>
                      <a:pt x="307259" y="2331461"/>
                    </a:cubicBezTo>
                    <a:cubicBezTo>
                      <a:pt x="336408" y="2324413"/>
                      <a:pt x="366127" y="2318317"/>
                      <a:pt x="394511" y="2308601"/>
                    </a:cubicBezTo>
                    <a:cubicBezTo>
                      <a:pt x="426709" y="2297743"/>
                      <a:pt x="457572" y="2283264"/>
                      <a:pt x="494337" y="2268213"/>
                    </a:cubicBezTo>
                    <a:cubicBezTo>
                      <a:pt x="507102" y="2272024"/>
                      <a:pt x="526724" y="2282312"/>
                      <a:pt x="546917" y="2283264"/>
                    </a:cubicBezTo>
                    <a:cubicBezTo>
                      <a:pt x="611880" y="2286503"/>
                      <a:pt x="672650" y="2268786"/>
                      <a:pt x="730754" y="2240780"/>
                    </a:cubicBezTo>
                    <a:cubicBezTo>
                      <a:pt x="748471" y="2232399"/>
                      <a:pt x="767524" y="2226874"/>
                      <a:pt x="785432" y="2218682"/>
                    </a:cubicBezTo>
                    <a:cubicBezTo>
                      <a:pt x="791717" y="2215826"/>
                      <a:pt x="799909" y="2209730"/>
                      <a:pt x="801053" y="2204013"/>
                    </a:cubicBezTo>
                    <a:cubicBezTo>
                      <a:pt x="807719" y="2170866"/>
                      <a:pt x="832486" y="2171436"/>
                      <a:pt x="858205" y="2169532"/>
                    </a:cubicBezTo>
                    <a:cubicBezTo>
                      <a:pt x="888877" y="2167247"/>
                      <a:pt x="919165" y="2161912"/>
                      <a:pt x="949646" y="2157340"/>
                    </a:cubicBezTo>
                    <a:cubicBezTo>
                      <a:pt x="953648" y="2156768"/>
                      <a:pt x="957266" y="2152768"/>
                      <a:pt x="960887" y="2150099"/>
                    </a:cubicBezTo>
                    <a:cubicBezTo>
                      <a:pt x="966411" y="2146099"/>
                      <a:pt x="971554" y="2140003"/>
                      <a:pt x="977653" y="2138480"/>
                    </a:cubicBezTo>
                    <a:cubicBezTo>
                      <a:pt x="1008894" y="2131049"/>
                      <a:pt x="1040327" y="2124763"/>
                      <a:pt x="1071762" y="2117905"/>
                    </a:cubicBezTo>
                    <a:cubicBezTo>
                      <a:pt x="1078810" y="2116380"/>
                      <a:pt x="1086048" y="2114476"/>
                      <a:pt x="1092527" y="2111428"/>
                    </a:cubicBezTo>
                    <a:cubicBezTo>
                      <a:pt x="1098623" y="2108570"/>
                      <a:pt x="1103767" y="2103616"/>
                      <a:pt x="1109865" y="2100568"/>
                    </a:cubicBezTo>
                    <a:cubicBezTo>
                      <a:pt x="1126437" y="2092378"/>
                      <a:pt x="1143394" y="2084757"/>
                      <a:pt x="1162823" y="2075613"/>
                    </a:cubicBezTo>
                    <a:cubicBezTo>
                      <a:pt x="1173681" y="2092757"/>
                      <a:pt x="1188354" y="2083041"/>
                      <a:pt x="1206641" y="2074851"/>
                    </a:cubicBezTo>
                    <a:cubicBezTo>
                      <a:pt x="1225310" y="2066468"/>
                      <a:pt x="1246837" y="2063801"/>
                      <a:pt x="1267411" y="2060753"/>
                    </a:cubicBezTo>
                    <a:cubicBezTo>
                      <a:pt x="1305132" y="2055228"/>
                      <a:pt x="1343044" y="2051799"/>
                      <a:pt x="1380762" y="2046847"/>
                    </a:cubicBezTo>
                    <a:cubicBezTo>
                      <a:pt x="1388765" y="2045703"/>
                      <a:pt x="1397909" y="2043608"/>
                      <a:pt x="1404006" y="2038844"/>
                    </a:cubicBezTo>
                    <a:cubicBezTo>
                      <a:pt x="1445725" y="2006839"/>
                      <a:pt x="1496403" y="1997887"/>
                      <a:pt x="1544598" y="2000932"/>
                    </a:cubicBezTo>
                    <a:cubicBezTo>
                      <a:pt x="1582510" y="2003220"/>
                      <a:pt x="1619658" y="2004935"/>
                      <a:pt x="1657188" y="2001697"/>
                    </a:cubicBezTo>
                    <a:cubicBezTo>
                      <a:pt x="1660046" y="2001505"/>
                      <a:pt x="1663856" y="2001887"/>
                      <a:pt x="1665950" y="2003411"/>
                    </a:cubicBezTo>
                    <a:cubicBezTo>
                      <a:pt x="1678904" y="2013507"/>
                      <a:pt x="1692431" y="2014269"/>
                      <a:pt x="1709006" y="2015983"/>
                    </a:cubicBezTo>
                    <a:cubicBezTo>
                      <a:pt x="1732439" y="2018461"/>
                      <a:pt x="1753965" y="2016745"/>
                      <a:pt x="1775684" y="2012555"/>
                    </a:cubicBezTo>
                    <a:cubicBezTo>
                      <a:pt x="1791496" y="2009507"/>
                      <a:pt x="1807497" y="2003220"/>
                      <a:pt x="1821596" y="1995218"/>
                    </a:cubicBezTo>
                    <a:cubicBezTo>
                      <a:pt x="1841216" y="1983978"/>
                      <a:pt x="1860079" y="1979597"/>
                      <a:pt x="1878748" y="1994457"/>
                    </a:cubicBezTo>
                    <a:cubicBezTo>
                      <a:pt x="1898940" y="2010269"/>
                      <a:pt x="1921800" y="2004745"/>
                      <a:pt x="1944092" y="2005315"/>
                    </a:cubicBezTo>
                    <a:cubicBezTo>
                      <a:pt x="1953806" y="2005507"/>
                      <a:pt x="1964094" y="2005124"/>
                      <a:pt x="1973429" y="2007601"/>
                    </a:cubicBezTo>
                    <a:cubicBezTo>
                      <a:pt x="2000479" y="2014651"/>
                      <a:pt x="2026581" y="2025320"/>
                      <a:pt x="2054013" y="2030082"/>
                    </a:cubicBezTo>
                    <a:cubicBezTo>
                      <a:pt x="2069254" y="2032747"/>
                      <a:pt x="2086208" y="2027986"/>
                      <a:pt x="2102021" y="2024557"/>
                    </a:cubicBezTo>
                    <a:cubicBezTo>
                      <a:pt x="2118023" y="2020937"/>
                      <a:pt x="2133834" y="2015413"/>
                      <a:pt x="2149267" y="2009697"/>
                    </a:cubicBezTo>
                    <a:cubicBezTo>
                      <a:pt x="2159743" y="2005887"/>
                      <a:pt x="2171173" y="2002267"/>
                      <a:pt x="2179556" y="1995409"/>
                    </a:cubicBezTo>
                    <a:cubicBezTo>
                      <a:pt x="2198608" y="1979788"/>
                      <a:pt x="2218229" y="1977120"/>
                      <a:pt x="2240710" y="1985312"/>
                    </a:cubicBezTo>
                    <a:cubicBezTo>
                      <a:pt x="2244137" y="1986647"/>
                      <a:pt x="2248138" y="1986647"/>
                      <a:pt x="2251948" y="1986836"/>
                    </a:cubicBezTo>
                    <a:cubicBezTo>
                      <a:pt x="2312915" y="1990836"/>
                      <a:pt x="2373874" y="1993314"/>
                      <a:pt x="2434456" y="1999410"/>
                    </a:cubicBezTo>
                    <a:cubicBezTo>
                      <a:pt x="2459029" y="2001887"/>
                      <a:pt x="2482652" y="2012745"/>
                      <a:pt x="2506847" y="2019603"/>
                    </a:cubicBezTo>
                    <a:cubicBezTo>
                      <a:pt x="2511800" y="2020937"/>
                      <a:pt x="2517327" y="2023033"/>
                      <a:pt x="2522279" y="2022080"/>
                    </a:cubicBezTo>
                    <a:cubicBezTo>
                      <a:pt x="2576191" y="2012555"/>
                      <a:pt x="2626677" y="2026461"/>
                      <a:pt x="2676398" y="2044751"/>
                    </a:cubicBezTo>
                    <a:cubicBezTo>
                      <a:pt x="2681540" y="2046656"/>
                      <a:pt x="2687827" y="2046084"/>
                      <a:pt x="2693543" y="2045703"/>
                    </a:cubicBezTo>
                    <a:cubicBezTo>
                      <a:pt x="2709548" y="2044370"/>
                      <a:pt x="2726882" y="2037701"/>
                      <a:pt x="2741360" y="2041701"/>
                    </a:cubicBezTo>
                    <a:cubicBezTo>
                      <a:pt x="2779842" y="2052753"/>
                      <a:pt x="2817943" y="2066087"/>
                      <a:pt x="2854140" y="2082851"/>
                    </a:cubicBezTo>
                    <a:cubicBezTo>
                      <a:pt x="2890910" y="2099805"/>
                      <a:pt x="2925008" y="2114095"/>
                      <a:pt x="2967110" y="2096949"/>
                    </a:cubicBezTo>
                    <a:cubicBezTo>
                      <a:pt x="2985016" y="2089709"/>
                      <a:pt x="3008639" y="2094853"/>
                      <a:pt x="3029216" y="2096757"/>
                    </a:cubicBezTo>
                    <a:cubicBezTo>
                      <a:pt x="3044264" y="2098282"/>
                      <a:pt x="3058743" y="2106856"/>
                      <a:pt x="3073604" y="2106856"/>
                    </a:cubicBezTo>
                    <a:cubicBezTo>
                      <a:pt x="3113231" y="2106856"/>
                      <a:pt x="3148472" y="2116953"/>
                      <a:pt x="3182763" y="2137527"/>
                    </a:cubicBezTo>
                    <a:cubicBezTo>
                      <a:pt x="3196102" y="2145528"/>
                      <a:pt x="3216867" y="2140193"/>
                      <a:pt x="3234202" y="2142289"/>
                    </a:cubicBezTo>
                    <a:cubicBezTo>
                      <a:pt x="3252492" y="2144765"/>
                      <a:pt x="3271348" y="2147051"/>
                      <a:pt x="3288877" y="2152578"/>
                    </a:cubicBezTo>
                    <a:cubicBezTo>
                      <a:pt x="3334216" y="2167056"/>
                      <a:pt x="3378986" y="2183439"/>
                      <a:pt x="3424135" y="2198680"/>
                    </a:cubicBezTo>
                    <a:cubicBezTo>
                      <a:pt x="3461282" y="2211253"/>
                      <a:pt x="3497862" y="2201347"/>
                      <a:pt x="3534629" y="2196013"/>
                    </a:cubicBezTo>
                    <a:cubicBezTo>
                      <a:pt x="3557682" y="2192583"/>
                      <a:pt x="3579206" y="2184391"/>
                      <a:pt x="3605116" y="2196583"/>
                    </a:cubicBezTo>
                    <a:cubicBezTo>
                      <a:pt x="3629882" y="2208205"/>
                      <a:pt x="3661315" y="2205537"/>
                      <a:pt x="3689131" y="2211824"/>
                    </a:cubicBezTo>
                    <a:cubicBezTo>
                      <a:pt x="3712565" y="2217157"/>
                      <a:pt x="3735231" y="2225732"/>
                      <a:pt x="3757902" y="2234114"/>
                    </a:cubicBezTo>
                    <a:cubicBezTo>
                      <a:pt x="3788766" y="2245545"/>
                      <a:pt x="3819245" y="2257545"/>
                      <a:pt x="3852966" y="2251831"/>
                    </a:cubicBezTo>
                    <a:cubicBezTo>
                      <a:pt x="3891259" y="2245353"/>
                      <a:pt x="3917546" y="2269738"/>
                      <a:pt x="3947648" y="2285932"/>
                    </a:cubicBezTo>
                    <a:cubicBezTo>
                      <a:pt x="3968414" y="2296980"/>
                      <a:pt x="3991083" y="2305172"/>
                      <a:pt x="4013753" y="2312031"/>
                    </a:cubicBezTo>
                    <a:cubicBezTo>
                      <a:pt x="4044043" y="2320985"/>
                      <a:pt x="4075285" y="2326320"/>
                      <a:pt x="4105766" y="2335082"/>
                    </a:cubicBezTo>
                    <a:cubicBezTo>
                      <a:pt x="4151870" y="2348226"/>
                      <a:pt x="4198546" y="2358514"/>
                      <a:pt x="4246551" y="2351274"/>
                    </a:cubicBezTo>
                    <a:cubicBezTo>
                      <a:pt x="4268649" y="2348036"/>
                      <a:pt x="4289227" y="2348226"/>
                      <a:pt x="4311323" y="2352991"/>
                    </a:cubicBezTo>
                    <a:cubicBezTo>
                      <a:pt x="4347518" y="2360801"/>
                      <a:pt x="4384668" y="2361753"/>
                      <a:pt x="4413817" y="2390899"/>
                    </a:cubicBezTo>
                    <a:cubicBezTo>
                      <a:pt x="4424104" y="2401188"/>
                      <a:pt x="4442581" y="2403853"/>
                      <a:pt x="4457632" y="2409188"/>
                    </a:cubicBezTo>
                    <a:cubicBezTo>
                      <a:pt x="4474969" y="2415476"/>
                      <a:pt x="4487731" y="2412236"/>
                      <a:pt x="4497068" y="2393947"/>
                    </a:cubicBezTo>
                    <a:cubicBezTo>
                      <a:pt x="4501257" y="2385757"/>
                      <a:pt x="4513260" y="2377755"/>
                      <a:pt x="4522596" y="2376421"/>
                    </a:cubicBezTo>
                    <a:cubicBezTo>
                      <a:pt x="4550599" y="2372421"/>
                      <a:pt x="4576318" y="2378327"/>
                      <a:pt x="4603368" y="2391282"/>
                    </a:cubicBezTo>
                    <a:cubicBezTo>
                      <a:pt x="4628705" y="2403474"/>
                      <a:pt x="4660331" y="2402140"/>
                      <a:pt x="4689098" y="2406903"/>
                    </a:cubicBezTo>
                    <a:cubicBezTo>
                      <a:pt x="4699289" y="2408618"/>
                      <a:pt x="4709482" y="2411237"/>
                      <a:pt x="4719697" y="2413428"/>
                    </a:cubicBezTo>
                    <a:lnTo>
                      <a:pt x="4726469" y="2414298"/>
                    </a:lnTo>
                    <a:lnTo>
                      <a:pt x="4785776" y="2414298"/>
                    </a:lnTo>
                    <a:lnTo>
                      <a:pt x="4788661" y="2414047"/>
                    </a:lnTo>
                    <a:cubicBezTo>
                      <a:pt x="4801401" y="2412237"/>
                      <a:pt x="4814166" y="2410142"/>
                      <a:pt x="4827024" y="2408999"/>
                    </a:cubicBezTo>
                    <a:cubicBezTo>
                      <a:pt x="4847027" y="2407095"/>
                      <a:pt x="4867412" y="2407856"/>
                      <a:pt x="4887415" y="2405570"/>
                    </a:cubicBezTo>
                    <a:cubicBezTo>
                      <a:pt x="4903799" y="2403853"/>
                      <a:pt x="4919991" y="2399474"/>
                      <a:pt x="4936184" y="2395853"/>
                    </a:cubicBezTo>
                    <a:cubicBezTo>
                      <a:pt x="4942089" y="2394520"/>
                      <a:pt x="4947996" y="2389376"/>
                      <a:pt x="4953328" y="2390138"/>
                    </a:cubicBezTo>
                    <a:cubicBezTo>
                      <a:pt x="5006292" y="2398330"/>
                      <a:pt x="5044391" y="2361753"/>
                      <a:pt x="5089162" y="2345560"/>
                    </a:cubicBezTo>
                    <a:cubicBezTo>
                      <a:pt x="5136216" y="2328413"/>
                      <a:pt x="5181748" y="2302124"/>
                      <a:pt x="5234326" y="2309935"/>
                    </a:cubicBezTo>
                    <a:cubicBezTo>
                      <a:pt x="5266141" y="2314697"/>
                      <a:pt x="5296812" y="2325747"/>
                      <a:pt x="5328438" y="2332416"/>
                    </a:cubicBezTo>
                    <a:cubicBezTo>
                      <a:pt x="5339677" y="2334701"/>
                      <a:pt x="5352250" y="2334320"/>
                      <a:pt x="5363491" y="2332034"/>
                    </a:cubicBezTo>
                    <a:cubicBezTo>
                      <a:pt x="5417784" y="2321555"/>
                      <a:pt x="5471316" y="2320032"/>
                      <a:pt x="5524660" y="2337178"/>
                    </a:cubicBezTo>
                    <a:cubicBezTo>
                      <a:pt x="5533802" y="2340036"/>
                      <a:pt x="5543518" y="2342701"/>
                      <a:pt x="5553045" y="2342701"/>
                    </a:cubicBezTo>
                    <a:cubicBezTo>
                      <a:pt x="5605244" y="2342701"/>
                      <a:pt x="5656488" y="2338701"/>
                      <a:pt x="5706401" y="2320032"/>
                    </a:cubicBezTo>
                    <a:cubicBezTo>
                      <a:pt x="5723166" y="2313745"/>
                      <a:pt x="5743551" y="2317745"/>
                      <a:pt x="5762029" y="2316221"/>
                    </a:cubicBezTo>
                    <a:cubicBezTo>
                      <a:pt x="5779174" y="2314889"/>
                      <a:pt x="5796702" y="2314317"/>
                      <a:pt x="5813276" y="2309935"/>
                    </a:cubicBezTo>
                    <a:cubicBezTo>
                      <a:pt x="5837472" y="2303459"/>
                      <a:pt x="5859949" y="2302697"/>
                      <a:pt x="5884906" y="2308411"/>
                    </a:cubicBezTo>
                    <a:cubicBezTo>
                      <a:pt x="5908719" y="2313745"/>
                      <a:pt x="5934438" y="2311079"/>
                      <a:pt x="5959204" y="2311269"/>
                    </a:cubicBezTo>
                    <a:cubicBezTo>
                      <a:pt x="5986828" y="2311459"/>
                      <a:pt x="6014449" y="2311649"/>
                      <a:pt x="6042072" y="2310697"/>
                    </a:cubicBezTo>
                    <a:cubicBezTo>
                      <a:pt x="6053124" y="2310317"/>
                      <a:pt x="6065695" y="2302697"/>
                      <a:pt x="6074842" y="2305745"/>
                    </a:cubicBezTo>
                    <a:cubicBezTo>
                      <a:pt x="6104368" y="2316031"/>
                      <a:pt x="6133897" y="2303649"/>
                      <a:pt x="6163425" y="2309172"/>
                    </a:cubicBezTo>
                    <a:cubicBezTo>
                      <a:pt x="6177905" y="2312031"/>
                      <a:pt x="6194288" y="2304220"/>
                      <a:pt x="6209909" y="2303459"/>
                    </a:cubicBezTo>
                    <a:cubicBezTo>
                      <a:pt x="6235437" y="2302124"/>
                      <a:pt x="6260964" y="2302697"/>
                      <a:pt x="6286493" y="2302315"/>
                    </a:cubicBezTo>
                    <a:cubicBezTo>
                      <a:pt x="6294876" y="2302124"/>
                      <a:pt x="6303068" y="2301362"/>
                      <a:pt x="6311449" y="2300980"/>
                    </a:cubicBezTo>
                    <a:cubicBezTo>
                      <a:pt x="6318880" y="2300601"/>
                      <a:pt x="6326691" y="2298887"/>
                      <a:pt x="6333739" y="2300218"/>
                    </a:cubicBezTo>
                    <a:cubicBezTo>
                      <a:pt x="6359268" y="2304983"/>
                      <a:pt x="6384414" y="2312793"/>
                      <a:pt x="6410131" y="2315841"/>
                    </a:cubicBezTo>
                    <a:cubicBezTo>
                      <a:pt x="6432420" y="2318507"/>
                      <a:pt x="6455472" y="2314889"/>
                      <a:pt x="6477951" y="2316793"/>
                    </a:cubicBezTo>
                    <a:cubicBezTo>
                      <a:pt x="6517576" y="2320032"/>
                      <a:pt x="6557201" y="2325747"/>
                      <a:pt x="6596828" y="2329368"/>
                    </a:cubicBezTo>
                    <a:cubicBezTo>
                      <a:pt x="6605401" y="2330130"/>
                      <a:pt x="6614353" y="2325365"/>
                      <a:pt x="6623118" y="2324985"/>
                    </a:cubicBezTo>
                    <a:cubicBezTo>
                      <a:pt x="6650551" y="2324033"/>
                      <a:pt x="6677984" y="2323841"/>
                      <a:pt x="6705417" y="2323272"/>
                    </a:cubicBezTo>
                    <a:cubicBezTo>
                      <a:pt x="6721038" y="2323080"/>
                      <a:pt x="6736851" y="2323651"/>
                      <a:pt x="6752283" y="2321937"/>
                    </a:cubicBezTo>
                    <a:cubicBezTo>
                      <a:pt x="6772665" y="2319651"/>
                      <a:pt x="6791144" y="2316221"/>
                      <a:pt x="6810195" y="2331082"/>
                    </a:cubicBezTo>
                    <a:cubicBezTo>
                      <a:pt x="6839534" y="2354132"/>
                      <a:pt x="6876872" y="2345178"/>
                      <a:pt x="6910782" y="2350512"/>
                    </a:cubicBezTo>
                    <a:cubicBezTo>
                      <a:pt x="6919547" y="2351847"/>
                      <a:pt x="6928501" y="2352036"/>
                      <a:pt x="6937263" y="2353561"/>
                    </a:cubicBezTo>
                    <a:cubicBezTo>
                      <a:pt x="6953457" y="2356418"/>
                      <a:pt x="6969457" y="2359657"/>
                      <a:pt x="6985653" y="2362897"/>
                    </a:cubicBezTo>
                    <a:cubicBezTo>
                      <a:pt x="6988509" y="2363467"/>
                      <a:pt x="6991747" y="2363659"/>
                      <a:pt x="6994415" y="2364611"/>
                    </a:cubicBezTo>
                    <a:cubicBezTo>
                      <a:pt x="7018991" y="2372611"/>
                      <a:pt x="7043184" y="2381755"/>
                      <a:pt x="7068141" y="2388234"/>
                    </a:cubicBezTo>
                    <a:cubicBezTo>
                      <a:pt x="7080334" y="2391472"/>
                      <a:pt x="7093860" y="2391853"/>
                      <a:pt x="7106432" y="2390138"/>
                    </a:cubicBezTo>
                    <a:cubicBezTo>
                      <a:pt x="7143199" y="2385185"/>
                      <a:pt x="7179587" y="2383089"/>
                      <a:pt x="7216547" y="2390330"/>
                    </a:cubicBezTo>
                    <a:cubicBezTo>
                      <a:pt x="7231214" y="2393186"/>
                      <a:pt x="7247599" y="2388424"/>
                      <a:pt x="7263220" y="2386709"/>
                    </a:cubicBezTo>
                    <a:cubicBezTo>
                      <a:pt x="7300559" y="2382137"/>
                      <a:pt x="7337899" y="2377183"/>
                      <a:pt x="7375428" y="2372803"/>
                    </a:cubicBezTo>
                    <a:cubicBezTo>
                      <a:pt x="7398860" y="2370135"/>
                      <a:pt x="7422483" y="2368611"/>
                      <a:pt x="7445916" y="2365945"/>
                    </a:cubicBezTo>
                    <a:cubicBezTo>
                      <a:pt x="7472967" y="2362705"/>
                      <a:pt x="7499828" y="2357753"/>
                      <a:pt x="7526880" y="2355084"/>
                    </a:cubicBezTo>
                    <a:cubicBezTo>
                      <a:pt x="7557742" y="2352036"/>
                      <a:pt x="7588795" y="2351466"/>
                      <a:pt x="7619655" y="2348226"/>
                    </a:cubicBezTo>
                    <a:cubicBezTo>
                      <a:pt x="7676047" y="2341940"/>
                      <a:pt x="7732247" y="2334509"/>
                      <a:pt x="7788636" y="2327461"/>
                    </a:cubicBezTo>
                    <a:cubicBezTo>
                      <a:pt x="7843311" y="2320603"/>
                      <a:pt x="7897987" y="2314507"/>
                      <a:pt x="7952280" y="2305935"/>
                    </a:cubicBezTo>
                    <a:cubicBezTo>
                      <a:pt x="7975142" y="2302315"/>
                      <a:pt x="7996859" y="2292408"/>
                      <a:pt x="8019339" y="2286884"/>
                    </a:cubicBezTo>
                    <a:cubicBezTo>
                      <a:pt x="8058774" y="2277357"/>
                      <a:pt x="8098590" y="2269357"/>
                      <a:pt x="8137835" y="2259832"/>
                    </a:cubicBezTo>
                    <a:cubicBezTo>
                      <a:pt x="8155359" y="2255641"/>
                      <a:pt x="8172124" y="2248593"/>
                      <a:pt x="8189651" y="2243639"/>
                    </a:cubicBezTo>
                    <a:cubicBezTo>
                      <a:pt x="8230992" y="2232208"/>
                      <a:pt x="8272903" y="2222874"/>
                      <a:pt x="8313671" y="2209920"/>
                    </a:cubicBezTo>
                    <a:cubicBezTo>
                      <a:pt x="8362822" y="2194297"/>
                      <a:pt x="8411019" y="2175439"/>
                      <a:pt x="8459979" y="2158864"/>
                    </a:cubicBezTo>
                    <a:cubicBezTo>
                      <a:pt x="8478269" y="2152578"/>
                      <a:pt x="8497511" y="2148957"/>
                      <a:pt x="8516369" y="2144003"/>
                    </a:cubicBezTo>
                    <a:cubicBezTo>
                      <a:pt x="8563425" y="2131431"/>
                      <a:pt x="8610288" y="2118095"/>
                      <a:pt x="8657726" y="2106284"/>
                    </a:cubicBezTo>
                    <a:cubicBezTo>
                      <a:pt x="8675253" y="2101901"/>
                      <a:pt x="8693731" y="2102284"/>
                      <a:pt x="8711448" y="2098664"/>
                    </a:cubicBezTo>
                    <a:cubicBezTo>
                      <a:pt x="8732023" y="2094472"/>
                      <a:pt x="8752407" y="2089138"/>
                      <a:pt x="8772219" y="2082280"/>
                    </a:cubicBezTo>
                    <a:cubicBezTo>
                      <a:pt x="8796985" y="2073707"/>
                      <a:pt x="8820990" y="2062659"/>
                      <a:pt x="8845565" y="2053705"/>
                    </a:cubicBezTo>
                    <a:cubicBezTo>
                      <a:pt x="8886142" y="2039034"/>
                      <a:pt x="8926911" y="2024557"/>
                      <a:pt x="8967871" y="2011221"/>
                    </a:cubicBezTo>
                    <a:cubicBezTo>
                      <a:pt x="8983301" y="2006268"/>
                      <a:pt x="9000257" y="2005697"/>
                      <a:pt x="9015878" y="2001124"/>
                    </a:cubicBezTo>
                    <a:cubicBezTo>
                      <a:pt x="9088840" y="1979597"/>
                      <a:pt x="9161805" y="1957880"/>
                      <a:pt x="9234579" y="1935209"/>
                    </a:cubicBezTo>
                    <a:cubicBezTo>
                      <a:pt x="9272298" y="1923399"/>
                      <a:pt x="9308875" y="1908538"/>
                      <a:pt x="9346597" y="1896917"/>
                    </a:cubicBezTo>
                    <a:cubicBezTo>
                      <a:pt x="9369267" y="1889869"/>
                      <a:pt x="9393650" y="1887773"/>
                      <a:pt x="9416321" y="1880724"/>
                    </a:cubicBezTo>
                    <a:cubicBezTo>
                      <a:pt x="9437278" y="1874247"/>
                      <a:pt x="9456709" y="1863578"/>
                      <a:pt x="9477283" y="1856149"/>
                    </a:cubicBezTo>
                    <a:cubicBezTo>
                      <a:pt x="9540152" y="1833097"/>
                      <a:pt x="9603971" y="1811953"/>
                      <a:pt x="9666265" y="1787186"/>
                    </a:cubicBezTo>
                    <a:cubicBezTo>
                      <a:pt x="9696749" y="1775183"/>
                      <a:pt x="9725323" y="1757849"/>
                      <a:pt x="9754088" y="1741464"/>
                    </a:cubicBezTo>
                    <a:cubicBezTo>
                      <a:pt x="9802858" y="1713841"/>
                      <a:pt x="9850865" y="1685074"/>
                      <a:pt x="9899446" y="1656880"/>
                    </a:cubicBezTo>
                    <a:cubicBezTo>
                      <a:pt x="9935832" y="1635924"/>
                      <a:pt x="9968027" y="1611347"/>
                      <a:pt x="9993175" y="1576487"/>
                    </a:cubicBezTo>
                    <a:cubicBezTo>
                      <a:pt x="10004797" y="1560484"/>
                      <a:pt x="10024990" y="1546768"/>
                      <a:pt x="10044230" y="1540480"/>
                    </a:cubicBezTo>
                    <a:cubicBezTo>
                      <a:pt x="10078713" y="1529241"/>
                      <a:pt x="10104430" y="1507522"/>
                      <a:pt x="10131863" y="1485613"/>
                    </a:cubicBezTo>
                    <a:cubicBezTo>
                      <a:pt x="10166536" y="1457801"/>
                      <a:pt x="10203304" y="1431509"/>
                      <a:pt x="10242357" y="1410555"/>
                    </a:cubicBezTo>
                    <a:cubicBezTo>
                      <a:pt x="10280840" y="1389980"/>
                      <a:pt x="10324086" y="1378549"/>
                      <a:pt x="10363709" y="1359499"/>
                    </a:cubicBezTo>
                    <a:cubicBezTo>
                      <a:pt x="10386952" y="1348259"/>
                      <a:pt x="10407146" y="1330353"/>
                      <a:pt x="10428291" y="1314920"/>
                    </a:cubicBezTo>
                    <a:cubicBezTo>
                      <a:pt x="10449438" y="1299489"/>
                      <a:pt x="10470394" y="1283486"/>
                      <a:pt x="10490969" y="1267104"/>
                    </a:cubicBezTo>
                    <a:cubicBezTo>
                      <a:pt x="10502208" y="1258149"/>
                      <a:pt x="10511734" y="1246909"/>
                      <a:pt x="10523354" y="1238337"/>
                    </a:cubicBezTo>
                    <a:cubicBezTo>
                      <a:pt x="10545263" y="1222334"/>
                      <a:pt x="10569075" y="1208808"/>
                      <a:pt x="10590031" y="1191664"/>
                    </a:cubicBezTo>
                    <a:cubicBezTo>
                      <a:pt x="10610225" y="1175089"/>
                      <a:pt x="10633467" y="1166707"/>
                      <a:pt x="10656519" y="1156038"/>
                    </a:cubicBezTo>
                    <a:cubicBezTo>
                      <a:pt x="10674046" y="1148036"/>
                      <a:pt x="10686617" y="1130320"/>
                      <a:pt x="10703573" y="1120603"/>
                    </a:cubicBezTo>
                    <a:cubicBezTo>
                      <a:pt x="10727767" y="1106697"/>
                      <a:pt x="10746246" y="1089553"/>
                      <a:pt x="10764534" y="1067643"/>
                    </a:cubicBezTo>
                    <a:cubicBezTo>
                      <a:pt x="10785111" y="1043068"/>
                      <a:pt x="10820162" y="1029732"/>
                      <a:pt x="10850453" y="1014301"/>
                    </a:cubicBezTo>
                    <a:cubicBezTo>
                      <a:pt x="10876171" y="1001157"/>
                      <a:pt x="10906081" y="995632"/>
                      <a:pt x="10929704" y="980201"/>
                    </a:cubicBezTo>
                    <a:cubicBezTo>
                      <a:pt x="10946279" y="969342"/>
                      <a:pt x="10958661" y="948957"/>
                      <a:pt x="10967423" y="930289"/>
                    </a:cubicBezTo>
                    <a:cubicBezTo>
                      <a:pt x="10987046" y="887995"/>
                      <a:pt x="11021146" y="861897"/>
                      <a:pt x="11058869" y="838084"/>
                    </a:cubicBezTo>
                    <a:cubicBezTo>
                      <a:pt x="11097350" y="813699"/>
                      <a:pt x="11133927" y="786836"/>
                      <a:pt x="11172600" y="762834"/>
                    </a:cubicBezTo>
                    <a:cubicBezTo>
                      <a:pt x="11211843" y="738638"/>
                      <a:pt x="11243658" y="706443"/>
                      <a:pt x="11275283" y="673676"/>
                    </a:cubicBezTo>
                    <a:cubicBezTo>
                      <a:pt x="11288238" y="660150"/>
                      <a:pt x="11305192" y="650434"/>
                      <a:pt x="11320623" y="639195"/>
                    </a:cubicBezTo>
                    <a:cubicBezTo>
                      <a:pt x="11338339" y="626241"/>
                      <a:pt x="11355296" y="611953"/>
                      <a:pt x="11374346" y="601664"/>
                    </a:cubicBezTo>
                    <a:cubicBezTo>
                      <a:pt x="11398160" y="588709"/>
                      <a:pt x="11424069" y="579757"/>
                      <a:pt x="11448453" y="567755"/>
                    </a:cubicBezTo>
                    <a:cubicBezTo>
                      <a:pt x="11476838" y="553657"/>
                      <a:pt x="11505795" y="539750"/>
                      <a:pt x="11532275" y="522605"/>
                    </a:cubicBezTo>
                    <a:cubicBezTo>
                      <a:pt x="11545039" y="514413"/>
                      <a:pt x="11553613" y="499363"/>
                      <a:pt x="11562947" y="486598"/>
                    </a:cubicBezTo>
                    <a:cubicBezTo>
                      <a:pt x="11599714" y="436305"/>
                      <a:pt x="11635529" y="385441"/>
                      <a:pt x="11672489" y="335337"/>
                    </a:cubicBezTo>
                    <a:cubicBezTo>
                      <a:pt x="11712304" y="281424"/>
                      <a:pt x="11763931" y="241608"/>
                      <a:pt x="11821656" y="207889"/>
                    </a:cubicBezTo>
                    <a:cubicBezTo>
                      <a:pt x="11877664" y="175312"/>
                      <a:pt x="11931195" y="138734"/>
                      <a:pt x="11986443" y="104824"/>
                    </a:cubicBezTo>
                    <a:cubicBezTo>
                      <a:pt x="11998443" y="97395"/>
                      <a:pt x="12013114" y="94347"/>
                      <a:pt x="12026448" y="88821"/>
                    </a:cubicBezTo>
                    <a:cubicBezTo>
                      <a:pt x="12072360" y="69580"/>
                      <a:pt x="12118083" y="50147"/>
                      <a:pt x="12160947" y="28621"/>
                    </a:cubicBezTo>
                    <a:lnTo>
                      <a:pt x="12192000" y="0"/>
                    </a:lnTo>
                    <a:close/>
                  </a:path>
                </a:pathLst>
              </a:custGeom>
              <a:solidFill>
                <a:schemeClr val="tx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4" name="Freeform: Shape 23">
                <a:extLst>
                  <a:ext uri="{FF2B5EF4-FFF2-40B4-BE49-F238E27FC236}">
                    <a16:creationId xmlns:a16="http://schemas.microsoft.com/office/drawing/2014/main" id="{F3C51644-0F34-453B-92B8-9FF33932E29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3681702"/>
                <a:ext cx="12192000" cy="3176298"/>
              </a:xfrm>
              <a:custGeom>
                <a:avLst/>
                <a:gdLst>
                  <a:gd name="connsiteX0" fmla="*/ 12192000 w 12192000"/>
                  <a:gd name="connsiteY0" fmla="*/ 0 h 3176298"/>
                  <a:gd name="connsiteX1" fmla="*/ 12192000 w 12192000"/>
                  <a:gd name="connsiteY1" fmla="*/ 3176298 h 3176298"/>
                  <a:gd name="connsiteX2" fmla="*/ 0 w 12192000"/>
                  <a:gd name="connsiteY2" fmla="*/ 3176298 h 3176298"/>
                  <a:gd name="connsiteX3" fmla="*/ 0 w 12192000"/>
                  <a:gd name="connsiteY3" fmla="*/ 2264980 h 3176298"/>
                  <a:gd name="connsiteX4" fmla="*/ 544 w 12192000"/>
                  <a:gd name="connsiteY4" fmla="*/ 2264980 h 3176298"/>
                  <a:gd name="connsiteX5" fmla="*/ 544 w 12192000"/>
                  <a:gd name="connsiteY5" fmla="*/ 2392219 h 3176298"/>
                  <a:gd name="connsiteX6" fmla="*/ 61197 w 12192000"/>
                  <a:gd name="connsiteY6" fmla="*/ 2387448 h 3176298"/>
                  <a:gd name="connsiteX7" fmla="*/ 119613 w 12192000"/>
                  <a:gd name="connsiteY7" fmla="*/ 2369945 h 3176298"/>
                  <a:gd name="connsiteX8" fmla="*/ 172384 w 12192000"/>
                  <a:gd name="connsiteY8" fmla="*/ 2347084 h 3176298"/>
                  <a:gd name="connsiteX9" fmla="*/ 274873 w 12192000"/>
                  <a:gd name="connsiteY9" fmla="*/ 2336988 h 3176298"/>
                  <a:gd name="connsiteX10" fmla="*/ 307259 w 12192000"/>
                  <a:gd name="connsiteY10" fmla="*/ 2331461 h 3176298"/>
                  <a:gd name="connsiteX11" fmla="*/ 394511 w 12192000"/>
                  <a:gd name="connsiteY11" fmla="*/ 2308601 h 3176298"/>
                  <a:gd name="connsiteX12" fmla="*/ 494337 w 12192000"/>
                  <a:gd name="connsiteY12" fmla="*/ 2268213 h 3176298"/>
                  <a:gd name="connsiteX13" fmla="*/ 546917 w 12192000"/>
                  <a:gd name="connsiteY13" fmla="*/ 2283264 h 3176298"/>
                  <a:gd name="connsiteX14" fmla="*/ 730754 w 12192000"/>
                  <a:gd name="connsiteY14" fmla="*/ 2240780 h 3176298"/>
                  <a:gd name="connsiteX15" fmla="*/ 785432 w 12192000"/>
                  <a:gd name="connsiteY15" fmla="*/ 2218682 h 3176298"/>
                  <a:gd name="connsiteX16" fmla="*/ 801053 w 12192000"/>
                  <a:gd name="connsiteY16" fmla="*/ 2204013 h 3176298"/>
                  <a:gd name="connsiteX17" fmla="*/ 858205 w 12192000"/>
                  <a:gd name="connsiteY17" fmla="*/ 2169532 h 3176298"/>
                  <a:gd name="connsiteX18" fmla="*/ 949646 w 12192000"/>
                  <a:gd name="connsiteY18" fmla="*/ 2157340 h 3176298"/>
                  <a:gd name="connsiteX19" fmla="*/ 960887 w 12192000"/>
                  <a:gd name="connsiteY19" fmla="*/ 2150099 h 3176298"/>
                  <a:gd name="connsiteX20" fmla="*/ 977653 w 12192000"/>
                  <a:gd name="connsiteY20" fmla="*/ 2138480 h 3176298"/>
                  <a:gd name="connsiteX21" fmla="*/ 1071762 w 12192000"/>
                  <a:gd name="connsiteY21" fmla="*/ 2117905 h 3176298"/>
                  <a:gd name="connsiteX22" fmla="*/ 1092527 w 12192000"/>
                  <a:gd name="connsiteY22" fmla="*/ 2111428 h 3176298"/>
                  <a:gd name="connsiteX23" fmla="*/ 1109865 w 12192000"/>
                  <a:gd name="connsiteY23" fmla="*/ 2100568 h 3176298"/>
                  <a:gd name="connsiteX24" fmla="*/ 1162823 w 12192000"/>
                  <a:gd name="connsiteY24" fmla="*/ 2075613 h 3176298"/>
                  <a:gd name="connsiteX25" fmla="*/ 1206641 w 12192000"/>
                  <a:gd name="connsiteY25" fmla="*/ 2074851 h 3176298"/>
                  <a:gd name="connsiteX26" fmla="*/ 1267411 w 12192000"/>
                  <a:gd name="connsiteY26" fmla="*/ 2060753 h 3176298"/>
                  <a:gd name="connsiteX27" fmla="*/ 1380762 w 12192000"/>
                  <a:gd name="connsiteY27" fmla="*/ 2046847 h 3176298"/>
                  <a:gd name="connsiteX28" fmla="*/ 1404006 w 12192000"/>
                  <a:gd name="connsiteY28" fmla="*/ 2038844 h 3176298"/>
                  <a:gd name="connsiteX29" fmla="*/ 1544598 w 12192000"/>
                  <a:gd name="connsiteY29" fmla="*/ 2000932 h 3176298"/>
                  <a:gd name="connsiteX30" fmla="*/ 1657188 w 12192000"/>
                  <a:gd name="connsiteY30" fmla="*/ 2001697 h 3176298"/>
                  <a:gd name="connsiteX31" fmla="*/ 1665950 w 12192000"/>
                  <a:gd name="connsiteY31" fmla="*/ 2003411 h 3176298"/>
                  <a:gd name="connsiteX32" fmla="*/ 1709006 w 12192000"/>
                  <a:gd name="connsiteY32" fmla="*/ 2015983 h 3176298"/>
                  <a:gd name="connsiteX33" fmla="*/ 1775684 w 12192000"/>
                  <a:gd name="connsiteY33" fmla="*/ 2012555 h 3176298"/>
                  <a:gd name="connsiteX34" fmla="*/ 1821596 w 12192000"/>
                  <a:gd name="connsiteY34" fmla="*/ 1995218 h 3176298"/>
                  <a:gd name="connsiteX35" fmla="*/ 1878748 w 12192000"/>
                  <a:gd name="connsiteY35" fmla="*/ 1994457 h 3176298"/>
                  <a:gd name="connsiteX36" fmla="*/ 1944092 w 12192000"/>
                  <a:gd name="connsiteY36" fmla="*/ 2005315 h 3176298"/>
                  <a:gd name="connsiteX37" fmla="*/ 1973429 w 12192000"/>
                  <a:gd name="connsiteY37" fmla="*/ 2007601 h 3176298"/>
                  <a:gd name="connsiteX38" fmla="*/ 2054013 w 12192000"/>
                  <a:gd name="connsiteY38" fmla="*/ 2030082 h 3176298"/>
                  <a:gd name="connsiteX39" fmla="*/ 2102021 w 12192000"/>
                  <a:gd name="connsiteY39" fmla="*/ 2024557 h 3176298"/>
                  <a:gd name="connsiteX40" fmla="*/ 2149267 w 12192000"/>
                  <a:gd name="connsiteY40" fmla="*/ 2009697 h 3176298"/>
                  <a:gd name="connsiteX41" fmla="*/ 2179556 w 12192000"/>
                  <a:gd name="connsiteY41" fmla="*/ 1995409 h 3176298"/>
                  <a:gd name="connsiteX42" fmla="*/ 2240710 w 12192000"/>
                  <a:gd name="connsiteY42" fmla="*/ 1985312 h 3176298"/>
                  <a:gd name="connsiteX43" fmla="*/ 2251948 w 12192000"/>
                  <a:gd name="connsiteY43" fmla="*/ 1986836 h 3176298"/>
                  <a:gd name="connsiteX44" fmla="*/ 2434456 w 12192000"/>
                  <a:gd name="connsiteY44" fmla="*/ 1999410 h 3176298"/>
                  <a:gd name="connsiteX45" fmla="*/ 2506847 w 12192000"/>
                  <a:gd name="connsiteY45" fmla="*/ 2019603 h 3176298"/>
                  <a:gd name="connsiteX46" fmla="*/ 2522279 w 12192000"/>
                  <a:gd name="connsiteY46" fmla="*/ 2022080 h 3176298"/>
                  <a:gd name="connsiteX47" fmla="*/ 2676398 w 12192000"/>
                  <a:gd name="connsiteY47" fmla="*/ 2044751 h 3176298"/>
                  <a:gd name="connsiteX48" fmla="*/ 2693543 w 12192000"/>
                  <a:gd name="connsiteY48" fmla="*/ 2045703 h 3176298"/>
                  <a:gd name="connsiteX49" fmla="*/ 2741360 w 12192000"/>
                  <a:gd name="connsiteY49" fmla="*/ 2041701 h 3176298"/>
                  <a:gd name="connsiteX50" fmla="*/ 2854140 w 12192000"/>
                  <a:gd name="connsiteY50" fmla="*/ 2082851 h 3176298"/>
                  <a:gd name="connsiteX51" fmla="*/ 2967110 w 12192000"/>
                  <a:gd name="connsiteY51" fmla="*/ 2096949 h 3176298"/>
                  <a:gd name="connsiteX52" fmla="*/ 3029216 w 12192000"/>
                  <a:gd name="connsiteY52" fmla="*/ 2096757 h 3176298"/>
                  <a:gd name="connsiteX53" fmla="*/ 3073604 w 12192000"/>
                  <a:gd name="connsiteY53" fmla="*/ 2106856 h 3176298"/>
                  <a:gd name="connsiteX54" fmla="*/ 3182763 w 12192000"/>
                  <a:gd name="connsiteY54" fmla="*/ 2137527 h 3176298"/>
                  <a:gd name="connsiteX55" fmla="*/ 3234202 w 12192000"/>
                  <a:gd name="connsiteY55" fmla="*/ 2142289 h 3176298"/>
                  <a:gd name="connsiteX56" fmla="*/ 3288877 w 12192000"/>
                  <a:gd name="connsiteY56" fmla="*/ 2152578 h 3176298"/>
                  <a:gd name="connsiteX57" fmla="*/ 3424135 w 12192000"/>
                  <a:gd name="connsiteY57" fmla="*/ 2198680 h 3176298"/>
                  <a:gd name="connsiteX58" fmla="*/ 3534629 w 12192000"/>
                  <a:gd name="connsiteY58" fmla="*/ 2196013 h 3176298"/>
                  <a:gd name="connsiteX59" fmla="*/ 3605116 w 12192000"/>
                  <a:gd name="connsiteY59" fmla="*/ 2196583 h 3176298"/>
                  <a:gd name="connsiteX60" fmla="*/ 3689131 w 12192000"/>
                  <a:gd name="connsiteY60" fmla="*/ 2211824 h 3176298"/>
                  <a:gd name="connsiteX61" fmla="*/ 3757902 w 12192000"/>
                  <a:gd name="connsiteY61" fmla="*/ 2234114 h 3176298"/>
                  <a:gd name="connsiteX62" fmla="*/ 3852966 w 12192000"/>
                  <a:gd name="connsiteY62" fmla="*/ 2251831 h 3176298"/>
                  <a:gd name="connsiteX63" fmla="*/ 3947648 w 12192000"/>
                  <a:gd name="connsiteY63" fmla="*/ 2285932 h 3176298"/>
                  <a:gd name="connsiteX64" fmla="*/ 4013753 w 12192000"/>
                  <a:gd name="connsiteY64" fmla="*/ 2312031 h 3176298"/>
                  <a:gd name="connsiteX65" fmla="*/ 4105766 w 12192000"/>
                  <a:gd name="connsiteY65" fmla="*/ 2335082 h 3176298"/>
                  <a:gd name="connsiteX66" fmla="*/ 4246551 w 12192000"/>
                  <a:gd name="connsiteY66" fmla="*/ 2351274 h 3176298"/>
                  <a:gd name="connsiteX67" fmla="*/ 4311323 w 12192000"/>
                  <a:gd name="connsiteY67" fmla="*/ 2352991 h 3176298"/>
                  <a:gd name="connsiteX68" fmla="*/ 4413817 w 12192000"/>
                  <a:gd name="connsiteY68" fmla="*/ 2390899 h 3176298"/>
                  <a:gd name="connsiteX69" fmla="*/ 4457632 w 12192000"/>
                  <a:gd name="connsiteY69" fmla="*/ 2409188 h 3176298"/>
                  <a:gd name="connsiteX70" fmla="*/ 4497068 w 12192000"/>
                  <a:gd name="connsiteY70" fmla="*/ 2393947 h 3176298"/>
                  <a:gd name="connsiteX71" fmla="*/ 4522596 w 12192000"/>
                  <a:gd name="connsiteY71" fmla="*/ 2376421 h 3176298"/>
                  <a:gd name="connsiteX72" fmla="*/ 4603368 w 12192000"/>
                  <a:gd name="connsiteY72" fmla="*/ 2391282 h 3176298"/>
                  <a:gd name="connsiteX73" fmla="*/ 4689098 w 12192000"/>
                  <a:gd name="connsiteY73" fmla="*/ 2406903 h 3176298"/>
                  <a:gd name="connsiteX74" fmla="*/ 4719697 w 12192000"/>
                  <a:gd name="connsiteY74" fmla="*/ 2413428 h 3176298"/>
                  <a:gd name="connsiteX75" fmla="*/ 4726469 w 12192000"/>
                  <a:gd name="connsiteY75" fmla="*/ 2414298 h 3176298"/>
                  <a:gd name="connsiteX76" fmla="*/ 4785776 w 12192000"/>
                  <a:gd name="connsiteY76" fmla="*/ 2414298 h 3176298"/>
                  <a:gd name="connsiteX77" fmla="*/ 4788661 w 12192000"/>
                  <a:gd name="connsiteY77" fmla="*/ 2414047 h 3176298"/>
                  <a:gd name="connsiteX78" fmla="*/ 4827024 w 12192000"/>
                  <a:gd name="connsiteY78" fmla="*/ 2408999 h 3176298"/>
                  <a:gd name="connsiteX79" fmla="*/ 4887415 w 12192000"/>
                  <a:gd name="connsiteY79" fmla="*/ 2405570 h 3176298"/>
                  <a:gd name="connsiteX80" fmla="*/ 4936184 w 12192000"/>
                  <a:gd name="connsiteY80" fmla="*/ 2395853 h 3176298"/>
                  <a:gd name="connsiteX81" fmla="*/ 4953328 w 12192000"/>
                  <a:gd name="connsiteY81" fmla="*/ 2390138 h 3176298"/>
                  <a:gd name="connsiteX82" fmla="*/ 5089162 w 12192000"/>
                  <a:gd name="connsiteY82" fmla="*/ 2345560 h 3176298"/>
                  <a:gd name="connsiteX83" fmla="*/ 5234326 w 12192000"/>
                  <a:gd name="connsiteY83" fmla="*/ 2309935 h 3176298"/>
                  <a:gd name="connsiteX84" fmla="*/ 5328438 w 12192000"/>
                  <a:gd name="connsiteY84" fmla="*/ 2332416 h 3176298"/>
                  <a:gd name="connsiteX85" fmla="*/ 5363491 w 12192000"/>
                  <a:gd name="connsiteY85" fmla="*/ 2332034 h 3176298"/>
                  <a:gd name="connsiteX86" fmla="*/ 5524660 w 12192000"/>
                  <a:gd name="connsiteY86" fmla="*/ 2337178 h 3176298"/>
                  <a:gd name="connsiteX87" fmla="*/ 5553045 w 12192000"/>
                  <a:gd name="connsiteY87" fmla="*/ 2342701 h 3176298"/>
                  <a:gd name="connsiteX88" fmla="*/ 5706401 w 12192000"/>
                  <a:gd name="connsiteY88" fmla="*/ 2320032 h 3176298"/>
                  <a:gd name="connsiteX89" fmla="*/ 5762029 w 12192000"/>
                  <a:gd name="connsiteY89" fmla="*/ 2316221 h 3176298"/>
                  <a:gd name="connsiteX90" fmla="*/ 5813276 w 12192000"/>
                  <a:gd name="connsiteY90" fmla="*/ 2309935 h 3176298"/>
                  <a:gd name="connsiteX91" fmla="*/ 5884906 w 12192000"/>
                  <a:gd name="connsiteY91" fmla="*/ 2308411 h 3176298"/>
                  <a:gd name="connsiteX92" fmla="*/ 5959204 w 12192000"/>
                  <a:gd name="connsiteY92" fmla="*/ 2311269 h 3176298"/>
                  <a:gd name="connsiteX93" fmla="*/ 6042072 w 12192000"/>
                  <a:gd name="connsiteY93" fmla="*/ 2310697 h 3176298"/>
                  <a:gd name="connsiteX94" fmla="*/ 6074842 w 12192000"/>
                  <a:gd name="connsiteY94" fmla="*/ 2305745 h 3176298"/>
                  <a:gd name="connsiteX95" fmla="*/ 6163425 w 12192000"/>
                  <a:gd name="connsiteY95" fmla="*/ 2309172 h 3176298"/>
                  <a:gd name="connsiteX96" fmla="*/ 6209909 w 12192000"/>
                  <a:gd name="connsiteY96" fmla="*/ 2303459 h 3176298"/>
                  <a:gd name="connsiteX97" fmla="*/ 6286493 w 12192000"/>
                  <a:gd name="connsiteY97" fmla="*/ 2302315 h 3176298"/>
                  <a:gd name="connsiteX98" fmla="*/ 6311449 w 12192000"/>
                  <a:gd name="connsiteY98" fmla="*/ 2300980 h 3176298"/>
                  <a:gd name="connsiteX99" fmla="*/ 6333739 w 12192000"/>
                  <a:gd name="connsiteY99" fmla="*/ 2300218 h 3176298"/>
                  <a:gd name="connsiteX100" fmla="*/ 6410131 w 12192000"/>
                  <a:gd name="connsiteY100" fmla="*/ 2315841 h 3176298"/>
                  <a:gd name="connsiteX101" fmla="*/ 6477951 w 12192000"/>
                  <a:gd name="connsiteY101" fmla="*/ 2316793 h 3176298"/>
                  <a:gd name="connsiteX102" fmla="*/ 6596828 w 12192000"/>
                  <a:gd name="connsiteY102" fmla="*/ 2329368 h 3176298"/>
                  <a:gd name="connsiteX103" fmla="*/ 6623118 w 12192000"/>
                  <a:gd name="connsiteY103" fmla="*/ 2324985 h 3176298"/>
                  <a:gd name="connsiteX104" fmla="*/ 6705417 w 12192000"/>
                  <a:gd name="connsiteY104" fmla="*/ 2323272 h 3176298"/>
                  <a:gd name="connsiteX105" fmla="*/ 6752283 w 12192000"/>
                  <a:gd name="connsiteY105" fmla="*/ 2321937 h 3176298"/>
                  <a:gd name="connsiteX106" fmla="*/ 6810195 w 12192000"/>
                  <a:gd name="connsiteY106" fmla="*/ 2331082 h 3176298"/>
                  <a:gd name="connsiteX107" fmla="*/ 6910782 w 12192000"/>
                  <a:gd name="connsiteY107" fmla="*/ 2350512 h 3176298"/>
                  <a:gd name="connsiteX108" fmla="*/ 6937263 w 12192000"/>
                  <a:gd name="connsiteY108" fmla="*/ 2353561 h 3176298"/>
                  <a:gd name="connsiteX109" fmla="*/ 6985653 w 12192000"/>
                  <a:gd name="connsiteY109" fmla="*/ 2362897 h 3176298"/>
                  <a:gd name="connsiteX110" fmla="*/ 6994415 w 12192000"/>
                  <a:gd name="connsiteY110" fmla="*/ 2364611 h 3176298"/>
                  <a:gd name="connsiteX111" fmla="*/ 7068141 w 12192000"/>
                  <a:gd name="connsiteY111" fmla="*/ 2388234 h 3176298"/>
                  <a:gd name="connsiteX112" fmla="*/ 7106432 w 12192000"/>
                  <a:gd name="connsiteY112" fmla="*/ 2390138 h 3176298"/>
                  <a:gd name="connsiteX113" fmla="*/ 7216547 w 12192000"/>
                  <a:gd name="connsiteY113" fmla="*/ 2390330 h 3176298"/>
                  <a:gd name="connsiteX114" fmla="*/ 7263220 w 12192000"/>
                  <a:gd name="connsiteY114" fmla="*/ 2386709 h 3176298"/>
                  <a:gd name="connsiteX115" fmla="*/ 7375428 w 12192000"/>
                  <a:gd name="connsiteY115" fmla="*/ 2372803 h 3176298"/>
                  <a:gd name="connsiteX116" fmla="*/ 7445916 w 12192000"/>
                  <a:gd name="connsiteY116" fmla="*/ 2365945 h 3176298"/>
                  <a:gd name="connsiteX117" fmla="*/ 7526880 w 12192000"/>
                  <a:gd name="connsiteY117" fmla="*/ 2355084 h 3176298"/>
                  <a:gd name="connsiteX118" fmla="*/ 7619655 w 12192000"/>
                  <a:gd name="connsiteY118" fmla="*/ 2348226 h 3176298"/>
                  <a:gd name="connsiteX119" fmla="*/ 7788636 w 12192000"/>
                  <a:gd name="connsiteY119" fmla="*/ 2327461 h 3176298"/>
                  <a:gd name="connsiteX120" fmla="*/ 7952280 w 12192000"/>
                  <a:gd name="connsiteY120" fmla="*/ 2305935 h 3176298"/>
                  <a:gd name="connsiteX121" fmla="*/ 8019339 w 12192000"/>
                  <a:gd name="connsiteY121" fmla="*/ 2286884 h 3176298"/>
                  <a:gd name="connsiteX122" fmla="*/ 8137835 w 12192000"/>
                  <a:gd name="connsiteY122" fmla="*/ 2259832 h 3176298"/>
                  <a:gd name="connsiteX123" fmla="*/ 8189651 w 12192000"/>
                  <a:gd name="connsiteY123" fmla="*/ 2243639 h 3176298"/>
                  <a:gd name="connsiteX124" fmla="*/ 8313671 w 12192000"/>
                  <a:gd name="connsiteY124" fmla="*/ 2209920 h 3176298"/>
                  <a:gd name="connsiteX125" fmla="*/ 8459979 w 12192000"/>
                  <a:gd name="connsiteY125" fmla="*/ 2158864 h 3176298"/>
                  <a:gd name="connsiteX126" fmla="*/ 8516369 w 12192000"/>
                  <a:gd name="connsiteY126" fmla="*/ 2144003 h 3176298"/>
                  <a:gd name="connsiteX127" fmla="*/ 8657726 w 12192000"/>
                  <a:gd name="connsiteY127" fmla="*/ 2106284 h 3176298"/>
                  <a:gd name="connsiteX128" fmla="*/ 8711448 w 12192000"/>
                  <a:gd name="connsiteY128" fmla="*/ 2098664 h 3176298"/>
                  <a:gd name="connsiteX129" fmla="*/ 8772219 w 12192000"/>
                  <a:gd name="connsiteY129" fmla="*/ 2082280 h 3176298"/>
                  <a:gd name="connsiteX130" fmla="*/ 8845565 w 12192000"/>
                  <a:gd name="connsiteY130" fmla="*/ 2053705 h 3176298"/>
                  <a:gd name="connsiteX131" fmla="*/ 8967871 w 12192000"/>
                  <a:gd name="connsiteY131" fmla="*/ 2011221 h 3176298"/>
                  <a:gd name="connsiteX132" fmla="*/ 9015878 w 12192000"/>
                  <a:gd name="connsiteY132" fmla="*/ 2001124 h 3176298"/>
                  <a:gd name="connsiteX133" fmla="*/ 9234579 w 12192000"/>
                  <a:gd name="connsiteY133" fmla="*/ 1935209 h 3176298"/>
                  <a:gd name="connsiteX134" fmla="*/ 9346597 w 12192000"/>
                  <a:gd name="connsiteY134" fmla="*/ 1896917 h 3176298"/>
                  <a:gd name="connsiteX135" fmla="*/ 9416321 w 12192000"/>
                  <a:gd name="connsiteY135" fmla="*/ 1880724 h 3176298"/>
                  <a:gd name="connsiteX136" fmla="*/ 9477283 w 12192000"/>
                  <a:gd name="connsiteY136" fmla="*/ 1856149 h 3176298"/>
                  <a:gd name="connsiteX137" fmla="*/ 9666265 w 12192000"/>
                  <a:gd name="connsiteY137" fmla="*/ 1787186 h 3176298"/>
                  <a:gd name="connsiteX138" fmla="*/ 9754088 w 12192000"/>
                  <a:gd name="connsiteY138" fmla="*/ 1741464 h 3176298"/>
                  <a:gd name="connsiteX139" fmla="*/ 9899446 w 12192000"/>
                  <a:gd name="connsiteY139" fmla="*/ 1656880 h 3176298"/>
                  <a:gd name="connsiteX140" fmla="*/ 9993175 w 12192000"/>
                  <a:gd name="connsiteY140" fmla="*/ 1576487 h 3176298"/>
                  <a:gd name="connsiteX141" fmla="*/ 10044230 w 12192000"/>
                  <a:gd name="connsiteY141" fmla="*/ 1540480 h 3176298"/>
                  <a:gd name="connsiteX142" fmla="*/ 10131863 w 12192000"/>
                  <a:gd name="connsiteY142" fmla="*/ 1485613 h 3176298"/>
                  <a:gd name="connsiteX143" fmla="*/ 10242357 w 12192000"/>
                  <a:gd name="connsiteY143" fmla="*/ 1410555 h 3176298"/>
                  <a:gd name="connsiteX144" fmla="*/ 10363709 w 12192000"/>
                  <a:gd name="connsiteY144" fmla="*/ 1359499 h 3176298"/>
                  <a:gd name="connsiteX145" fmla="*/ 10428291 w 12192000"/>
                  <a:gd name="connsiteY145" fmla="*/ 1314920 h 3176298"/>
                  <a:gd name="connsiteX146" fmla="*/ 10490969 w 12192000"/>
                  <a:gd name="connsiteY146" fmla="*/ 1267104 h 3176298"/>
                  <a:gd name="connsiteX147" fmla="*/ 10523354 w 12192000"/>
                  <a:gd name="connsiteY147" fmla="*/ 1238337 h 3176298"/>
                  <a:gd name="connsiteX148" fmla="*/ 10590031 w 12192000"/>
                  <a:gd name="connsiteY148" fmla="*/ 1191664 h 3176298"/>
                  <a:gd name="connsiteX149" fmla="*/ 10656519 w 12192000"/>
                  <a:gd name="connsiteY149" fmla="*/ 1156038 h 3176298"/>
                  <a:gd name="connsiteX150" fmla="*/ 10703573 w 12192000"/>
                  <a:gd name="connsiteY150" fmla="*/ 1120603 h 3176298"/>
                  <a:gd name="connsiteX151" fmla="*/ 10764534 w 12192000"/>
                  <a:gd name="connsiteY151" fmla="*/ 1067643 h 3176298"/>
                  <a:gd name="connsiteX152" fmla="*/ 10850453 w 12192000"/>
                  <a:gd name="connsiteY152" fmla="*/ 1014301 h 3176298"/>
                  <a:gd name="connsiteX153" fmla="*/ 10929704 w 12192000"/>
                  <a:gd name="connsiteY153" fmla="*/ 980201 h 3176298"/>
                  <a:gd name="connsiteX154" fmla="*/ 10967423 w 12192000"/>
                  <a:gd name="connsiteY154" fmla="*/ 930289 h 3176298"/>
                  <a:gd name="connsiteX155" fmla="*/ 11058869 w 12192000"/>
                  <a:gd name="connsiteY155" fmla="*/ 838084 h 3176298"/>
                  <a:gd name="connsiteX156" fmla="*/ 11172600 w 12192000"/>
                  <a:gd name="connsiteY156" fmla="*/ 762834 h 3176298"/>
                  <a:gd name="connsiteX157" fmla="*/ 11275283 w 12192000"/>
                  <a:gd name="connsiteY157" fmla="*/ 673676 h 3176298"/>
                  <a:gd name="connsiteX158" fmla="*/ 11320623 w 12192000"/>
                  <a:gd name="connsiteY158" fmla="*/ 639195 h 3176298"/>
                  <a:gd name="connsiteX159" fmla="*/ 11374346 w 12192000"/>
                  <a:gd name="connsiteY159" fmla="*/ 601664 h 3176298"/>
                  <a:gd name="connsiteX160" fmla="*/ 11448453 w 12192000"/>
                  <a:gd name="connsiteY160" fmla="*/ 567755 h 3176298"/>
                  <a:gd name="connsiteX161" fmla="*/ 11532275 w 12192000"/>
                  <a:gd name="connsiteY161" fmla="*/ 522605 h 3176298"/>
                  <a:gd name="connsiteX162" fmla="*/ 11562947 w 12192000"/>
                  <a:gd name="connsiteY162" fmla="*/ 486598 h 3176298"/>
                  <a:gd name="connsiteX163" fmla="*/ 11672489 w 12192000"/>
                  <a:gd name="connsiteY163" fmla="*/ 335337 h 3176298"/>
                  <a:gd name="connsiteX164" fmla="*/ 11821656 w 12192000"/>
                  <a:gd name="connsiteY164" fmla="*/ 207889 h 3176298"/>
                  <a:gd name="connsiteX165" fmla="*/ 11986443 w 12192000"/>
                  <a:gd name="connsiteY165" fmla="*/ 104824 h 3176298"/>
                  <a:gd name="connsiteX166" fmla="*/ 12026448 w 12192000"/>
                  <a:gd name="connsiteY166" fmla="*/ 88821 h 3176298"/>
                  <a:gd name="connsiteX167" fmla="*/ 12160947 w 12192000"/>
                  <a:gd name="connsiteY167" fmla="*/ 28621 h 3176298"/>
                  <a:gd name="connsiteX168" fmla="*/ 12192000 w 12192000"/>
                  <a:gd name="connsiteY168" fmla="*/ 0 h 31762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Lst>
                <a:rect l="l" t="t" r="r" b="b"/>
                <a:pathLst>
                  <a:path w="12192000" h="3176298">
                    <a:moveTo>
                      <a:pt x="12192000" y="0"/>
                    </a:moveTo>
                    <a:lnTo>
                      <a:pt x="12192000" y="3176298"/>
                    </a:lnTo>
                    <a:lnTo>
                      <a:pt x="0" y="3176298"/>
                    </a:lnTo>
                    <a:lnTo>
                      <a:pt x="0" y="2264980"/>
                    </a:lnTo>
                    <a:lnTo>
                      <a:pt x="544" y="2264980"/>
                    </a:lnTo>
                    <a:lnTo>
                      <a:pt x="544" y="2392219"/>
                    </a:lnTo>
                    <a:lnTo>
                      <a:pt x="61197" y="2387448"/>
                    </a:lnTo>
                    <a:cubicBezTo>
                      <a:pt x="80794" y="2382137"/>
                      <a:pt x="99990" y="2374707"/>
                      <a:pt x="119613" y="2369945"/>
                    </a:cubicBezTo>
                    <a:cubicBezTo>
                      <a:pt x="137898" y="2365563"/>
                      <a:pt x="155046" y="2355466"/>
                      <a:pt x="172384" y="2347084"/>
                    </a:cubicBezTo>
                    <a:cubicBezTo>
                      <a:pt x="205529" y="2331082"/>
                      <a:pt x="240965" y="2341178"/>
                      <a:pt x="274873" y="2336988"/>
                    </a:cubicBezTo>
                    <a:cubicBezTo>
                      <a:pt x="285732" y="2335653"/>
                      <a:pt x="296590" y="2334130"/>
                      <a:pt x="307259" y="2331461"/>
                    </a:cubicBezTo>
                    <a:cubicBezTo>
                      <a:pt x="336408" y="2324413"/>
                      <a:pt x="366127" y="2318317"/>
                      <a:pt x="394511" y="2308601"/>
                    </a:cubicBezTo>
                    <a:cubicBezTo>
                      <a:pt x="426709" y="2297743"/>
                      <a:pt x="457572" y="2283264"/>
                      <a:pt x="494337" y="2268213"/>
                    </a:cubicBezTo>
                    <a:cubicBezTo>
                      <a:pt x="507102" y="2272024"/>
                      <a:pt x="526724" y="2282312"/>
                      <a:pt x="546917" y="2283264"/>
                    </a:cubicBezTo>
                    <a:cubicBezTo>
                      <a:pt x="611880" y="2286503"/>
                      <a:pt x="672650" y="2268786"/>
                      <a:pt x="730754" y="2240780"/>
                    </a:cubicBezTo>
                    <a:cubicBezTo>
                      <a:pt x="748471" y="2232399"/>
                      <a:pt x="767524" y="2226874"/>
                      <a:pt x="785432" y="2218682"/>
                    </a:cubicBezTo>
                    <a:cubicBezTo>
                      <a:pt x="791717" y="2215826"/>
                      <a:pt x="799909" y="2209730"/>
                      <a:pt x="801053" y="2204013"/>
                    </a:cubicBezTo>
                    <a:cubicBezTo>
                      <a:pt x="807719" y="2170866"/>
                      <a:pt x="832486" y="2171436"/>
                      <a:pt x="858205" y="2169532"/>
                    </a:cubicBezTo>
                    <a:cubicBezTo>
                      <a:pt x="888877" y="2167247"/>
                      <a:pt x="919165" y="2161912"/>
                      <a:pt x="949646" y="2157340"/>
                    </a:cubicBezTo>
                    <a:cubicBezTo>
                      <a:pt x="953648" y="2156768"/>
                      <a:pt x="957266" y="2152768"/>
                      <a:pt x="960887" y="2150099"/>
                    </a:cubicBezTo>
                    <a:cubicBezTo>
                      <a:pt x="966411" y="2146099"/>
                      <a:pt x="971554" y="2140003"/>
                      <a:pt x="977653" y="2138480"/>
                    </a:cubicBezTo>
                    <a:cubicBezTo>
                      <a:pt x="1008894" y="2131049"/>
                      <a:pt x="1040327" y="2124763"/>
                      <a:pt x="1071762" y="2117905"/>
                    </a:cubicBezTo>
                    <a:cubicBezTo>
                      <a:pt x="1078810" y="2116380"/>
                      <a:pt x="1086048" y="2114476"/>
                      <a:pt x="1092527" y="2111428"/>
                    </a:cubicBezTo>
                    <a:cubicBezTo>
                      <a:pt x="1098623" y="2108570"/>
                      <a:pt x="1103767" y="2103616"/>
                      <a:pt x="1109865" y="2100568"/>
                    </a:cubicBezTo>
                    <a:cubicBezTo>
                      <a:pt x="1126437" y="2092378"/>
                      <a:pt x="1143394" y="2084757"/>
                      <a:pt x="1162823" y="2075613"/>
                    </a:cubicBezTo>
                    <a:cubicBezTo>
                      <a:pt x="1173681" y="2092757"/>
                      <a:pt x="1188354" y="2083041"/>
                      <a:pt x="1206641" y="2074851"/>
                    </a:cubicBezTo>
                    <a:cubicBezTo>
                      <a:pt x="1225310" y="2066468"/>
                      <a:pt x="1246837" y="2063801"/>
                      <a:pt x="1267411" y="2060753"/>
                    </a:cubicBezTo>
                    <a:cubicBezTo>
                      <a:pt x="1305132" y="2055228"/>
                      <a:pt x="1343044" y="2051799"/>
                      <a:pt x="1380762" y="2046847"/>
                    </a:cubicBezTo>
                    <a:cubicBezTo>
                      <a:pt x="1388765" y="2045703"/>
                      <a:pt x="1397909" y="2043608"/>
                      <a:pt x="1404006" y="2038844"/>
                    </a:cubicBezTo>
                    <a:cubicBezTo>
                      <a:pt x="1445725" y="2006839"/>
                      <a:pt x="1496403" y="1997887"/>
                      <a:pt x="1544598" y="2000932"/>
                    </a:cubicBezTo>
                    <a:cubicBezTo>
                      <a:pt x="1582510" y="2003220"/>
                      <a:pt x="1619658" y="2004935"/>
                      <a:pt x="1657188" y="2001697"/>
                    </a:cubicBezTo>
                    <a:cubicBezTo>
                      <a:pt x="1660046" y="2001505"/>
                      <a:pt x="1663856" y="2001887"/>
                      <a:pt x="1665950" y="2003411"/>
                    </a:cubicBezTo>
                    <a:cubicBezTo>
                      <a:pt x="1678904" y="2013507"/>
                      <a:pt x="1692431" y="2014269"/>
                      <a:pt x="1709006" y="2015983"/>
                    </a:cubicBezTo>
                    <a:cubicBezTo>
                      <a:pt x="1732439" y="2018461"/>
                      <a:pt x="1753965" y="2016745"/>
                      <a:pt x="1775684" y="2012555"/>
                    </a:cubicBezTo>
                    <a:cubicBezTo>
                      <a:pt x="1791496" y="2009507"/>
                      <a:pt x="1807497" y="2003220"/>
                      <a:pt x="1821596" y="1995218"/>
                    </a:cubicBezTo>
                    <a:cubicBezTo>
                      <a:pt x="1841216" y="1983978"/>
                      <a:pt x="1860079" y="1979597"/>
                      <a:pt x="1878748" y="1994457"/>
                    </a:cubicBezTo>
                    <a:cubicBezTo>
                      <a:pt x="1898940" y="2010269"/>
                      <a:pt x="1921800" y="2004745"/>
                      <a:pt x="1944092" y="2005315"/>
                    </a:cubicBezTo>
                    <a:cubicBezTo>
                      <a:pt x="1953806" y="2005507"/>
                      <a:pt x="1964094" y="2005124"/>
                      <a:pt x="1973429" y="2007601"/>
                    </a:cubicBezTo>
                    <a:cubicBezTo>
                      <a:pt x="2000479" y="2014651"/>
                      <a:pt x="2026581" y="2025320"/>
                      <a:pt x="2054013" y="2030082"/>
                    </a:cubicBezTo>
                    <a:cubicBezTo>
                      <a:pt x="2069254" y="2032747"/>
                      <a:pt x="2086208" y="2027986"/>
                      <a:pt x="2102021" y="2024557"/>
                    </a:cubicBezTo>
                    <a:cubicBezTo>
                      <a:pt x="2118023" y="2020937"/>
                      <a:pt x="2133834" y="2015413"/>
                      <a:pt x="2149267" y="2009697"/>
                    </a:cubicBezTo>
                    <a:cubicBezTo>
                      <a:pt x="2159743" y="2005887"/>
                      <a:pt x="2171173" y="2002267"/>
                      <a:pt x="2179556" y="1995409"/>
                    </a:cubicBezTo>
                    <a:cubicBezTo>
                      <a:pt x="2198608" y="1979788"/>
                      <a:pt x="2218229" y="1977120"/>
                      <a:pt x="2240710" y="1985312"/>
                    </a:cubicBezTo>
                    <a:cubicBezTo>
                      <a:pt x="2244137" y="1986647"/>
                      <a:pt x="2248138" y="1986647"/>
                      <a:pt x="2251948" y="1986836"/>
                    </a:cubicBezTo>
                    <a:cubicBezTo>
                      <a:pt x="2312915" y="1990836"/>
                      <a:pt x="2373874" y="1993314"/>
                      <a:pt x="2434456" y="1999410"/>
                    </a:cubicBezTo>
                    <a:cubicBezTo>
                      <a:pt x="2459029" y="2001887"/>
                      <a:pt x="2482652" y="2012745"/>
                      <a:pt x="2506847" y="2019603"/>
                    </a:cubicBezTo>
                    <a:cubicBezTo>
                      <a:pt x="2511800" y="2020937"/>
                      <a:pt x="2517327" y="2023033"/>
                      <a:pt x="2522279" y="2022080"/>
                    </a:cubicBezTo>
                    <a:cubicBezTo>
                      <a:pt x="2576191" y="2012555"/>
                      <a:pt x="2626677" y="2026461"/>
                      <a:pt x="2676398" y="2044751"/>
                    </a:cubicBezTo>
                    <a:cubicBezTo>
                      <a:pt x="2681540" y="2046656"/>
                      <a:pt x="2687827" y="2046084"/>
                      <a:pt x="2693543" y="2045703"/>
                    </a:cubicBezTo>
                    <a:cubicBezTo>
                      <a:pt x="2709548" y="2044370"/>
                      <a:pt x="2726882" y="2037701"/>
                      <a:pt x="2741360" y="2041701"/>
                    </a:cubicBezTo>
                    <a:cubicBezTo>
                      <a:pt x="2779842" y="2052753"/>
                      <a:pt x="2817943" y="2066087"/>
                      <a:pt x="2854140" y="2082851"/>
                    </a:cubicBezTo>
                    <a:cubicBezTo>
                      <a:pt x="2890910" y="2099805"/>
                      <a:pt x="2925008" y="2114095"/>
                      <a:pt x="2967110" y="2096949"/>
                    </a:cubicBezTo>
                    <a:cubicBezTo>
                      <a:pt x="2985016" y="2089709"/>
                      <a:pt x="3008639" y="2094853"/>
                      <a:pt x="3029216" y="2096757"/>
                    </a:cubicBezTo>
                    <a:cubicBezTo>
                      <a:pt x="3044264" y="2098282"/>
                      <a:pt x="3058743" y="2106856"/>
                      <a:pt x="3073604" y="2106856"/>
                    </a:cubicBezTo>
                    <a:cubicBezTo>
                      <a:pt x="3113231" y="2106856"/>
                      <a:pt x="3148472" y="2116953"/>
                      <a:pt x="3182763" y="2137527"/>
                    </a:cubicBezTo>
                    <a:cubicBezTo>
                      <a:pt x="3196102" y="2145528"/>
                      <a:pt x="3216867" y="2140193"/>
                      <a:pt x="3234202" y="2142289"/>
                    </a:cubicBezTo>
                    <a:cubicBezTo>
                      <a:pt x="3252492" y="2144765"/>
                      <a:pt x="3271348" y="2147051"/>
                      <a:pt x="3288877" y="2152578"/>
                    </a:cubicBezTo>
                    <a:cubicBezTo>
                      <a:pt x="3334216" y="2167056"/>
                      <a:pt x="3378986" y="2183439"/>
                      <a:pt x="3424135" y="2198680"/>
                    </a:cubicBezTo>
                    <a:cubicBezTo>
                      <a:pt x="3461282" y="2211253"/>
                      <a:pt x="3497862" y="2201347"/>
                      <a:pt x="3534629" y="2196013"/>
                    </a:cubicBezTo>
                    <a:cubicBezTo>
                      <a:pt x="3557682" y="2192583"/>
                      <a:pt x="3579206" y="2184391"/>
                      <a:pt x="3605116" y="2196583"/>
                    </a:cubicBezTo>
                    <a:cubicBezTo>
                      <a:pt x="3629882" y="2208205"/>
                      <a:pt x="3661315" y="2205537"/>
                      <a:pt x="3689131" y="2211824"/>
                    </a:cubicBezTo>
                    <a:cubicBezTo>
                      <a:pt x="3712565" y="2217157"/>
                      <a:pt x="3735231" y="2225732"/>
                      <a:pt x="3757902" y="2234114"/>
                    </a:cubicBezTo>
                    <a:cubicBezTo>
                      <a:pt x="3788766" y="2245545"/>
                      <a:pt x="3819245" y="2257545"/>
                      <a:pt x="3852966" y="2251831"/>
                    </a:cubicBezTo>
                    <a:cubicBezTo>
                      <a:pt x="3891259" y="2245353"/>
                      <a:pt x="3917546" y="2269738"/>
                      <a:pt x="3947648" y="2285932"/>
                    </a:cubicBezTo>
                    <a:cubicBezTo>
                      <a:pt x="3968414" y="2296980"/>
                      <a:pt x="3991083" y="2305172"/>
                      <a:pt x="4013753" y="2312031"/>
                    </a:cubicBezTo>
                    <a:cubicBezTo>
                      <a:pt x="4044043" y="2320985"/>
                      <a:pt x="4075285" y="2326320"/>
                      <a:pt x="4105766" y="2335082"/>
                    </a:cubicBezTo>
                    <a:cubicBezTo>
                      <a:pt x="4151870" y="2348226"/>
                      <a:pt x="4198546" y="2358514"/>
                      <a:pt x="4246551" y="2351274"/>
                    </a:cubicBezTo>
                    <a:cubicBezTo>
                      <a:pt x="4268649" y="2348036"/>
                      <a:pt x="4289227" y="2348226"/>
                      <a:pt x="4311323" y="2352991"/>
                    </a:cubicBezTo>
                    <a:cubicBezTo>
                      <a:pt x="4347518" y="2360801"/>
                      <a:pt x="4384668" y="2361753"/>
                      <a:pt x="4413817" y="2390899"/>
                    </a:cubicBezTo>
                    <a:cubicBezTo>
                      <a:pt x="4424104" y="2401188"/>
                      <a:pt x="4442581" y="2403853"/>
                      <a:pt x="4457632" y="2409188"/>
                    </a:cubicBezTo>
                    <a:cubicBezTo>
                      <a:pt x="4474969" y="2415476"/>
                      <a:pt x="4487731" y="2412236"/>
                      <a:pt x="4497068" y="2393947"/>
                    </a:cubicBezTo>
                    <a:cubicBezTo>
                      <a:pt x="4501257" y="2385757"/>
                      <a:pt x="4513260" y="2377755"/>
                      <a:pt x="4522596" y="2376421"/>
                    </a:cubicBezTo>
                    <a:cubicBezTo>
                      <a:pt x="4550599" y="2372421"/>
                      <a:pt x="4576318" y="2378327"/>
                      <a:pt x="4603368" y="2391282"/>
                    </a:cubicBezTo>
                    <a:cubicBezTo>
                      <a:pt x="4628705" y="2403474"/>
                      <a:pt x="4660331" y="2402140"/>
                      <a:pt x="4689098" y="2406903"/>
                    </a:cubicBezTo>
                    <a:cubicBezTo>
                      <a:pt x="4699289" y="2408618"/>
                      <a:pt x="4709482" y="2411237"/>
                      <a:pt x="4719697" y="2413428"/>
                    </a:cubicBezTo>
                    <a:lnTo>
                      <a:pt x="4726469" y="2414298"/>
                    </a:lnTo>
                    <a:lnTo>
                      <a:pt x="4785776" y="2414298"/>
                    </a:lnTo>
                    <a:lnTo>
                      <a:pt x="4788661" y="2414047"/>
                    </a:lnTo>
                    <a:cubicBezTo>
                      <a:pt x="4801401" y="2412237"/>
                      <a:pt x="4814166" y="2410142"/>
                      <a:pt x="4827024" y="2408999"/>
                    </a:cubicBezTo>
                    <a:cubicBezTo>
                      <a:pt x="4847027" y="2407095"/>
                      <a:pt x="4867412" y="2407856"/>
                      <a:pt x="4887415" y="2405570"/>
                    </a:cubicBezTo>
                    <a:cubicBezTo>
                      <a:pt x="4903799" y="2403853"/>
                      <a:pt x="4919991" y="2399474"/>
                      <a:pt x="4936184" y="2395853"/>
                    </a:cubicBezTo>
                    <a:cubicBezTo>
                      <a:pt x="4942089" y="2394520"/>
                      <a:pt x="4947996" y="2389376"/>
                      <a:pt x="4953328" y="2390138"/>
                    </a:cubicBezTo>
                    <a:cubicBezTo>
                      <a:pt x="5006292" y="2398330"/>
                      <a:pt x="5044391" y="2361753"/>
                      <a:pt x="5089162" y="2345560"/>
                    </a:cubicBezTo>
                    <a:cubicBezTo>
                      <a:pt x="5136216" y="2328413"/>
                      <a:pt x="5181748" y="2302124"/>
                      <a:pt x="5234326" y="2309935"/>
                    </a:cubicBezTo>
                    <a:cubicBezTo>
                      <a:pt x="5266141" y="2314697"/>
                      <a:pt x="5296812" y="2325747"/>
                      <a:pt x="5328438" y="2332416"/>
                    </a:cubicBezTo>
                    <a:cubicBezTo>
                      <a:pt x="5339677" y="2334701"/>
                      <a:pt x="5352250" y="2334320"/>
                      <a:pt x="5363491" y="2332034"/>
                    </a:cubicBezTo>
                    <a:cubicBezTo>
                      <a:pt x="5417784" y="2321555"/>
                      <a:pt x="5471316" y="2320032"/>
                      <a:pt x="5524660" y="2337178"/>
                    </a:cubicBezTo>
                    <a:cubicBezTo>
                      <a:pt x="5533802" y="2340036"/>
                      <a:pt x="5543518" y="2342701"/>
                      <a:pt x="5553045" y="2342701"/>
                    </a:cubicBezTo>
                    <a:cubicBezTo>
                      <a:pt x="5605244" y="2342701"/>
                      <a:pt x="5656488" y="2338701"/>
                      <a:pt x="5706401" y="2320032"/>
                    </a:cubicBezTo>
                    <a:cubicBezTo>
                      <a:pt x="5723166" y="2313745"/>
                      <a:pt x="5743551" y="2317745"/>
                      <a:pt x="5762029" y="2316221"/>
                    </a:cubicBezTo>
                    <a:cubicBezTo>
                      <a:pt x="5779174" y="2314889"/>
                      <a:pt x="5796702" y="2314317"/>
                      <a:pt x="5813276" y="2309935"/>
                    </a:cubicBezTo>
                    <a:cubicBezTo>
                      <a:pt x="5837472" y="2303459"/>
                      <a:pt x="5859949" y="2302697"/>
                      <a:pt x="5884906" y="2308411"/>
                    </a:cubicBezTo>
                    <a:cubicBezTo>
                      <a:pt x="5908719" y="2313745"/>
                      <a:pt x="5934438" y="2311079"/>
                      <a:pt x="5959204" y="2311269"/>
                    </a:cubicBezTo>
                    <a:cubicBezTo>
                      <a:pt x="5986828" y="2311459"/>
                      <a:pt x="6014449" y="2311649"/>
                      <a:pt x="6042072" y="2310697"/>
                    </a:cubicBezTo>
                    <a:cubicBezTo>
                      <a:pt x="6053124" y="2310317"/>
                      <a:pt x="6065695" y="2302697"/>
                      <a:pt x="6074842" y="2305745"/>
                    </a:cubicBezTo>
                    <a:cubicBezTo>
                      <a:pt x="6104368" y="2316031"/>
                      <a:pt x="6133897" y="2303649"/>
                      <a:pt x="6163425" y="2309172"/>
                    </a:cubicBezTo>
                    <a:cubicBezTo>
                      <a:pt x="6177905" y="2312031"/>
                      <a:pt x="6194288" y="2304220"/>
                      <a:pt x="6209909" y="2303459"/>
                    </a:cubicBezTo>
                    <a:cubicBezTo>
                      <a:pt x="6235437" y="2302124"/>
                      <a:pt x="6260964" y="2302697"/>
                      <a:pt x="6286493" y="2302315"/>
                    </a:cubicBezTo>
                    <a:cubicBezTo>
                      <a:pt x="6294876" y="2302124"/>
                      <a:pt x="6303068" y="2301362"/>
                      <a:pt x="6311449" y="2300980"/>
                    </a:cubicBezTo>
                    <a:cubicBezTo>
                      <a:pt x="6318880" y="2300601"/>
                      <a:pt x="6326691" y="2298887"/>
                      <a:pt x="6333739" y="2300218"/>
                    </a:cubicBezTo>
                    <a:cubicBezTo>
                      <a:pt x="6359268" y="2304983"/>
                      <a:pt x="6384414" y="2312793"/>
                      <a:pt x="6410131" y="2315841"/>
                    </a:cubicBezTo>
                    <a:cubicBezTo>
                      <a:pt x="6432420" y="2318507"/>
                      <a:pt x="6455472" y="2314889"/>
                      <a:pt x="6477951" y="2316793"/>
                    </a:cubicBezTo>
                    <a:cubicBezTo>
                      <a:pt x="6517576" y="2320032"/>
                      <a:pt x="6557201" y="2325747"/>
                      <a:pt x="6596828" y="2329368"/>
                    </a:cubicBezTo>
                    <a:cubicBezTo>
                      <a:pt x="6605401" y="2330130"/>
                      <a:pt x="6614353" y="2325365"/>
                      <a:pt x="6623118" y="2324985"/>
                    </a:cubicBezTo>
                    <a:cubicBezTo>
                      <a:pt x="6650551" y="2324033"/>
                      <a:pt x="6677984" y="2323841"/>
                      <a:pt x="6705417" y="2323272"/>
                    </a:cubicBezTo>
                    <a:cubicBezTo>
                      <a:pt x="6721038" y="2323080"/>
                      <a:pt x="6736851" y="2323651"/>
                      <a:pt x="6752283" y="2321937"/>
                    </a:cubicBezTo>
                    <a:cubicBezTo>
                      <a:pt x="6772665" y="2319651"/>
                      <a:pt x="6791144" y="2316221"/>
                      <a:pt x="6810195" y="2331082"/>
                    </a:cubicBezTo>
                    <a:cubicBezTo>
                      <a:pt x="6839534" y="2354132"/>
                      <a:pt x="6876872" y="2345178"/>
                      <a:pt x="6910782" y="2350512"/>
                    </a:cubicBezTo>
                    <a:cubicBezTo>
                      <a:pt x="6919547" y="2351847"/>
                      <a:pt x="6928501" y="2352036"/>
                      <a:pt x="6937263" y="2353561"/>
                    </a:cubicBezTo>
                    <a:cubicBezTo>
                      <a:pt x="6953457" y="2356418"/>
                      <a:pt x="6969457" y="2359657"/>
                      <a:pt x="6985653" y="2362897"/>
                    </a:cubicBezTo>
                    <a:cubicBezTo>
                      <a:pt x="6988509" y="2363467"/>
                      <a:pt x="6991747" y="2363659"/>
                      <a:pt x="6994415" y="2364611"/>
                    </a:cubicBezTo>
                    <a:cubicBezTo>
                      <a:pt x="7018991" y="2372611"/>
                      <a:pt x="7043184" y="2381755"/>
                      <a:pt x="7068141" y="2388234"/>
                    </a:cubicBezTo>
                    <a:cubicBezTo>
                      <a:pt x="7080334" y="2391472"/>
                      <a:pt x="7093860" y="2391853"/>
                      <a:pt x="7106432" y="2390138"/>
                    </a:cubicBezTo>
                    <a:cubicBezTo>
                      <a:pt x="7143199" y="2385185"/>
                      <a:pt x="7179587" y="2383089"/>
                      <a:pt x="7216547" y="2390330"/>
                    </a:cubicBezTo>
                    <a:cubicBezTo>
                      <a:pt x="7231214" y="2393186"/>
                      <a:pt x="7247599" y="2388424"/>
                      <a:pt x="7263220" y="2386709"/>
                    </a:cubicBezTo>
                    <a:cubicBezTo>
                      <a:pt x="7300559" y="2382137"/>
                      <a:pt x="7337899" y="2377183"/>
                      <a:pt x="7375428" y="2372803"/>
                    </a:cubicBezTo>
                    <a:cubicBezTo>
                      <a:pt x="7398860" y="2370135"/>
                      <a:pt x="7422483" y="2368611"/>
                      <a:pt x="7445916" y="2365945"/>
                    </a:cubicBezTo>
                    <a:cubicBezTo>
                      <a:pt x="7472967" y="2362705"/>
                      <a:pt x="7499828" y="2357753"/>
                      <a:pt x="7526880" y="2355084"/>
                    </a:cubicBezTo>
                    <a:cubicBezTo>
                      <a:pt x="7557742" y="2352036"/>
                      <a:pt x="7588795" y="2351466"/>
                      <a:pt x="7619655" y="2348226"/>
                    </a:cubicBezTo>
                    <a:cubicBezTo>
                      <a:pt x="7676047" y="2341940"/>
                      <a:pt x="7732247" y="2334509"/>
                      <a:pt x="7788636" y="2327461"/>
                    </a:cubicBezTo>
                    <a:cubicBezTo>
                      <a:pt x="7843311" y="2320603"/>
                      <a:pt x="7897987" y="2314507"/>
                      <a:pt x="7952280" y="2305935"/>
                    </a:cubicBezTo>
                    <a:cubicBezTo>
                      <a:pt x="7975142" y="2302315"/>
                      <a:pt x="7996859" y="2292408"/>
                      <a:pt x="8019339" y="2286884"/>
                    </a:cubicBezTo>
                    <a:cubicBezTo>
                      <a:pt x="8058774" y="2277357"/>
                      <a:pt x="8098590" y="2269357"/>
                      <a:pt x="8137835" y="2259832"/>
                    </a:cubicBezTo>
                    <a:cubicBezTo>
                      <a:pt x="8155359" y="2255641"/>
                      <a:pt x="8172124" y="2248593"/>
                      <a:pt x="8189651" y="2243639"/>
                    </a:cubicBezTo>
                    <a:cubicBezTo>
                      <a:pt x="8230992" y="2232208"/>
                      <a:pt x="8272903" y="2222874"/>
                      <a:pt x="8313671" y="2209920"/>
                    </a:cubicBezTo>
                    <a:cubicBezTo>
                      <a:pt x="8362822" y="2194297"/>
                      <a:pt x="8411019" y="2175439"/>
                      <a:pt x="8459979" y="2158864"/>
                    </a:cubicBezTo>
                    <a:cubicBezTo>
                      <a:pt x="8478269" y="2152578"/>
                      <a:pt x="8497511" y="2148957"/>
                      <a:pt x="8516369" y="2144003"/>
                    </a:cubicBezTo>
                    <a:cubicBezTo>
                      <a:pt x="8563425" y="2131431"/>
                      <a:pt x="8610288" y="2118095"/>
                      <a:pt x="8657726" y="2106284"/>
                    </a:cubicBezTo>
                    <a:cubicBezTo>
                      <a:pt x="8675253" y="2101901"/>
                      <a:pt x="8693731" y="2102284"/>
                      <a:pt x="8711448" y="2098664"/>
                    </a:cubicBezTo>
                    <a:cubicBezTo>
                      <a:pt x="8732023" y="2094472"/>
                      <a:pt x="8752407" y="2089138"/>
                      <a:pt x="8772219" y="2082280"/>
                    </a:cubicBezTo>
                    <a:cubicBezTo>
                      <a:pt x="8796985" y="2073707"/>
                      <a:pt x="8820990" y="2062659"/>
                      <a:pt x="8845565" y="2053705"/>
                    </a:cubicBezTo>
                    <a:cubicBezTo>
                      <a:pt x="8886142" y="2039034"/>
                      <a:pt x="8926911" y="2024557"/>
                      <a:pt x="8967871" y="2011221"/>
                    </a:cubicBezTo>
                    <a:cubicBezTo>
                      <a:pt x="8983301" y="2006268"/>
                      <a:pt x="9000257" y="2005697"/>
                      <a:pt x="9015878" y="2001124"/>
                    </a:cubicBezTo>
                    <a:cubicBezTo>
                      <a:pt x="9088840" y="1979597"/>
                      <a:pt x="9161805" y="1957880"/>
                      <a:pt x="9234579" y="1935209"/>
                    </a:cubicBezTo>
                    <a:cubicBezTo>
                      <a:pt x="9272298" y="1923399"/>
                      <a:pt x="9308875" y="1908538"/>
                      <a:pt x="9346597" y="1896917"/>
                    </a:cubicBezTo>
                    <a:cubicBezTo>
                      <a:pt x="9369267" y="1889869"/>
                      <a:pt x="9393650" y="1887773"/>
                      <a:pt x="9416321" y="1880724"/>
                    </a:cubicBezTo>
                    <a:cubicBezTo>
                      <a:pt x="9437278" y="1874247"/>
                      <a:pt x="9456709" y="1863578"/>
                      <a:pt x="9477283" y="1856149"/>
                    </a:cubicBezTo>
                    <a:cubicBezTo>
                      <a:pt x="9540152" y="1833097"/>
                      <a:pt x="9603971" y="1811953"/>
                      <a:pt x="9666265" y="1787186"/>
                    </a:cubicBezTo>
                    <a:cubicBezTo>
                      <a:pt x="9696749" y="1775183"/>
                      <a:pt x="9725323" y="1757849"/>
                      <a:pt x="9754088" y="1741464"/>
                    </a:cubicBezTo>
                    <a:cubicBezTo>
                      <a:pt x="9802858" y="1713841"/>
                      <a:pt x="9850865" y="1685074"/>
                      <a:pt x="9899446" y="1656880"/>
                    </a:cubicBezTo>
                    <a:cubicBezTo>
                      <a:pt x="9935832" y="1635924"/>
                      <a:pt x="9968027" y="1611347"/>
                      <a:pt x="9993175" y="1576487"/>
                    </a:cubicBezTo>
                    <a:cubicBezTo>
                      <a:pt x="10004797" y="1560484"/>
                      <a:pt x="10024990" y="1546768"/>
                      <a:pt x="10044230" y="1540480"/>
                    </a:cubicBezTo>
                    <a:cubicBezTo>
                      <a:pt x="10078713" y="1529241"/>
                      <a:pt x="10104430" y="1507522"/>
                      <a:pt x="10131863" y="1485613"/>
                    </a:cubicBezTo>
                    <a:cubicBezTo>
                      <a:pt x="10166536" y="1457801"/>
                      <a:pt x="10203304" y="1431509"/>
                      <a:pt x="10242357" y="1410555"/>
                    </a:cubicBezTo>
                    <a:cubicBezTo>
                      <a:pt x="10280840" y="1389980"/>
                      <a:pt x="10324086" y="1378549"/>
                      <a:pt x="10363709" y="1359499"/>
                    </a:cubicBezTo>
                    <a:cubicBezTo>
                      <a:pt x="10386952" y="1348259"/>
                      <a:pt x="10407146" y="1330353"/>
                      <a:pt x="10428291" y="1314920"/>
                    </a:cubicBezTo>
                    <a:cubicBezTo>
                      <a:pt x="10449438" y="1299489"/>
                      <a:pt x="10470394" y="1283486"/>
                      <a:pt x="10490969" y="1267104"/>
                    </a:cubicBezTo>
                    <a:cubicBezTo>
                      <a:pt x="10502208" y="1258149"/>
                      <a:pt x="10511734" y="1246909"/>
                      <a:pt x="10523354" y="1238337"/>
                    </a:cubicBezTo>
                    <a:cubicBezTo>
                      <a:pt x="10545263" y="1222334"/>
                      <a:pt x="10569075" y="1208808"/>
                      <a:pt x="10590031" y="1191664"/>
                    </a:cubicBezTo>
                    <a:cubicBezTo>
                      <a:pt x="10610225" y="1175089"/>
                      <a:pt x="10633467" y="1166707"/>
                      <a:pt x="10656519" y="1156038"/>
                    </a:cubicBezTo>
                    <a:cubicBezTo>
                      <a:pt x="10674046" y="1148036"/>
                      <a:pt x="10686617" y="1130320"/>
                      <a:pt x="10703573" y="1120603"/>
                    </a:cubicBezTo>
                    <a:cubicBezTo>
                      <a:pt x="10727767" y="1106697"/>
                      <a:pt x="10746246" y="1089553"/>
                      <a:pt x="10764534" y="1067643"/>
                    </a:cubicBezTo>
                    <a:cubicBezTo>
                      <a:pt x="10785111" y="1043068"/>
                      <a:pt x="10820162" y="1029732"/>
                      <a:pt x="10850453" y="1014301"/>
                    </a:cubicBezTo>
                    <a:cubicBezTo>
                      <a:pt x="10876171" y="1001157"/>
                      <a:pt x="10906081" y="995632"/>
                      <a:pt x="10929704" y="980201"/>
                    </a:cubicBezTo>
                    <a:cubicBezTo>
                      <a:pt x="10946279" y="969342"/>
                      <a:pt x="10958661" y="948957"/>
                      <a:pt x="10967423" y="930289"/>
                    </a:cubicBezTo>
                    <a:cubicBezTo>
                      <a:pt x="10987046" y="887995"/>
                      <a:pt x="11021146" y="861897"/>
                      <a:pt x="11058869" y="838084"/>
                    </a:cubicBezTo>
                    <a:cubicBezTo>
                      <a:pt x="11097350" y="813699"/>
                      <a:pt x="11133927" y="786836"/>
                      <a:pt x="11172600" y="762834"/>
                    </a:cubicBezTo>
                    <a:cubicBezTo>
                      <a:pt x="11211843" y="738638"/>
                      <a:pt x="11243658" y="706443"/>
                      <a:pt x="11275283" y="673676"/>
                    </a:cubicBezTo>
                    <a:cubicBezTo>
                      <a:pt x="11288238" y="660150"/>
                      <a:pt x="11305192" y="650434"/>
                      <a:pt x="11320623" y="639195"/>
                    </a:cubicBezTo>
                    <a:cubicBezTo>
                      <a:pt x="11338339" y="626241"/>
                      <a:pt x="11355296" y="611953"/>
                      <a:pt x="11374346" y="601664"/>
                    </a:cubicBezTo>
                    <a:cubicBezTo>
                      <a:pt x="11398160" y="588709"/>
                      <a:pt x="11424069" y="579757"/>
                      <a:pt x="11448453" y="567755"/>
                    </a:cubicBezTo>
                    <a:cubicBezTo>
                      <a:pt x="11476838" y="553657"/>
                      <a:pt x="11505795" y="539750"/>
                      <a:pt x="11532275" y="522605"/>
                    </a:cubicBezTo>
                    <a:cubicBezTo>
                      <a:pt x="11545039" y="514413"/>
                      <a:pt x="11553613" y="499363"/>
                      <a:pt x="11562947" y="486598"/>
                    </a:cubicBezTo>
                    <a:cubicBezTo>
                      <a:pt x="11599714" y="436305"/>
                      <a:pt x="11635529" y="385441"/>
                      <a:pt x="11672489" y="335337"/>
                    </a:cubicBezTo>
                    <a:cubicBezTo>
                      <a:pt x="11712304" y="281424"/>
                      <a:pt x="11763931" y="241608"/>
                      <a:pt x="11821656" y="207889"/>
                    </a:cubicBezTo>
                    <a:cubicBezTo>
                      <a:pt x="11877664" y="175312"/>
                      <a:pt x="11931195" y="138734"/>
                      <a:pt x="11986443" y="104824"/>
                    </a:cubicBezTo>
                    <a:cubicBezTo>
                      <a:pt x="11998443" y="97395"/>
                      <a:pt x="12013114" y="94347"/>
                      <a:pt x="12026448" y="88821"/>
                    </a:cubicBezTo>
                    <a:cubicBezTo>
                      <a:pt x="12072360" y="69580"/>
                      <a:pt x="12118083" y="50147"/>
                      <a:pt x="12160947" y="28621"/>
                    </a:cubicBezTo>
                    <a:lnTo>
                      <a:pt x="12192000" y="0"/>
                    </a:lnTo>
                    <a:close/>
                  </a:path>
                </a:pathLst>
              </a:custGeom>
              <a:solidFill>
                <a:schemeClr val="bg1">
                  <a:alpha val="14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grpSp>
          <p:nvGrpSpPr>
            <p:cNvPr id="25" name="Group 24">
              <a:extLst>
                <a:ext uri="{FF2B5EF4-FFF2-40B4-BE49-F238E27FC236}">
                  <a16:creationId xmlns:a16="http://schemas.microsoft.com/office/drawing/2014/main" id="{8ADB9AB8-2EB4-4B5E-9A1E-84F2E44D9185}"/>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544" y="3296011"/>
              <a:ext cx="12191456" cy="2849975"/>
              <a:chOff x="544" y="3296011"/>
              <a:chExt cx="12191456" cy="2849975"/>
            </a:xfrm>
          </p:grpSpPr>
          <p:sp>
            <p:nvSpPr>
              <p:cNvPr id="15" name="Freeform: Shape 14">
                <a:extLst>
                  <a:ext uri="{FF2B5EF4-FFF2-40B4-BE49-F238E27FC236}">
                    <a16:creationId xmlns:a16="http://schemas.microsoft.com/office/drawing/2014/main" id="{95F439B0-E080-4B01-85AF-D226A85BA4F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4" y="3296011"/>
                <a:ext cx="12191456" cy="2849975"/>
              </a:xfrm>
              <a:custGeom>
                <a:avLst/>
                <a:gdLst>
                  <a:gd name="connsiteX0" fmla="*/ 6095524 w 6095524"/>
                  <a:gd name="connsiteY0" fmla="*/ 0 h 1424940"/>
                  <a:gd name="connsiteX1" fmla="*/ 6095524 w 6095524"/>
                  <a:gd name="connsiteY1" fmla="*/ 17431 h 1424940"/>
                  <a:gd name="connsiteX2" fmla="*/ 6095524 w 6095524"/>
                  <a:gd name="connsiteY2" fmla="*/ 216290 h 1424940"/>
                  <a:gd name="connsiteX3" fmla="*/ 6079998 w 6095524"/>
                  <a:gd name="connsiteY3" fmla="*/ 230600 h 1424940"/>
                  <a:gd name="connsiteX4" fmla="*/ 6012751 w 6095524"/>
                  <a:gd name="connsiteY4" fmla="*/ 260699 h 1424940"/>
                  <a:gd name="connsiteX5" fmla="*/ 5992749 w 6095524"/>
                  <a:gd name="connsiteY5" fmla="*/ 268700 h 1424940"/>
                  <a:gd name="connsiteX6" fmla="*/ 5910358 w 6095524"/>
                  <a:gd name="connsiteY6" fmla="*/ 320231 h 1424940"/>
                  <a:gd name="connsiteX7" fmla="*/ 5835777 w 6095524"/>
                  <a:gd name="connsiteY7" fmla="*/ 383953 h 1424940"/>
                  <a:gd name="connsiteX8" fmla="*/ 5781008 w 6095524"/>
                  <a:gd name="connsiteY8" fmla="*/ 459581 h 1424940"/>
                  <a:gd name="connsiteX9" fmla="*/ 5765673 w 6095524"/>
                  <a:gd name="connsiteY9" fmla="*/ 477584 h 1424940"/>
                  <a:gd name="connsiteX10" fmla="*/ 5723763 w 6095524"/>
                  <a:gd name="connsiteY10" fmla="*/ 500158 h 1424940"/>
                  <a:gd name="connsiteX11" fmla="*/ 5686711 w 6095524"/>
                  <a:gd name="connsiteY11" fmla="*/ 517112 h 1424940"/>
                  <a:gd name="connsiteX12" fmla="*/ 5659850 w 6095524"/>
                  <a:gd name="connsiteY12" fmla="*/ 535877 h 1424940"/>
                  <a:gd name="connsiteX13" fmla="*/ 5637181 w 6095524"/>
                  <a:gd name="connsiteY13" fmla="*/ 553117 h 1424940"/>
                  <a:gd name="connsiteX14" fmla="*/ 5585841 w 6095524"/>
                  <a:gd name="connsiteY14" fmla="*/ 597694 h 1424940"/>
                  <a:gd name="connsiteX15" fmla="*/ 5528977 w 6095524"/>
                  <a:gd name="connsiteY15" fmla="*/ 635318 h 1424940"/>
                  <a:gd name="connsiteX16" fmla="*/ 5483256 w 6095524"/>
                  <a:gd name="connsiteY16" fmla="*/ 681419 h 1424940"/>
                  <a:gd name="connsiteX17" fmla="*/ 5464397 w 6095524"/>
                  <a:gd name="connsiteY17" fmla="*/ 706374 h 1424940"/>
                  <a:gd name="connsiteX18" fmla="*/ 5424773 w 6095524"/>
                  <a:gd name="connsiteY18" fmla="*/ 723424 h 1424940"/>
                  <a:gd name="connsiteX19" fmla="*/ 5381815 w 6095524"/>
                  <a:gd name="connsiteY19" fmla="*/ 750094 h 1424940"/>
                  <a:gd name="connsiteX20" fmla="*/ 5351335 w 6095524"/>
                  <a:gd name="connsiteY20" fmla="*/ 776573 h 1424940"/>
                  <a:gd name="connsiteX21" fmla="*/ 5327809 w 6095524"/>
                  <a:gd name="connsiteY21" fmla="*/ 794290 h 1424940"/>
                  <a:gd name="connsiteX22" fmla="*/ 5294566 w 6095524"/>
                  <a:gd name="connsiteY22" fmla="*/ 812102 h 1424940"/>
                  <a:gd name="connsiteX23" fmla="*/ 5261229 w 6095524"/>
                  <a:gd name="connsiteY23" fmla="*/ 835438 h 1424940"/>
                  <a:gd name="connsiteX24" fmla="*/ 5245037 w 6095524"/>
                  <a:gd name="connsiteY24" fmla="*/ 849821 h 1424940"/>
                  <a:gd name="connsiteX25" fmla="*/ 5213699 w 6095524"/>
                  <a:gd name="connsiteY25" fmla="*/ 873728 h 1424940"/>
                  <a:gd name="connsiteX26" fmla="*/ 5181409 w 6095524"/>
                  <a:gd name="connsiteY26" fmla="*/ 896017 h 1424940"/>
                  <a:gd name="connsiteX27" fmla="*/ 5120735 w 6095524"/>
                  <a:gd name="connsiteY27" fmla="*/ 921544 h 1424940"/>
                  <a:gd name="connsiteX28" fmla="*/ 5065490 w 6095524"/>
                  <a:gd name="connsiteY28" fmla="*/ 959072 h 1424940"/>
                  <a:gd name="connsiteX29" fmla="*/ 5021675 w 6095524"/>
                  <a:gd name="connsiteY29" fmla="*/ 986504 h 1424940"/>
                  <a:gd name="connsiteX30" fmla="*/ 4996148 w 6095524"/>
                  <a:gd name="connsiteY30" fmla="*/ 1004507 h 1424940"/>
                  <a:gd name="connsiteX31" fmla="*/ 4949285 w 6095524"/>
                  <a:gd name="connsiteY31" fmla="*/ 1044702 h 1424940"/>
                  <a:gd name="connsiteX32" fmla="*/ 4876609 w 6095524"/>
                  <a:gd name="connsiteY32" fmla="*/ 1086993 h 1424940"/>
                  <a:gd name="connsiteX33" fmla="*/ 4832699 w 6095524"/>
                  <a:gd name="connsiteY33" fmla="*/ 1109853 h 1424940"/>
                  <a:gd name="connsiteX34" fmla="*/ 4738211 w 6095524"/>
                  <a:gd name="connsiteY34" fmla="*/ 1144334 h 1424940"/>
                  <a:gd name="connsiteX35" fmla="*/ 4707731 w 6095524"/>
                  <a:gd name="connsiteY35" fmla="*/ 1156621 h 1424940"/>
                  <a:gd name="connsiteX36" fmla="*/ 4672870 w 6095524"/>
                  <a:gd name="connsiteY36" fmla="*/ 1164717 h 1424940"/>
                  <a:gd name="connsiteX37" fmla="*/ 4616863 w 6095524"/>
                  <a:gd name="connsiteY37" fmla="*/ 1183862 h 1424940"/>
                  <a:gd name="connsiteX38" fmla="*/ 4507516 w 6095524"/>
                  <a:gd name="connsiteY38" fmla="*/ 1216819 h 1424940"/>
                  <a:gd name="connsiteX39" fmla="*/ 4483513 w 6095524"/>
                  <a:gd name="connsiteY39" fmla="*/ 1221867 h 1424940"/>
                  <a:gd name="connsiteX40" fmla="*/ 4422362 w 6095524"/>
                  <a:gd name="connsiteY40" fmla="*/ 1243108 h 1424940"/>
                  <a:gd name="connsiteX41" fmla="*/ 4385691 w 6095524"/>
                  <a:gd name="connsiteY41" fmla="*/ 1257395 h 1424940"/>
                  <a:gd name="connsiteX42" fmla="*/ 4355306 w 6095524"/>
                  <a:gd name="connsiteY42" fmla="*/ 1265587 h 1424940"/>
                  <a:gd name="connsiteX43" fmla="*/ 4328446 w 6095524"/>
                  <a:gd name="connsiteY43" fmla="*/ 1269397 h 1424940"/>
                  <a:gd name="connsiteX44" fmla="*/ 4257770 w 6095524"/>
                  <a:gd name="connsiteY44" fmla="*/ 1288256 h 1424940"/>
                  <a:gd name="connsiteX45" fmla="*/ 4229576 w 6095524"/>
                  <a:gd name="connsiteY45" fmla="*/ 1295686 h 1424940"/>
                  <a:gd name="connsiteX46" fmla="*/ 4156424 w 6095524"/>
                  <a:gd name="connsiteY46" fmla="*/ 1321213 h 1424940"/>
                  <a:gd name="connsiteX47" fmla="*/ 4094416 w 6095524"/>
                  <a:gd name="connsiteY47" fmla="*/ 1338072 h 1424940"/>
                  <a:gd name="connsiteX48" fmla="*/ 4068509 w 6095524"/>
                  <a:gd name="connsiteY48" fmla="*/ 1346168 h 1424940"/>
                  <a:gd name="connsiteX49" fmla="*/ 4009263 w 6095524"/>
                  <a:gd name="connsiteY49" fmla="*/ 1359694 h 1424940"/>
                  <a:gd name="connsiteX50" fmla="*/ 3975735 w 6095524"/>
                  <a:gd name="connsiteY50" fmla="*/ 1369219 h 1424940"/>
                  <a:gd name="connsiteX51" fmla="*/ 3893915 w 6095524"/>
                  <a:gd name="connsiteY51" fmla="*/ 1379982 h 1424940"/>
                  <a:gd name="connsiteX52" fmla="*/ 3809428 w 6095524"/>
                  <a:gd name="connsiteY52" fmla="*/ 1390364 h 1424940"/>
                  <a:gd name="connsiteX53" fmla="*/ 3763042 w 6095524"/>
                  <a:gd name="connsiteY53" fmla="*/ 1393793 h 1424940"/>
                  <a:gd name="connsiteX54" fmla="*/ 3722561 w 6095524"/>
                  <a:gd name="connsiteY54" fmla="*/ 1399223 h 1424940"/>
                  <a:gd name="connsiteX55" fmla="*/ 3687318 w 6095524"/>
                  <a:gd name="connsiteY55" fmla="*/ 1402652 h 1424940"/>
                  <a:gd name="connsiteX56" fmla="*/ 3631216 w 6095524"/>
                  <a:gd name="connsiteY56" fmla="*/ 1409605 h 1424940"/>
                  <a:gd name="connsiteX57" fmla="*/ 3607880 w 6095524"/>
                  <a:gd name="connsiteY57" fmla="*/ 1411415 h 1424940"/>
                  <a:gd name="connsiteX58" fmla="*/ 3552825 w 6095524"/>
                  <a:gd name="connsiteY58" fmla="*/ 1411319 h 1424940"/>
                  <a:gd name="connsiteX59" fmla="*/ 3533680 w 6095524"/>
                  <a:gd name="connsiteY59" fmla="*/ 1410367 h 1424940"/>
                  <a:gd name="connsiteX60" fmla="*/ 3496818 w 6095524"/>
                  <a:gd name="connsiteY60" fmla="*/ 1398556 h 1424940"/>
                  <a:gd name="connsiteX61" fmla="*/ 3492437 w 6095524"/>
                  <a:gd name="connsiteY61" fmla="*/ 1397699 h 1424940"/>
                  <a:gd name="connsiteX62" fmla="*/ 3468243 w 6095524"/>
                  <a:gd name="connsiteY62" fmla="*/ 1393031 h 1424940"/>
                  <a:gd name="connsiteX63" fmla="*/ 3455003 w 6095524"/>
                  <a:gd name="connsiteY63" fmla="*/ 1391507 h 1424940"/>
                  <a:gd name="connsiteX64" fmla="*/ 3404711 w 6095524"/>
                  <a:gd name="connsiteY64" fmla="*/ 1381792 h 1424940"/>
                  <a:gd name="connsiteX65" fmla="*/ 3375756 w 6095524"/>
                  <a:gd name="connsiteY65" fmla="*/ 1377220 h 1424940"/>
                  <a:gd name="connsiteX66" fmla="*/ 3352324 w 6095524"/>
                  <a:gd name="connsiteY66" fmla="*/ 1377887 h 1424940"/>
                  <a:gd name="connsiteX67" fmla="*/ 3311176 w 6095524"/>
                  <a:gd name="connsiteY67" fmla="*/ 1378744 h 1424940"/>
                  <a:gd name="connsiteX68" fmla="*/ 3298031 w 6095524"/>
                  <a:gd name="connsiteY68" fmla="*/ 1380935 h 1424940"/>
                  <a:gd name="connsiteX69" fmla="*/ 3238595 w 6095524"/>
                  <a:gd name="connsiteY69" fmla="*/ 1374648 h 1424940"/>
                  <a:gd name="connsiteX70" fmla="*/ 3204686 w 6095524"/>
                  <a:gd name="connsiteY70" fmla="*/ 1374172 h 1424940"/>
                  <a:gd name="connsiteX71" fmla="*/ 3166491 w 6095524"/>
                  <a:gd name="connsiteY71" fmla="*/ 1366361 h 1424940"/>
                  <a:gd name="connsiteX72" fmla="*/ 3155347 w 6095524"/>
                  <a:gd name="connsiteY72" fmla="*/ 1366742 h 1424940"/>
                  <a:gd name="connsiteX73" fmla="*/ 3142869 w 6095524"/>
                  <a:gd name="connsiteY73" fmla="*/ 1367409 h 1424940"/>
                  <a:gd name="connsiteX74" fmla="*/ 3104578 w 6095524"/>
                  <a:gd name="connsiteY74" fmla="*/ 1367981 h 1424940"/>
                  <a:gd name="connsiteX75" fmla="*/ 3081337 w 6095524"/>
                  <a:gd name="connsiteY75" fmla="*/ 1370838 h 1424940"/>
                  <a:gd name="connsiteX76" fmla="*/ 3037047 w 6095524"/>
                  <a:gd name="connsiteY76" fmla="*/ 1369124 h 1424940"/>
                  <a:gd name="connsiteX77" fmla="*/ 3020663 w 6095524"/>
                  <a:gd name="connsiteY77" fmla="*/ 1371600 h 1424940"/>
                  <a:gd name="connsiteX78" fmla="*/ 2979230 w 6095524"/>
                  <a:gd name="connsiteY78" fmla="*/ 1371886 h 1424940"/>
                  <a:gd name="connsiteX79" fmla="*/ 2942082 w 6095524"/>
                  <a:gd name="connsiteY79" fmla="*/ 1370457 h 1424940"/>
                  <a:gd name="connsiteX80" fmla="*/ 2906268 w 6095524"/>
                  <a:gd name="connsiteY80" fmla="*/ 1371219 h 1424940"/>
                  <a:gd name="connsiteX81" fmla="*/ 2880646 w 6095524"/>
                  <a:gd name="connsiteY81" fmla="*/ 1374362 h 1424940"/>
                  <a:gd name="connsiteX82" fmla="*/ 2852833 w 6095524"/>
                  <a:gd name="connsiteY82" fmla="*/ 1376267 h 1424940"/>
                  <a:gd name="connsiteX83" fmla="*/ 2776157 w 6095524"/>
                  <a:gd name="connsiteY83" fmla="*/ 1387602 h 1424940"/>
                  <a:gd name="connsiteX84" fmla="*/ 2761965 w 6095524"/>
                  <a:gd name="connsiteY84" fmla="*/ 1384840 h 1424940"/>
                  <a:gd name="connsiteX85" fmla="*/ 2681383 w 6095524"/>
                  <a:gd name="connsiteY85" fmla="*/ 1382268 h 1424940"/>
                  <a:gd name="connsiteX86" fmla="*/ 2663857 w 6095524"/>
                  <a:gd name="connsiteY86" fmla="*/ 1382459 h 1424940"/>
                  <a:gd name="connsiteX87" fmla="*/ 2616803 w 6095524"/>
                  <a:gd name="connsiteY87" fmla="*/ 1371219 h 1424940"/>
                  <a:gd name="connsiteX88" fmla="*/ 2544223 w 6095524"/>
                  <a:gd name="connsiteY88" fmla="*/ 1389031 h 1424940"/>
                  <a:gd name="connsiteX89" fmla="*/ 2476309 w 6095524"/>
                  <a:gd name="connsiteY89" fmla="*/ 1411319 h 1424940"/>
                  <a:gd name="connsiteX90" fmla="*/ 2467737 w 6095524"/>
                  <a:gd name="connsiteY90" fmla="*/ 1414177 h 1424940"/>
                  <a:gd name="connsiteX91" fmla="*/ 2443353 w 6095524"/>
                  <a:gd name="connsiteY91" fmla="*/ 1419035 h 1424940"/>
                  <a:gd name="connsiteX92" fmla="*/ 2413159 w 6095524"/>
                  <a:gd name="connsiteY92" fmla="*/ 1420749 h 1424940"/>
                  <a:gd name="connsiteX93" fmla="*/ 2374868 w 6095524"/>
                  <a:gd name="connsiteY93" fmla="*/ 1424940 h 1424940"/>
                  <a:gd name="connsiteX94" fmla="*/ 2344198 w 6095524"/>
                  <a:gd name="connsiteY94" fmla="*/ 1419701 h 1424940"/>
                  <a:gd name="connsiteX95" fmla="*/ 2301335 w 6095524"/>
                  <a:gd name="connsiteY95" fmla="*/ 1411891 h 1424940"/>
                  <a:gd name="connsiteX96" fmla="*/ 2260949 w 6095524"/>
                  <a:gd name="connsiteY96" fmla="*/ 1404461 h 1424940"/>
                  <a:gd name="connsiteX97" fmla="*/ 2248186 w 6095524"/>
                  <a:gd name="connsiteY97" fmla="*/ 1413224 h 1424940"/>
                  <a:gd name="connsiteX98" fmla="*/ 2228469 w 6095524"/>
                  <a:gd name="connsiteY98" fmla="*/ 1420844 h 1424940"/>
                  <a:gd name="connsiteX99" fmla="*/ 2206562 w 6095524"/>
                  <a:gd name="connsiteY99" fmla="*/ 1411700 h 1424940"/>
                  <a:gd name="connsiteX100" fmla="*/ 2155317 w 6095524"/>
                  <a:gd name="connsiteY100" fmla="*/ 1392746 h 1424940"/>
                  <a:gd name="connsiteX101" fmla="*/ 2122932 w 6095524"/>
                  <a:gd name="connsiteY101" fmla="*/ 1391888 h 1424940"/>
                  <a:gd name="connsiteX102" fmla="*/ 2052542 w 6095524"/>
                  <a:gd name="connsiteY102" fmla="*/ 1383792 h 1424940"/>
                  <a:gd name="connsiteX103" fmla="*/ 2006537 w 6095524"/>
                  <a:gd name="connsiteY103" fmla="*/ 1372267 h 1424940"/>
                  <a:gd name="connsiteX104" fmla="*/ 1973486 w 6095524"/>
                  <a:gd name="connsiteY104" fmla="*/ 1359218 h 1424940"/>
                  <a:gd name="connsiteX105" fmla="*/ 1926146 w 6095524"/>
                  <a:gd name="connsiteY105" fmla="*/ 1342168 h 1424940"/>
                  <a:gd name="connsiteX106" fmla="*/ 1878616 w 6095524"/>
                  <a:gd name="connsiteY106" fmla="*/ 1333310 h 1424940"/>
                  <a:gd name="connsiteX107" fmla="*/ 1844231 w 6095524"/>
                  <a:gd name="connsiteY107" fmla="*/ 1322165 h 1424940"/>
                  <a:gd name="connsiteX108" fmla="*/ 1802225 w 6095524"/>
                  <a:gd name="connsiteY108" fmla="*/ 1314545 h 1424940"/>
                  <a:gd name="connsiteX109" fmla="*/ 1766983 w 6095524"/>
                  <a:gd name="connsiteY109" fmla="*/ 1314260 h 1424940"/>
                  <a:gd name="connsiteX110" fmla="*/ 1711738 w 6095524"/>
                  <a:gd name="connsiteY110" fmla="*/ 1315593 h 1424940"/>
                  <a:gd name="connsiteX111" fmla="*/ 1644111 w 6095524"/>
                  <a:gd name="connsiteY111" fmla="*/ 1292543 h 1424940"/>
                  <a:gd name="connsiteX112" fmla="*/ 1616774 w 6095524"/>
                  <a:gd name="connsiteY112" fmla="*/ 1287399 h 1424940"/>
                  <a:gd name="connsiteX113" fmla="*/ 1591056 w 6095524"/>
                  <a:gd name="connsiteY113" fmla="*/ 1285018 h 1424940"/>
                  <a:gd name="connsiteX114" fmla="*/ 1536478 w 6095524"/>
                  <a:gd name="connsiteY114" fmla="*/ 1269683 h 1424940"/>
                  <a:gd name="connsiteX115" fmla="*/ 1514285 w 6095524"/>
                  <a:gd name="connsiteY115" fmla="*/ 1264634 h 1424940"/>
                  <a:gd name="connsiteX116" fmla="*/ 1483233 w 6095524"/>
                  <a:gd name="connsiteY116" fmla="*/ 1264730 h 1424940"/>
                  <a:gd name="connsiteX117" fmla="*/ 1426750 w 6095524"/>
                  <a:gd name="connsiteY117" fmla="*/ 1257681 h 1424940"/>
                  <a:gd name="connsiteX118" fmla="*/ 1370362 w 6095524"/>
                  <a:gd name="connsiteY118" fmla="*/ 1237107 h 1424940"/>
                  <a:gd name="connsiteX119" fmla="*/ 1346454 w 6095524"/>
                  <a:gd name="connsiteY119" fmla="*/ 1239107 h 1424940"/>
                  <a:gd name="connsiteX120" fmla="*/ 1337882 w 6095524"/>
                  <a:gd name="connsiteY120" fmla="*/ 1238631 h 1424940"/>
                  <a:gd name="connsiteX121" fmla="*/ 1260825 w 6095524"/>
                  <a:gd name="connsiteY121" fmla="*/ 1227296 h 1424940"/>
                  <a:gd name="connsiteX122" fmla="*/ 1253109 w 6095524"/>
                  <a:gd name="connsiteY122" fmla="*/ 1226058 h 1424940"/>
                  <a:gd name="connsiteX123" fmla="*/ 1216915 w 6095524"/>
                  <a:gd name="connsiteY123" fmla="*/ 1215962 h 1424940"/>
                  <a:gd name="connsiteX124" fmla="*/ 1125664 w 6095524"/>
                  <a:gd name="connsiteY124" fmla="*/ 1209675 h 1424940"/>
                  <a:gd name="connsiteX125" fmla="*/ 1120045 w 6095524"/>
                  <a:gd name="connsiteY125" fmla="*/ 1208913 h 1424940"/>
                  <a:gd name="connsiteX126" fmla="*/ 1089469 w 6095524"/>
                  <a:gd name="connsiteY126" fmla="*/ 1213961 h 1424940"/>
                  <a:gd name="connsiteX127" fmla="*/ 1074325 w 6095524"/>
                  <a:gd name="connsiteY127" fmla="*/ 1221105 h 1424940"/>
                  <a:gd name="connsiteX128" fmla="*/ 1050703 w 6095524"/>
                  <a:gd name="connsiteY128" fmla="*/ 1228535 h 1424940"/>
                  <a:gd name="connsiteX129" fmla="*/ 1026700 w 6095524"/>
                  <a:gd name="connsiteY129" fmla="*/ 1231297 h 1424940"/>
                  <a:gd name="connsiteX130" fmla="*/ 986409 w 6095524"/>
                  <a:gd name="connsiteY130" fmla="*/ 1220057 h 1424940"/>
                  <a:gd name="connsiteX131" fmla="*/ 971741 w 6095524"/>
                  <a:gd name="connsiteY131" fmla="*/ 1218914 h 1424940"/>
                  <a:gd name="connsiteX132" fmla="*/ 939070 w 6095524"/>
                  <a:gd name="connsiteY132" fmla="*/ 1213485 h 1424940"/>
                  <a:gd name="connsiteX133" fmla="*/ 910495 w 6095524"/>
                  <a:gd name="connsiteY133" fmla="*/ 1213866 h 1424940"/>
                  <a:gd name="connsiteX134" fmla="*/ 887540 w 6095524"/>
                  <a:gd name="connsiteY134" fmla="*/ 1222534 h 1424940"/>
                  <a:gd name="connsiteX135" fmla="*/ 854202 w 6095524"/>
                  <a:gd name="connsiteY135" fmla="*/ 1224248 h 1424940"/>
                  <a:gd name="connsiteX136" fmla="*/ 832675 w 6095524"/>
                  <a:gd name="connsiteY136" fmla="*/ 1217962 h 1424940"/>
                  <a:gd name="connsiteX137" fmla="*/ 828294 w 6095524"/>
                  <a:gd name="connsiteY137" fmla="*/ 1217105 h 1424940"/>
                  <a:gd name="connsiteX138" fmla="*/ 772001 w 6095524"/>
                  <a:gd name="connsiteY138" fmla="*/ 1216723 h 1424940"/>
                  <a:gd name="connsiteX139" fmla="*/ 701707 w 6095524"/>
                  <a:gd name="connsiteY139" fmla="*/ 1235678 h 1424940"/>
                  <a:gd name="connsiteX140" fmla="*/ 690086 w 6095524"/>
                  <a:gd name="connsiteY140" fmla="*/ 1239679 h 1424940"/>
                  <a:gd name="connsiteX141" fmla="*/ 633412 w 6095524"/>
                  <a:gd name="connsiteY141" fmla="*/ 1246632 h 1424940"/>
                  <a:gd name="connsiteX142" fmla="*/ 603028 w 6095524"/>
                  <a:gd name="connsiteY142" fmla="*/ 1253681 h 1424940"/>
                  <a:gd name="connsiteX143" fmla="*/ 581120 w 6095524"/>
                  <a:gd name="connsiteY143" fmla="*/ 1254062 h 1424940"/>
                  <a:gd name="connsiteX144" fmla="*/ 554642 w 6095524"/>
                  <a:gd name="connsiteY144" fmla="*/ 1266539 h 1424940"/>
                  <a:gd name="connsiteX145" fmla="*/ 545973 w 6095524"/>
                  <a:gd name="connsiteY145" fmla="*/ 1271969 h 1424940"/>
                  <a:gd name="connsiteX146" fmla="*/ 535591 w 6095524"/>
                  <a:gd name="connsiteY146" fmla="*/ 1275207 h 1424940"/>
                  <a:gd name="connsiteX147" fmla="*/ 488538 w 6095524"/>
                  <a:gd name="connsiteY147" fmla="*/ 1285494 h 1424940"/>
                  <a:gd name="connsiteX148" fmla="*/ 480155 w 6095524"/>
                  <a:gd name="connsiteY148" fmla="*/ 1291304 h 1424940"/>
                  <a:gd name="connsiteX149" fmla="*/ 474535 w 6095524"/>
                  <a:gd name="connsiteY149" fmla="*/ 1294924 h 1424940"/>
                  <a:gd name="connsiteX150" fmla="*/ 428816 w 6095524"/>
                  <a:gd name="connsiteY150" fmla="*/ 1301020 h 1424940"/>
                  <a:gd name="connsiteX151" fmla="*/ 400241 w 6095524"/>
                  <a:gd name="connsiteY151" fmla="*/ 1318260 h 1424940"/>
                  <a:gd name="connsiteX152" fmla="*/ 392431 w 6095524"/>
                  <a:gd name="connsiteY152" fmla="*/ 1325594 h 1424940"/>
                  <a:gd name="connsiteX153" fmla="*/ 365093 w 6095524"/>
                  <a:gd name="connsiteY153" fmla="*/ 1336643 h 1424940"/>
                  <a:gd name="connsiteX154" fmla="*/ 273177 w 6095524"/>
                  <a:gd name="connsiteY154" fmla="*/ 1357884 h 1424940"/>
                  <a:gd name="connsiteX155" fmla="*/ 246888 w 6095524"/>
                  <a:gd name="connsiteY155" fmla="*/ 1350359 h 1424940"/>
                  <a:gd name="connsiteX156" fmla="*/ 196977 w 6095524"/>
                  <a:gd name="connsiteY156" fmla="*/ 1370552 h 1424940"/>
                  <a:gd name="connsiteX157" fmla="*/ 153352 w 6095524"/>
                  <a:gd name="connsiteY157" fmla="*/ 1381982 h 1424940"/>
                  <a:gd name="connsiteX158" fmla="*/ 137160 w 6095524"/>
                  <a:gd name="connsiteY158" fmla="*/ 1384745 h 1424940"/>
                  <a:gd name="connsiteX159" fmla="*/ 85917 w 6095524"/>
                  <a:gd name="connsiteY159" fmla="*/ 1389793 h 1424940"/>
                  <a:gd name="connsiteX160" fmla="*/ 59532 w 6095524"/>
                  <a:gd name="connsiteY160" fmla="*/ 1401223 h 1424940"/>
                  <a:gd name="connsiteX161" fmla="*/ 30325 w 6095524"/>
                  <a:gd name="connsiteY161" fmla="*/ 1409974 h 1424940"/>
                  <a:gd name="connsiteX162" fmla="*/ 0 w 6095524"/>
                  <a:gd name="connsiteY162" fmla="*/ 1412360 h 1424940"/>
                  <a:gd name="connsiteX163" fmla="*/ 0 w 6095524"/>
                  <a:gd name="connsiteY163" fmla="*/ 1058622 h 1424940"/>
                  <a:gd name="connsiteX164" fmla="*/ 17145 w 6095524"/>
                  <a:gd name="connsiteY164" fmla="*/ 1060228 h 1424940"/>
                  <a:gd name="connsiteX165" fmla="*/ 44672 w 6095524"/>
                  <a:gd name="connsiteY165" fmla="*/ 1066324 h 1424940"/>
                  <a:gd name="connsiteX166" fmla="*/ 84677 w 6095524"/>
                  <a:gd name="connsiteY166" fmla="*/ 1076230 h 1424940"/>
                  <a:gd name="connsiteX167" fmla="*/ 132017 w 6095524"/>
                  <a:gd name="connsiteY167" fmla="*/ 1064990 h 1424940"/>
                  <a:gd name="connsiteX168" fmla="*/ 136779 w 6095524"/>
                  <a:gd name="connsiteY168" fmla="*/ 1060323 h 1424940"/>
                  <a:gd name="connsiteX169" fmla="*/ 187547 w 6095524"/>
                  <a:gd name="connsiteY169" fmla="*/ 1049179 h 1424940"/>
                  <a:gd name="connsiteX170" fmla="*/ 270891 w 6095524"/>
                  <a:gd name="connsiteY170" fmla="*/ 1036415 h 1424940"/>
                  <a:gd name="connsiteX171" fmla="*/ 276320 w 6095524"/>
                  <a:gd name="connsiteY171" fmla="*/ 1035558 h 1424940"/>
                  <a:gd name="connsiteX172" fmla="*/ 323755 w 6095524"/>
                  <a:gd name="connsiteY172" fmla="*/ 1061561 h 1424940"/>
                  <a:gd name="connsiteX173" fmla="*/ 361855 w 6095524"/>
                  <a:gd name="connsiteY173" fmla="*/ 1057942 h 1424940"/>
                  <a:gd name="connsiteX174" fmla="*/ 379571 w 6095524"/>
                  <a:gd name="connsiteY174" fmla="*/ 1039939 h 1424940"/>
                  <a:gd name="connsiteX175" fmla="*/ 430530 w 6095524"/>
                  <a:gd name="connsiteY175" fmla="*/ 1025747 h 1424940"/>
                  <a:gd name="connsiteX176" fmla="*/ 493300 w 6095524"/>
                  <a:gd name="connsiteY176" fmla="*/ 1027176 h 1424940"/>
                  <a:gd name="connsiteX177" fmla="*/ 537782 w 6095524"/>
                  <a:gd name="connsiteY177" fmla="*/ 1025366 h 1424940"/>
                  <a:gd name="connsiteX178" fmla="*/ 562166 w 6095524"/>
                  <a:gd name="connsiteY178" fmla="*/ 1015746 h 1424940"/>
                  <a:gd name="connsiteX179" fmla="*/ 579596 w 6095524"/>
                  <a:gd name="connsiteY179" fmla="*/ 1016699 h 1424940"/>
                  <a:gd name="connsiteX180" fmla="*/ 612362 w 6095524"/>
                  <a:gd name="connsiteY180" fmla="*/ 1023557 h 1424940"/>
                  <a:gd name="connsiteX181" fmla="*/ 716090 w 6095524"/>
                  <a:gd name="connsiteY181" fmla="*/ 1031653 h 1424940"/>
                  <a:gd name="connsiteX182" fmla="*/ 758381 w 6095524"/>
                  <a:gd name="connsiteY182" fmla="*/ 1018985 h 1424940"/>
                  <a:gd name="connsiteX183" fmla="*/ 771049 w 6095524"/>
                  <a:gd name="connsiteY183" fmla="*/ 1018699 h 1424940"/>
                  <a:gd name="connsiteX184" fmla="*/ 799433 w 6095524"/>
                  <a:gd name="connsiteY184" fmla="*/ 1023652 h 1424940"/>
                  <a:gd name="connsiteX185" fmla="*/ 858012 w 6095524"/>
                  <a:gd name="connsiteY185" fmla="*/ 1020318 h 1424940"/>
                  <a:gd name="connsiteX186" fmla="*/ 879634 w 6095524"/>
                  <a:gd name="connsiteY186" fmla="*/ 1015270 h 1424940"/>
                  <a:gd name="connsiteX187" fmla="*/ 891635 w 6095524"/>
                  <a:gd name="connsiteY187" fmla="*/ 1012031 h 1424940"/>
                  <a:gd name="connsiteX188" fmla="*/ 953262 w 6095524"/>
                  <a:gd name="connsiteY188" fmla="*/ 1003078 h 1424940"/>
                  <a:gd name="connsiteX189" fmla="*/ 980694 w 6095524"/>
                  <a:gd name="connsiteY189" fmla="*/ 993458 h 1424940"/>
                  <a:gd name="connsiteX190" fmla="*/ 988124 w 6095524"/>
                  <a:gd name="connsiteY190" fmla="*/ 992029 h 1424940"/>
                  <a:gd name="connsiteX191" fmla="*/ 1028795 w 6095524"/>
                  <a:gd name="connsiteY191" fmla="*/ 996029 h 1424940"/>
                  <a:gd name="connsiteX192" fmla="*/ 1059275 w 6095524"/>
                  <a:gd name="connsiteY192" fmla="*/ 1011555 h 1424940"/>
                  <a:gd name="connsiteX193" fmla="*/ 1065181 w 6095524"/>
                  <a:gd name="connsiteY193" fmla="*/ 1016794 h 1424940"/>
                  <a:gd name="connsiteX194" fmla="*/ 1150144 w 6095524"/>
                  <a:gd name="connsiteY194" fmla="*/ 1014984 h 1424940"/>
                  <a:gd name="connsiteX195" fmla="*/ 1163193 w 6095524"/>
                  <a:gd name="connsiteY195" fmla="*/ 1012793 h 1424940"/>
                  <a:gd name="connsiteX196" fmla="*/ 1226249 w 6095524"/>
                  <a:gd name="connsiteY196" fmla="*/ 1021937 h 1424940"/>
                  <a:gd name="connsiteX197" fmla="*/ 1244632 w 6095524"/>
                  <a:gd name="connsiteY197" fmla="*/ 1023747 h 1424940"/>
                  <a:gd name="connsiteX198" fmla="*/ 1310545 w 6095524"/>
                  <a:gd name="connsiteY198" fmla="*/ 1031939 h 1424940"/>
                  <a:gd name="connsiteX199" fmla="*/ 1319879 w 6095524"/>
                  <a:gd name="connsiteY199" fmla="*/ 1024319 h 1424940"/>
                  <a:gd name="connsiteX200" fmla="*/ 1346740 w 6095524"/>
                  <a:gd name="connsiteY200" fmla="*/ 1005173 h 1424940"/>
                  <a:gd name="connsiteX201" fmla="*/ 1399699 w 6095524"/>
                  <a:gd name="connsiteY201" fmla="*/ 988219 h 1424940"/>
                  <a:gd name="connsiteX202" fmla="*/ 1414082 w 6095524"/>
                  <a:gd name="connsiteY202" fmla="*/ 989171 h 1424940"/>
                  <a:gd name="connsiteX203" fmla="*/ 1450467 w 6095524"/>
                  <a:gd name="connsiteY203" fmla="*/ 1017461 h 1424940"/>
                  <a:gd name="connsiteX204" fmla="*/ 1468184 w 6095524"/>
                  <a:gd name="connsiteY204" fmla="*/ 1028795 h 1424940"/>
                  <a:gd name="connsiteX205" fmla="*/ 1518476 w 6095524"/>
                  <a:gd name="connsiteY205" fmla="*/ 1049655 h 1424940"/>
                  <a:gd name="connsiteX206" fmla="*/ 1522667 w 6095524"/>
                  <a:gd name="connsiteY206" fmla="*/ 1053465 h 1424940"/>
                  <a:gd name="connsiteX207" fmla="*/ 1559814 w 6095524"/>
                  <a:gd name="connsiteY207" fmla="*/ 1098709 h 1424940"/>
                  <a:gd name="connsiteX208" fmla="*/ 1568196 w 6095524"/>
                  <a:gd name="connsiteY208" fmla="*/ 1106424 h 1424940"/>
                  <a:gd name="connsiteX209" fmla="*/ 1578293 w 6095524"/>
                  <a:gd name="connsiteY209" fmla="*/ 1118426 h 1424940"/>
                  <a:gd name="connsiteX210" fmla="*/ 1609820 w 6095524"/>
                  <a:gd name="connsiteY210" fmla="*/ 1141667 h 1424940"/>
                  <a:gd name="connsiteX211" fmla="*/ 1648873 w 6095524"/>
                  <a:gd name="connsiteY211" fmla="*/ 1149096 h 1424940"/>
                  <a:gd name="connsiteX212" fmla="*/ 1696022 w 6095524"/>
                  <a:gd name="connsiteY212" fmla="*/ 1160431 h 1424940"/>
                  <a:gd name="connsiteX213" fmla="*/ 1715739 w 6095524"/>
                  <a:gd name="connsiteY213" fmla="*/ 1168051 h 1424940"/>
                  <a:gd name="connsiteX214" fmla="*/ 1768602 w 6095524"/>
                  <a:gd name="connsiteY214" fmla="*/ 1182529 h 1424940"/>
                  <a:gd name="connsiteX215" fmla="*/ 1806321 w 6095524"/>
                  <a:gd name="connsiteY215" fmla="*/ 1194721 h 1424940"/>
                  <a:gd name="connsiteX216" fmla="*/ 1860709 w 6095524"/>
                  <a:gd name="connsiteY216" fmla="*/ 1201865 h 1424940"/>
                  <a:gd name="connsiteX217" fmla="*/ 1887093 w 6095524"/>
                  <a:gd name="connsiteY217" fmla="*/ 1202150 h 1424940"/>
                  <a:gd name="connsiteX218" fmla="*/ 1935575 w 6095524"/>
                  <a:gd name="connsiteY218" fmla="*/ 1238726 h 1424940"/>
                  <a:gd name="connsiteX219" fmla="*/ 1974247 w 6095524"/>
                  <a:gd name="connsiteY219" fmla="*/ 1262920 h 1424940"/>
                  <a:gd name="connsiteX220" fmla="*/ 2014919 w 6095524"/>
                  <a:gd name="connsiteY220" fmla="*/ 1251204 h 1424940"/>
                  <a:gd name="connsiteX221" fmla="*/ 2025968 w 6095524"/>
                  <a:gd name="connsiteY221" fmla="*/ 1240155 h 1424940"/>
                  <a:gd name="connsiteX222" fmla="*/ 2092643 w 6095524"/>
                  <a:gd name="connsiteY222" fmla="*/ 1229678 h 1424940"/>
                  <a:gd name="connsiteX223" fmla="*/ 2187893 w 6095524"/>
                  <a:gd name="connsiteY223" fmla="*/ 1229297 h 1424940"/>
                  <a:gd name="connsiteX224" fmla="*/ 2346294 w 6095524"/>
                  <a:gd name="connsiteY224" fmla="*/ 1205484 h 1424940"/>
                  <a:gd name="connsiteX225" fmla="*/ 2373916 w 6095524"/>
                  <a:gd name="connsiteY225" fmla="*/ 1194435 h 1424940"/>
                  <a:gd name="connsiteX226" fmla="*/ 2404967 w 6095524"/>
                  <a:gd name="connsiteY226" fmla="*/ 1191673 h 1424940"/>
                  <a:gd name="connsiteX227" fmla="*/ 2416874 w 6095524"/>
                  <a:gd name="connsiteY227" fmla="*/ 1198436 h 1424940"/>
                  <a:gd name="connsiteX228" fmla="*/ 2468975 w 6095524"/>
                  <a:gd name="connsiteY228" fmla="*/ 1208532 h 1424940"/>
                  <a:gd name="connsiteX229" fmla="*/ 2478882 w 6095524"/>
                  <a:gd name="connsiteY229" fmla="*/ 1208723 h 1424940"/>
                  <a:gd name="connsiteX230" fmla="*/ 2512791 w 6095524"/>
                  <a:gd name="connsiteY230" fmla="*/ 1204436 h 1424940"/>
                  <a:gd name="connsiteX231" fmla="*/ 2544223 w 6095524"/>
                  <a:gd name="connsiteY231" fmla="*/ 1201960 h 1424940"/>
                  <a:gd name="connsiteX232" fmla="*/ 2623471 w 6095524"/>
                  <a:gd name="connsiteY232" fmla="*/ 1210056 h 1424940"/>
                  <a:gd name="connsiteX233" fmla="*/ 2684241 w 6095524"/>
                  <a:gd name="connsiteY233" fmla="*/ 1208151 h 1424940"/>
                  <a:gd name="connsiteX234" fmla="*/ 2712244 w 6095524"/>
                  <a:gd name="connsiteY234" fmla="*/ 1210056 h 1424940"/>
                  <a:gd name="connsiteX235" fmla="*/ 2728055 w 6095524"/>
                  <a:gd name="connsiteY235" fmla="*/ 1212914 h 1424940"/>
                  <a:gd name="connsiteX236" fmla="*/ 2763869 w 6095524"/>
                  <a:gd name="connsiteY236" fmla="*/ 1232821 h 1424940"/>
                  <a:gd name="connsiteX237" fmla="*/ 2783491 w 6095524"/>
                  <a:gd name="connsiteY237" fmla="*/ 1237298 h 1424940"/>
                  <a:gd name="connsiteX238" fmla="*/ 2842546 w 6095524"/>
                  <a:gd name="connsiteY238" fmla="*/ 1236917 h 1424940"/>
                  <a:gd name="connsiteX239" fmla="*/ 2931128 w 6095524"/>
                  <a:gd name="connsiteY239" fmla="*/ 1206913 h 1424940"/>
                  <a:gd name="connsiteX240" fmla="*/ 2940368 w 6095524"/>
                  <a:gd name="connsiteY240" fmla="*/ 1202912 h 1424940"/>
                  <a:gd name="connsiteX241" fmla="*/ 2985421 w 6095524"/>
                  <a:gd name="connsiteY241" fmla="*/ 1197959 h 1424940"/>
                  <a:gd name="connsiteX242" fmla="*/ 3015996 w 6095524"/>
                  <a:gd name="connsiteY242" fmla="*/ 1204722 h 1424940"/>
                  <a:gd name="connsiteX243" fmla="*/ 3057621 w 6095524"/>
                  <a:gd name="connsiteY243" fmla="*/ 1218724 h 1424940"/>
                  <a:gd name="connsiteX244" fmla="*/ 3095054 w 6095524"/>
                  <a:gd name="connsiteY244" fmla="*/ 1230440 h 1424940"/>
                  <a:gd name="connsiteX245" fmla="*/ 3122295 w 6095524"/>
                  <a:gd name="connsiteY245" fmla="*/ 1243679 h 1424940"/>
                  <a:gd name="connsiteX246" fmla="*/ 3184589 w 6095524"/>
                  <a:gd name="connsiteY246" fmla="*/ 1253395 h 1424940"/>
                  <a:gd name="connsiteX247" fmla="*/ 3191066 w 6095524"/>
                  <a:gd name="connsiteY247" fmla="*/ 1255014 h 1424940"/>
                  <a:gd name="connsiteX248" fmla="*/ 3237929 w 6095524"/>
                  <a:gd name="connsiteY248" fmla="*/ 1243203 h 1424940"/>
                  <a:gd name="connsiteX249" fmla="*/ 3294221 w 6095524"/>
                  <a:gd name="connsiteY249" fmla="*/ 1231202 h 1424940"/>
                  <a:gd name="connsiteX250" fmla="*/ 3314319 w 6095524"/>
                  <a:gd name="connsiteY250" fmla="*/ 1235297 h 1424940"/>
                  <a:gd name="connsiteX251" fmla="*/ 3341846 w 6095524"/>
                  <a:gd name="connsiteY251" fmla="*/ 1241108 h 1424940"/>
                  <a:gd name="connsiteX252" fmla="*/ 3367373 w 6095524"/>
                  <a:gd name="connsiteY252" fmla="*/ 1238060 h 1424940"/>
                  <a:gd name="connsiteX253" fmla="*/ 3382899 w 6095524"/>
                  <a:gd name="connsiteY253" fmla="*/ 1237774 h 1424940"/>
                  <a:gd name="connsiteX254" fmla="*/ 3453765 w 6095524"/>
                  <a:gd name="connsiteY254" fmla="*/ 1273397 h 1424940"/>
                  <a:gd name="connsiteX255" fmla="*/ 3471767 w 6095524"/>
                  <a:gd name="connsiteY255" fmla="*/ 1276350 h 1424940"/>
                  <a:gd name="connsiteX256" fmla="*/ 3481959 w 6095524"/>
                  <a:gd name="connsiteY256" fmla="*/ 1280732 h 1424940"/>
                  <a:gd name="connsiteX257" fmla="*/ 3543396 w 6095524"/>
                  <a:gd name="connsiteY257" fmla="*/ 1324928 h 1424940"/>
                  <a:gd name="connsiteX258" fmla="*/ 3569494 w 6095524"/>
                  <a:gd name="connsiteY258" fmla="*/ 1333881 h 1424940"/>
                  <a:gd name="connsiteX259" fmla="*/ 3598164 w 6095524"/>
                  <a:gd name="connsiteY259" fmla="*/ 1332071 h 1424940"/>
                  <a:gd name="connsiteX260" fmla="*/ 3614738 w 6095524"/>
                  <a:gd name="connsiteY260" fmla="*/ 1328833 h 1424940"/>
                  <a:gd name="connsiteX261" fmla="*/ 3655886 w 6095524"/>
                  <a:gd name="connsiteY261" fmla="*/ 1300734 h 1424940"/>
                  <a:gd name="connsiteX262" fmla="*/ 3679317 w 6095524"/>
                  <a:gd name="connsiteY262" fmla="*/ 1301687 h 1424940"/>
                  <a:gd name="connsiteX263" fmla="*/ 3715893 w 6095524"/>
                  <a:gd name="connsiteY263" fmla="*/ 1321022 h 1424940"/>
                  <a:gd name="connsiteX264" fmla="*/ 3782282 w 6095524"/>
                  <a:gd name="connsiteY264" fmla="*/ 1329690 h 1424940"/>
                  <a:gd name="connsiteX265" fmla="*/ 3816001 w 6095524"/>
                  <a:gd name="connsiteY265" fmla="*/ 1302639 h 1424940"/>
                  <a:gd name="connsiteX266" fmla="*/ 3833431 w 6095524"/>
                  <a:gd name="connsiteY266" fmla="*/ 1276636 h 1424940"/>
                  <a:gd name="connsiteX267" fmla="*/ 3883819 w 6095524"/>
                  <a:gd name="connsiteY267" fmla="*/ 1246442 h 1424940"/>
                  <a:gd name="connsiteX268" fmla="*/ 3895821 w 6095524"/>
                  <a:gd name="connsiteY268" fmla="*/ 1257681 h 1424940"/>
                  <a:gd name="connsiteX269" fmla="*/ 3932778 w 6095524"/>
                  <a:gd name="connsiteY269" fmla="*/ 1262444 h 1424940"/>
                  <a:gd name="connsiteX270" fmla="*/ 3972782 w 6095524"/>
                  <a:gd name="connsiteY270" fmla="*/ 1262063 h 1424940"/>
                  <a:gd name="connsiteX271" fmla="*/ 4042505 w 6095524"/>
                  <a:gd name="connsiteY271" fmla="*/ 1267111 h 1424940"/>
                  <a:gd name="connsiteX272" fmla="*/ 4088892 w 6095524"/>
                  <a:gd name="connsiteY272" fmla="*/ 1238250 h 1424940"/>
                  <a:gd name="connsiteX273" fmla="*/ 4106609 w 6095524"/>
                  <a:gd name="connsiteY273" fmla="*/ 1226344 h 1424940"/>
                  <a:gd name="connsiteX274" fmla="*/ 4123182 w 6095524"/>
                  <a:gd name="connsiteY274" fmla="*/ 1218724 h 1424940"/>
                  <a:gd name="connsiteX275" fmla="*/ 4142328 w 6095524"/>
                  <a:gd name="connsiteY275" fmla="*/ 1214438 h 1424940"/>
                  <a:gd name="connsiteX276" fmla="*/ 4188524 w 6095524"/>
                  <a:gd name="connsiteY276" fmla="*/ 1198245 h 1424940"/>
                  <a:gd name="connsiteX277" fmla="*/ 4213860 w 6095524"/>
                  <a:gd name="connsiteY277" fmla="*/ 1182338 h 1424940"/>
                  <a:gd name="connsiteX278" fmla="*/ 4270820 w 6095524"/>
                  <a:gd name="connsiteY278" fmla="*/ 1167003 h 1424940"/>
                  <a:gd name="connsiteX279" fmla="*/ 4309587 w 6095524"/>
                  <a:gd name="connsiteY279" fmla="*/ 1153287 h 1424940"/>
                  <a:gd name="connsiteX280" fmla="*/ 4350449 w 6095524"/>
                  <a:gd name="connsiteY280" fmla="*/ 1129665 h 1424940"/>
                  <a:gd name="connsiteX281" fmla="*/ 4356164 w 6095524"/>
                  <a:gd name="connsiteY281" fmla="*/ 1126046 h 1424940"/>
                  <a:gd name="connsiteX282" fmla="*/ 4369880 w 6095524"/>
                  <a:gd name="connsiteY282" fmla="*/ 1110520 h 1424940"/>
                  <a:gd name="connsiteX283" fmla="*/ 4389787 w 6095524"/>
                  <a:gd name="connsiteY283" fmla="*/ 1057085 h 1424940"/>
                  <a:gd name="connsiteX284" fmla="*/ 4395502 w 6095524"/>
                  <a:gd name="connsiteY284" fmla="*/ 1046226 h 1424940"/>
                  <a:gd name="connsiteX285" fmla="*/ 4447413 w 6095524"/>
                  <a:gd name="connsiteY285" fmla="*/ 1009650 h 1424940"/>
                  <a:gd name="connsiteX286" fmla="*/ 4466654 w 6095524"/>
                  <a:gd name="connsiteY286" fmla="*/ 1013079 h 1424940"/>
                  <a:gd name="connsiteX287" fmla="*/ 4487894 w 6095524"/>
                  <a:gd name="connsiteY287" fmla="*/ 1025081 h 1424940"/>
                  <a:gd name="connsiteX288" fmla="*/ 4534472 w 6095524"/>
                  <a:gd name="connsiteY288" fmla="*/ 1028224 h 1424940"/>
                  <a:gd name="connsiteX289" fmla="*/ 4551903 w 6095524"/>
                  <a:gd name="connsiteY289" fmla="*/ 1022033 h 1424940"/>
                  <a:gd name="connsiteX290" fmla="*/ 4582382 w 6095524"/>
                  <a:gd name="connsiteY290" fmla="*/ 1005364 h 1424940"/>
                  <a:gd name="connsiteX291" fmla="*/ 4605909 w 6095524"/>
                  <a:gd name="connsiteY291" fmla="*/ 979551 h 1424940"/>
                  <a:gd name="connsiteX292" fmla="*/ 4640104 w 6095524"/>
                  <a:gd name="connsiteY292" fmla="*/ 936879 h 1424940"/>
                  <a:gd name="connsiteX293" fmla="*/ 4705731 w 6095524"/>
                  <a:gd name="connsiteY293" fmla="*/ 920591 h 1424940"/>
                  <a:gd name="connsiteX294" fmla="*/ 4730973 w 6095524"/>
                  <a:gd name="connsiteY294" fmla="*/ 915162 h 1424940"/>
                  <a:gd name="connsiteX295" fmla="*/ 4822794 w 6095524"/>
                  <a:gd name="connsiteY295" fmla="*/ 892397 h 1424940"/>
                  <a:gd name="connsiteX296" fmla="*/ 4830794 w 6095524"/>
                  <a:gd name="connsiteY296" fmla="*/ 891635 h 1424940"/>
                  <a:gd name="connsiteX297" fmla="*/ 4894421 w 6095524"/>
                  <a:gd name="connsiteY297" fmla="*/ 865442 h 1424940"/>
                  <a:gd name="connsiteX298" fmla="*/ 4909756 w 6095524"/>
                  <a:gd name="connsiteY298" fmla="*/ 858964 h 1424940"/>
                  <a:gd name="connsiteX299" fmla="*/ 4928521 w 6095524"/>
                  <a:gd name="connsiteY299" fmla="*/ 842391 h 1424940"/>
                  <a:gd name="connsiteX300" fmla="*/ 4945857 w 6095524"/>
                  <a:gd name="connsiteY300" fmla="*/ 795623 h 1424940"/>
                  <a:gd name="connsiteX301" fmla="*/ 4966145 w 6095524"/>
                  <a:gd name="connsiteY301" fmla="*/ 774287 h 1424940"/>
                  <a:gd name="connsiteX302" fmla="*/ 4980909 w 6095524"/>
                  <a:gd name="connsiteY302" fmla="*/ 761333 h 1424940"/>
                  <a:gd name="connsiteX303" fmla="*/ 4993862 w 6095524"/>
                  <a:gd name="connsiteY303" fmla="*/ 741712 h 1424940"/>
                  <a:gd name="connsiteX304" fmla="*/ 5006816 w 6095524"/>
                  <a:gd name="connsiteY304" fmla="*/ 694754 h 1424940"/>
                  <a:gd name="connsiteX305" fmla="*/ 5026724 w 6095524"/>
                  <a:gd name="connsiteY305" fmla="*/ 653129 h 1424940"/>
                  <a:gd name="connsiteX306" fmla="*/ 5062538 w 6095524"/>
                  <a:gd name="connsiteY306" fmla="*/ 630079 h 1424940"/>
                  <a:gd name="connsiteX307" fmla="*/ 5084731 w 6095524"/>
                  <a:gd name="connsiteY307" fmla="*/ 617982 h 1424940"/>
                  <a:gd name="connsiteX308" fmla="*/ 5172647 w 6095524"/>
                  <a:gd name="connsiteY308" fmla="*/ 630174 h 1424940"/>
                  <a:gd name="connsiteX309" fmla="*/ 5232654 w 6095524"/>
                  <a:gd name="connsiteY309" fmla="*/ 642080 h 1424940"/>
                  <a:gd name="connsiteX310" fmla="*/ 5252371 w 6095524"/>
                  <a:gd name="connsiteY310" fmla="*/ 637508 h 1424940"/>
                  <a:gd name="connsiteX311" fmla="*/ 5308092 w 6095524"/>
                  <a:gd name="connsiteY311" fmla="*/ 598646 h 1424940"/>
                  <a:gd name="connsiteX312" fmla="*/ 5363147 w 6095524"/>
                  <a:gd name="connsiteY312" fmla="*/ 581311 h 1424940"/>
                  <a:gd name="connsiteX313" fmla="*/ 5404580 w 6095524"/>
                  <a:gd name="connsiteY313" fmla="*/ 576358 h 1424940"/>
                  <a:gd name="connsiteX314" fmla="*/ 5440203 w 6095524"/>
                  <a:gd name="connsiteY314" fmla="*/ 572548 h 1424940"/>
                  <a:gd name="connsiteX315" fmla="*/ 5482971 w 6095524"/>
                  <a:gd name="connsiteY315" fmla="*/ 561880 h 1424940"/>
                  <a:gd name="connsiteX316" fmla="*/ 5507165 w 6095524"/>
                  <a:gd name="connsiteY316" fmla="*/ 550259 h 1424940"/>
                  <a:gd name="connsiteX317" fmla="*/ 5545645 w 6095524"/>
                  <a:gd name="connsiteY317" fmla="*/ 533591 h 1424940"/>
                  <a:gd name="connsiteX318" fmla="*/ 5585079 w 6095524"/>
                  <a:gd name="connsiteY318" fmla="*/ 511969 h 1424940"/>
                  <a:gd name="connsiteX319" fmla="*/ 5615368 w 6095524"/>
                  <a:gd name="connsiteY319" fmla="*/ 481679 h 1424940"/>
                  <a:gd name="connsiteX320" fmla="*/ 5631656 w 6095524"/>
                  <a:gd name="connsiteY320" fmla="*/ 456152 h 1424940"/>
                  <a:gd name="connsiteX321" fmla="*/ 5679377 w 6095524"/>
                  <a:gd name="connsiteY321" fmla="*/ 419576 h 1424940"/>
                  <a:gd name="connsiteX322" fmla="*/ 5722525 w 6095524"/>
                  <a:gd name="connsiteY322" fmla="*/ 350615 h 1424940"/>
                  <a:gd name="connsiteX323" fmla="*/ 5749576 w 6095524"/>
                  <a:gd name="connsiteY323" fmla="*/ 321945 h 1424940"/>
                  <a:gd name="connsiteX324" fmla="*/ 5764911 w 6095524"/>
                  <a:gd name="connsiteY324" fmla="*/ 313849 h 1424940"/>
                  <a:gd name="connsiteX325" fmla="*/ 5791009 w 6095524"/>
                  <a:gd name="connsiteY325" fmla="*/ 293942 h 1424940"/>
                  <a:gd name="connsiteX326" fmla="*/ 5806440 w 6095524"/>
                  <a:gd name="connsiteY326" fmla="*/ 279178 h 1424940"/>
                  <a:gd name="connsiteX327" fmla="*/ 5848636 w 6095524"/>
                  <a:gd name="connsiteY327" fmla="*/ 224885 h 1424940"/>
                  <a:gd name="connsiteX328" fmla="*/ 5861590 w 6095524"/>
                  <a:gd name="connsiteY328" fmla="*/ 208788 h 1424940"/>
                  <a:gd name="connsiteX329" fmla="*/ 5888355 w 6095524"/>
                  <a:gd name="connsiteY329" fmla="*/ 181166 h 1424940"/>
                  <a:gd name="connsiteX330" fmla="*/ 5900071 w 6095524"/>
                  <a:gd name="connsiteY330" fmla="*/ 172784 h 1424940"/>
                  <a:gd name="connsiteX331" fmla="*/ 5920740 w 6095524"/>
                  <a:gd name="connsiteY331" fmla="*/ 150305 h 1424940"/>
                  <a:gd name="connsiteX332" fmla="*/ 5969985 w 6095524"/>
                  <a:gd name="connsiteY332" fmla="*/ 91345 h 1424940"/>
                  <a:gd name="connsiteX333" fmla="*/ 5991130 w 6095524"/>
                  <a:gd name="connsiteY333" fmla="*/ 58293 h 1424940"/>
                  <a:gd name="connsiteX334" fmla="*/ 6033325 w 6095524"/>
                  <a:gd name="connsiteY334" fmla="*/ 33909 h 1424940"/>
                  <a:gd name="connsiteX335" fmla="*/ 6054376 w 6095524"/>
                  <a:gd name="connsiteY335" fmla="*/ 20955 h 1424940"/>
                  <a:gd name="connsiteX336" fmla="*/ 6095524 w 6095524"/>
                  <a:gd name="connsiteY336" fmla="*/ 0 h 1424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Lst>
                <a:rect l="l" t="t" r="r" b="b"/>
                <a:pathLst>
                  <a:path w="6095524" h="1424940">
                    <a:moveTo>
                      <a:pt x="6095524" y="0"/>
                    </a:moveTo>
                    <a:cubicBezTo>
                      <a:pt x="6095524" y="7811"/>
                      <a:pt x="6095524" y="12573"/>
                      <a:pt x="6095524" y="17431"/>
                    </a:cubicBezTo>
                    <a:lnTo>
                      <a:pt x="6095524" y="216290"/>
                    </a:lnTo>
                    <a:lnTo>
                      <a:pt x="6079998" y="230600"/>
                    </a:lnTo>
                    <a:cubicBezTo>
                      <a:pt x="6058567" y="241363"/>
                      <a:pt x="6035706" y="251079"/>
                      <a:pt x="6012751" y="260699"/>
                    </a:cubicBezTo>
                    <a:cubicBezTo>
                      <a:pt x="6006084" y="263462"/>
                      <a:pt x="5998749" y="264986"/>
                      <a:pt x="5992749" y="268700"/>
                    </a:cubicBezTo>
                    <a:cubicBezTo>
                      <a:pt x="5965126" y="285655"/>
                      <a:pt x="5938361" y="303943"/>
                      <a:pt x="5910358" y="320231"/>
                    </a:cubicBezTo>
                    <a:cubicBezTo>
                      <a:pt x="5881497" y="337090"/>
                      <a:pt x="5855684" y="356997"/>
                      <a:pt x="5835777" y="383953"/>
                    </a:cubicBezTo>
                    <a:cubicBezTo>
                      <a:pt x="5817298" y="409004"/>
                      <a:pt x="5799391" y="434435"/>
                      <a:pt x="5781008" y="459581"/>
                    </a:cubicBezTo>
                    <a:cubicBezTo>
                      <a:pt x="5776341" y="465963"/>
                      <a:pt x="5772054" y="473488"/>
                      <a:pt x="5765673" y="477584"/>
                    </a:cubicBezTo>
                    <a:cubicBezTo>
                      <a:pt x="5752433" y="486156"/>
                      <a:pt x="5737955" y="493109"/>
                      <a:pt x="5723763" y="500158"/>
                    </a:cubicBezTo>
                    <a:cubicBezTo>
                      <a:pt x="5711571" y="506159"/>
                      <a:pt x="5698617" y="510635"/>
                      <a:pt x="5686711" y="517112"/>
                    </a:cubicBezTo>
                    <a:cubicBezTo>
                      <a:pt x="5677186" y="522256"/>
                      <a:pt x="5668708" y="529400"/>
                      <a:pt x="5659850" y="535877"/>
                    </a:cubicBezTo>
                    <a:cubicBezTo>
                      <a:pt x="5652135" y="541496"/>
                      <a:pt x="5643658" y="546354"/>
                      <a:pt x="5637181" y="553117"/>
                    </a:cubicBezTo>
                    <a:cubicBezTo>
                      <a:pt x="5621369" y="569500"/>
                      <a:pt x="5605462" y="585597"/>
                      <a:pt x="5585841" y="597694"/>
                    </a:cubicBezTo>
                    <a:cubicBezTo>
                      <a:pt x="5566505" y="609695"/>
                      <a:pt x="5548217" y="623126"/>
                      <a:pt x="5528977" y="635318"/>
                    </a:cubicBezTo>
                    <a:cubicBezTo>
                      <a:pt x="5510117" y="647224"/>
                      <a:pt x="5493067" y="660273"/>
                      <a:pt x="5483256" y="681419"/>
                    </a:cubicBezTo>
                    <a:cubicBezTo>
                      <a:pt x="5478875" y="690753"/>
                      <a:pt x="5472684" y="700945"/>
                      <a:pt x="5464397" y="706374"/>
                    </a:cubicBezTo>
                    <a:cubicBezTo>
                      <a:pt x="5452586" y="714089"/>
                      <a:pt x="5437632" y="716852"/>
                      <a:pt x="5424773" y="723424"/>
                    </a:cubicBezTo>
                    <a:cubicBezTo>
                      <a:pt x="5409628" y="731139"/>
                      <a:pt x="5392103" y="737807"/>
                      <a:pt x="5381815" y="750094"/>
                    </a:cubicBezTo>
                    <a:cubicBezTo>
                      <a:pt x="5372671" y="761048"/>
                      <a:pt x="5363432" y="769620"/>
                      <a:pt x="5351335" y="776573"/>
                    </a:cubicBezTo>
                    <a:cubicBezTo>
                      <a:pt x="5342858" y="781431"/>
                      <a:pt x="5336572" y="790289"/>
                      <a:pt x="5327809" y="794290"/>
                    </a:cubicBezTo>
                    <a:cubicBezTo>
                      <a:pt x="5316284" y="799624"/>
                      <a:pt x="5304663" y="803815"/>
                      <a:pt x="5294566" y="812102"/>
                    </a:cubicBezTo>
                    <a:cubicBezTo>
                      <a:pt x="5284089" y="820674"/>
                      <a:pt x="5272183" y="827437"/>
                      <a:pt x="5261229" y="835438"/>
                    </a:cubicBezTo>
                    <a:cubicBezTo>
                      <a:pt x="5255419" y="839724"/>
                      <a:pt x="5250656" y="845344"/>
                      <a:pt x="5245037" y="849821"/>
                    </a:cubicBezTo>
                    <a:cubicBezTo>
                      <a:pt x="5234750" y="858012"/>
                      <a:pt x="5224272" y="866013"/>
                      <a:pt x="5213699" y="873728"/>
                    </a:cubicBezTo>
                    <a:cubicBezTo>
                      <a:pt x="5203127" y="881444"/>
                      <a:pt x="5193030" y="890397"/>
                      <a:pt x="5181409" y="896017"/>
                    </a:cubicBezTo>
                    <a:cubicBezTo>
                      <a:pt x="5161598" y="905542"/>
                      <a:pt x="5139976" y="911257"/>
                      <a:pt x="5120735" y="921544"/>
                    </a:cubicBezTo>
                    <a:cubicBezTo>
                      <a:pt x="5101209" y="932021"/>
                      <a:pt x="5082826" y="945166"/>
                      <a:pt x="5065490" y="959072"/>
                    </a:cubicBezTo>
                    <a:cubicBezTo>
                      <a:pt x="5051774" y="970026"/>
                      <a:pt x="5038916" y="980885"/>
                      <a:pt x="5021675" y="986504"/>
                    </a:cubicBezTo>
                    <a:cubicBezTo>
                      <a:pt x="5012055" y="989648"/>
                      <a:pt x="5001959" y="996506"/>
                      <a:pt x="4996148" y="1004507"/>
                    </a:cubicBezTo>
                    <a:cubicBezTo>
                      <a:pt x="4983575" y="1021937"/>
                      <a:pt x="4967478" y="1034225"/>
                      <a:pt x="4949285" y="1044702"/>
                    </a:cubicBezTo>
                    <a:cubicBezTo>
                      <a:pt x="4924996" y="1058799"/>
                      <a:pt x="4900993" y="1073182"/>
                      <a:pt x="4876609" y="1086993"/>
                    </a:cubicBezTo>
                    <a:cubicBezTo>
                      <a:pt x="4862227" y="1095185"/>
                      <a:pt x="4847940" y="1103852"/>
                      <a:pt x="4832699" y="1109853"/>
                    </a:cubicBezTo>
                    <a:cubicBezTo>
                      <a:pt x="4801553" y="1122236"/>
                      <a:pt x="4769644" y="1132808"/>
                      <a:pt x="4738211" y="1144334"/>
                    </a:cubicBezTo>
                    <a:cubicBezTo>
                      <a:pt x="4727924" y="1148048"/>
                      <a:pt x="4718209" y="1153382"/>
                      <a:pt x="4707731" y="1156621"/>
                    </a:cubicBezTo>
                    <a:cubicBezTo>
                      <a:pt x="4696396" y="1160145"/>
                      <a:pt x="4684205" y="1161193"/>
                      <a:pt x="4672870" y="1164717"/>
                    </a:cubicBezTo>
                    <a:cubicBezTo>
                      <a:pt x="4654010" y="1170527"/>
                      <a:pt x="4635722" y="1177957"/>
                      <a:pt x="4616863" y="1183862"/>
                    </a:cubicBezTo>
                    <a:cubicBezTo>
                      <a:pt x="4580477" y="1195197"/>
                      <a:pt x="4543996" y="1206056"/>
                      <a:pt x="4507516" y="1216819"/>
                    </a:cubicBezTo>
                    <a:cubicBezTo>
                      <a:pt x="4499706" y="1219105"/>
                      <a:pt x="4491228" y="1219391"/>
                      <a:pt x="4483513" y="1221867"/>
                    </a:cubicBezTo>
                    <a:cubicBezTo>
                      <a:pt x="4463034" y="1228535"/>
                      <a:pt x="4442650" y="1235773"/>
                      <a:pt x="4422362" y="1243108"/>
                    </a:cubicBezTo>
                    <a:cubicBezTo>
                      <a:pt x="4410075" y="1247585"/>
                      <a:pt x="4398073" y="1253109"/>
                      <a:pt x="4385691" y="1257395"/>
                    </a:cubicBezTo>
                    <a:cubicBezTo>
                      <a:pt x="4375785" y="1260824"/>
                      <a:pt x="4365593" y="1263491"/>
                      <a:pt x="4355306" y="1265587"/>
                    </a:cubicBezTo>
                    <a:cubicBezTo>
                      <a:pt x="4346448" y="1267397"/>
                      <a:pt x="4337209" y="1267206"/>
                      <a:pt x="4328446" y="1269397"/>
                    </a:cubicBezTo>
                    <a:cubicBezTo>
                      <a:pt x="4304728" y="1275302"/>
                      <a:pt x="4281297" y="1281970"/>
                      <a:pt x="4257770" y="1288256"/>
                    </a:cubicBezTo>
                    <a:cubicBezTo>
                      <a:pt x="4248341" y="1290733"/>
                      <a:pt x="4238720" y="1292543"/>
                      <a:pt x="4229576" y="1295686"/>
                    </a:cubicBezTo>
                    <a:cubicBezTo>
                      <a:pt x="4205097" y="1303973"/>
                      <a:pt x="4180999" y="1313402"/>
                      <a:pt x="4156424" y="1321213"/>
                    </a:cubicBezTo>
                    <a:cubicBezTo>
                      <a:pt x="4136041" y="1327690"/>
                      <a:pt x="4115086" y="1332357"/>
                      <a:pt x="4094416" y="1338072"/>
                    </a:cubicBezTo>
                    <a:cubicBezTo>
                      <a:pt x="4085653" y="1340549"/>
                      <a:pt x="4077271" y="1344073"/>
                      <a:pt x="4068509" y="1346168"/>
                    </a:cubicBezTo>
                    <a:cubicBezTo>
                      <a:pt x="4048887" y="1350931"/>
                      <a:pt x="4028980" y="1354931"/>
                      <a:pt x="4009263" y="1359694"/>
                    </a:cubicBezTo>
                    <a:cubicBezTo>
                      <a:pt x="3998023" y="1362456"/>
                      <a:pt x="3987165" y="1367409"/>
                      <a:pt x="3975735" y="1369219"/>
                    </a:cubicBezTo>
                    <a:cubicBezTo>
                      <a:pt x="3948589" y="1373505"/>
                      <a:pt x="3921252" y="1376553"/>
                      <a:pt x="3893915" y="1379982"/>
                    </a:cubicBezTo>
                    <a:cubicBezTo>
                      <a:pt x="3865722" y="1383506"/>
                      <a:pt x="3837623" y="1387221"/>
                      <a:pt x="3809428" y="1390364"/>
                    </a:cubicBezTo>
                    <a:cubicBezTo>
                      <a:pt x="3793998" y="1391984"/>
                      <a:pt x="3778472" y="1392269"/>
                      <a:pt x="3763042" y="1393793"/>
                    </a:cubicBezTo>
                    <a:cubicBezTo>
                      <a:pt x="3749516" y="1395127"/>
                      <a:pt x="3736086" y="1397603"/>
                      <a:pt x="3722561" y="1399223"/>
                    </a:cubicBezTo>
                    <a:cubicBezTo>
                      <a:pt x="3710845" y="1400556"/>
                      <a:pt x="3699034" y="1401318"/>
                      <a:pt x="3687318" y="1402652"/>
                    </a:cubicBezTo>
                    <a:cubicBezTo>
                      <a:pt x="3668554" y="1404842"/>
                      <a:pt x="3649885" y="1407319"/>
                      <a:pt x="3631216" y="1409605"/>
                    </a:cubicBezTo>
                    <a:cubicBezTo>
                      <a:pt x="3623406" y="1410462"/>
                      <a:pt x="3615214" y="1412843"/>
                      <a:pt x="3607880" y="1411415"/>
                    </a:cubicBezTo>
                    <a:cubicBezTo>
                      <a:pt x="3589401" y="1407795"/>
                      <a:pt x="3571208" y="1408843"/>
                      <a:pt x="3552825" y="1411319"/>
                    </a:cubicBezTo>
                    <a:cubicBezTo>
                      <a:pt x="3546539" y="1412177"/>
                      <a:pt x="3539776" y="1411986"/>
                      <a:pt x="3533680" y="1410367"/>
                    </a:cubicBezTo>
                    <a:cubicBezTo>
                      <a:pt x="3521202" y="1407128"/>
                      <a:pt x="3509106" y="1402556"/>
                      <a:pt x="3496818" y="1398556"/>
                    </a:cubicBezTo>
                    <a:cubicBezTo>
                      <a:pt x="3495484" y="1398080"/>
                      <a:pt x="3493865" y="1397984"/>
                      <a:pt x="3492437" y="1397699"/>
                    </a:cubicBezTo>
                    <a:cubicBezTo>
                      <a:pt x="3484340" y="1396079"/>
                      <a:pt x="3476340" y="1394460"/>
                      <a:pt x="3468243" y="1393031"/>
                    </a:cubicBezTo>
                    <a:cubicBezTo>
                      <a:pt x="3463862" y="1392269"/>
                      <a:pt x="3459385" y="1392174"/>
                      <a:pt x="3455003" y="1391507"/>
                    </a:cubicBezTo>
                    <a:cubicBezTo>
                      <a:pt x="3438049" y="1388840"/>
                      <a:pt x="3419380" y="1393317"/>
                      <a:pt x="3404711" y="1381792"/>
                    </a:cubicBezTo>
                    <a:cubicBezTo>
                      <a:pt x="3395186" y="1374362"/>
                      <a:pt x="3385947" y="1376077"/>
                      <a:pt x="3375756" y="1377220"/>
                    </a:cubicBezTo>
                    <a:cubicBezTo>
                      <a:pt x="3368040" y="1378077"/>
                      <a:pt x="3360134" y="1377791"/>
                      <a:pt x="3352324" y="1377887"/>
                    </a:cubicBezTo>
                    <a:cubicBezTo>
                      <a:pt x="3338608" y="1378172"/>
                      <a:pt x="3324892" y="1378268"/>
                      <a:pt x="3311176" y="1378744"/>
                    </a:cubicBezTo>
                    <a:cubicBezTo>
                      <a:pt x="3306794" y="1378934"/>
                      <a:pt x="3302318" y="1381316"/>
                      <a:pt x="3298031" y="1380935"/>
                    </a:cubicBezTo>
                    <a:cubicBezTo>
                      <a:pt x="3278219" y="1379125"/>
                      <a:pt x="3258407" y="1376267"/>
                      <a:pt x="3238595" y="1374648"/>
                    </a:cubicBezTo>
                    <a:cubicBezTo>
                      <a:pt x="3227356" y="1373696"/>
                      <a:pt x="3215830" y="1375505"/>
                      <a:pt x="3204686" y="1374172"/>
                    </a:cubicBezTo>
                    <a:cubicBezTo>
                      <a:pt x="3191828" y="1372648"/>
                      <a:pt x="3179255" y="1368743"/>
                      <a:pt x="3166491" y="1366361"/>
                    </a:cubicBezTo>
                    <a:cubicBezTo>
                      <a:pt x="3162967" y="1365695"/>
                      <a:pt x="3159062" y="1366552"/>
                      <a:pt x="3155347" y="1366742"/>
                    </a:cubicBezTo>
                    <a:cubicBezTo>
                      <a:pt x="3151156" y="1366933"/>
                      <a:pt x="3147060" y="1367314"/>
                      <a:pt x="3142869" y="1367409"/>
                    </a:cubicBezTo>
                    <a:cubicBezTo>
                      <a:pt x="3130105" y="1367600"/>
                      <a:pt x="3117342" y="1367314"/>
                      <a:pt x="3104578" y="1367981"/>
                    </a:cubicBezTo>
                    <a:cubicBezTo>
                      <a:pt x="3096768" y="1368362"/>
                      <a:pt x="3088577" y="1372267"/>
                      <a:pt x="3081337" y="1370838"/>
                    </a:cubicBezTo>
                    <a:cubicBezTo>
                      <a:pt x="3066574" y="1368076"/>
                      <a:pt x="3051810" y="1374267"/>
                      <a:pt x="3037047" y="1369124"/>
                    </a:cubicBezTo>
                    <a:cubicBezTo>
                      <a:pt x="3032474" y="1367600"/>
                      <a:pt x="3026188" y="1371410"/>
                      <a:pt x="3020663" y="1371600"/>
                    </a:cubicBezTo>
                    <a:cubicBezTo>
                      <a:pt x="3006852" y="1372076"/>
                      <a:pt x="2993041" y="1371981"/>
                      <a:pt x="2979230" y="1371886"/>
                    </a:cubicBezTo>
                    <a:cubicBezTo>
                      <a:pt x="2966847" y="1371791"/>
                      <a:pt x="2953988" y="1373124"/>
                      <a:pt x="2942082" y="1370457"/>
                    </a:cubicBezTo>
                    <a:cubicBezTo>
                      <a:pt x="2929604" y="1367600"/>
                      <a:pt x="2918365" y="1367981"/>
                      <a:pt x="2906268" y="1371219"/>
                    </a:cubicBezTo>
                    <a:cubicBezTo>
                      <a:pt x="2897981" y="1373410"/>
                      <a:pt x="2889218" y="1373696"/>
                      <a:pt x="2880646" y="1374362"/>
                    </a:cubicBezTo>
                    <a:cubicBezTo>
                      <a:pt x="2871407" y="1375124"/>
                      <a:pt x="2861215" y="1373124"/>
                      <a:pt x="2852833" y="1376267"/>
                    </a:cubicBezTo>
                    <a:cubicBezTo>
                      <a:pt x="2827877" y="1385602"/>
                      <a:pt x="2802255" y="1387602"/>
                      <a:pt x="2776157" y="1387602"/>
                    </a:cubicBezTo>
                    <a:cubicBezTo>
                      <a:pt x="2771394" y="1387602"/>
                      <a:pt x="2766536" y="1386269"/>
                      <a:pt x="2761965" y="1384840"/>
                    </a:cubicBezTo>
                    <a:cubicBezTo>
                      <a:pt x="2735294" y="1376267"/>
                      <a:pt x="2708529" y="1377029"/>
                      <a:pt x="2681383" y="1382268"/>
                    </a:cubicBezTo>
                    <a:cubicBezTo>
                      <a:pt x="2675763" y="1383411"/>
                      <a:pt x="2669477" y="1383602"/>
                      <a:pt x="2663857" y="1382459"/>
                    </a:cubicBezTo>
                    <a:cubicBezTo>
                      <a:pt x="2648045" y="1379125"/>
                      <a:pt x="2632710" y="1373600"/>
                      <a:pt x="2616803" y="1371219"/>
                    </a:cubicBezTo>
                    <a:cubicBezTo>
                      <a:pt x="2590515" y="1367314"/>
                      <a:pt x="2567750" y="1380458"/>
                      <a:pt x="2544223" y="1389031"/>
                    </a:cubicBezTo>
                    <a:cubicBezTo>
                      <a:pt x="2521839" y="1397127"/>
                      <a:pt x="2502789" y="1415415"/>
                      <a:pt x="2476309" y="1411319"/>
                    </a:cubicBezTo>
                    <a:cubicBezTo>
                      <a:pt x="2473643" y="1410938"/>
                      <a:pt x="2470690" y="1413510"/>
                      <a:pt x="2467737" y="1414177"/>
                    </a:cubicBezTo>
                    <a:cubicBezTo>
                      <a:pt x="2459641" y="1415987"/>
                      <a:pt x="2451545" y="1418177"/>
                      <a:pt x="2443353" y="1419035"/>
                    </a:cubicBezTo>
                    <a:cubicBezTo>
                      <a:pt x="2433352" y="1420178"/>
                      <a:pt x="2423160" y="1419797"/>
                      <a:pt x="2413159" y="1420749"/>
                    </a:cubicBezTo>
                    <a:cubicBezTo>
                      <a:pt x="2400300" y="1421892"/>
                      <a:pt x="2387632" y="1424940"/>
                      <a:pt x="2374868" y="1424940"/>
                    </a:cubicBezTo>
                    <a:cubicBezTo>
                      <a:pt x="2364581" y="1424940"/>
                      <a:pt x="2354389" y="1421416"/>
                      <a:pt x="2344198" y="1419701"/>
                    </a:cubicBezTo>
                    <a:cubicBezTo>
                      <a:pt x="2329815" y="1417320"/>
                      <a:pt x="2314003" y="1417987"/>
                      <a:pt x="2301335" y="1411891"/>
                    </a:cubicBezTo>
                    <a:cubicBezTo>
                      <a:pt x="2287810" y="1405414"/>
                      <a:pt x="2274951" y="1402461"/>
                      <a:pt x="2260949" y="1404461"/>
                    </a:cubicBezTo>
                    <a:cubicBezTo>
                      <a:pt x="2256282" y="1405128"/>
                      <a:pt x="2250281" y="1409129"/>
                      <a:pt x="2248186" y="1413224"/>
                    </a:cubicBezTo>
                    <a:cubicBezTo>
                      <a:pt x="2243518" y="1422368"/>
                      <a:pt x="2237137" y="1423988"/>
                      <a:pt x="2228469" y="1420844"/>
                    </a:cubicBezTo>
                    <a:cubicBezTo>
                      <a:pt x="2220944" y="1418177"/>
                      <a:pt x="2211705" y="1416844"/>
                      <a:pt x="2206562" y="1411700"/>
                    </a:cubicBezTo>
                    <a:cubicBezTo>
                      <a:pt x="2191988" y="1397127"/>
                      <a:pt x="2173414" y="1396651"/>
                      <a:pt x="2155317" y="1392746"/>
                    </a:cubicBezTo>
                    <a:cubicBezTo>
                      <a:pt x="2144269" y="1390364"/>
                      <a:pt x="2133981" y="1390269"/>
                      <a:pt x="2122932" y="1391888"/>
                    </a:cubicBezTo>
                    <a:cubicBezTo>
                      <a:pt x="2098930" y="1395508"/>
                      <a:pt x="2075593" y="1390364"/>
                      <a:pt x="2052542" y="1383792"/>
                    </a:cubicBezTo>
                    <a:cubicBezTo>
                      <a:pt x="2037302" y="1379411"/>
                      <a:pt x="2021681" y="1376744"/>
                      <a:pt x="2006537" y="1372267"/>
                    </a:cubicBezTo>
                    <a:cubicBezTo>
                      <a:pt x="1995202" y="1368838"/>
                      <a:pt x="1983868" y="1364742"/>
                      <a:pt x="1973486" y="1359218"/>
                    </a:cubicBezTo>
                    <a:cubicBezTo>
                      <a:pt x="1958435" y="1351121"/>
                      <a:pt x="1945292" y="1338929"/>
                      <a:pt x="1926146" y="1342168"/>
                    </a:cubicBezTo>
                    <a:cubicBezTo>
                      <a:pt x="1909286" y="1345025"/>
                      <a:pt x="1894047" y="1339025"/>
                      <a:pt x="1878616" y="1333310"/>
                    </a:cubicBezTo>
                    <a:cubicBezTo>
                      <a:pt x="1867281" y="1329119"/>
                      <a:pt x="1855948" y="1324832"/>
                      <a:pt x="1844231" y="1322165"/>
                    </a:cubicBezTo>
                    <a:cubicBezTo>
                      <a:pt x="1830324" y="1319022"/>
                      <a:pt x="1814608" y="1320356"/>
                      <a:pt x="1802225" y="1314545"/>
                    </a:cubicBezTo>
                    <a:cubicBezTo>
                      <a:pt x="1789271" y="1308449"/>
                      <a:pt x="1778509" y="1312545"/>
                      <a:pt x="1766983" y="1314260"/>
                    </a:cubicBezTo>
                    <a:cubicBezTo>
                      <a:pt x="1748600" y="1316927"/>
                      <a:pt x="1730311" y="1321880"/>
                      <a:pt x="1711738" y="1315593"/>
                    </a:cubicBezTo>
                    <a:cubicBezTo>
                      <a:pt x="1689164" y="1307973"/>
                      <a:pt x="1666780" y="1299782"/>
                      <a:pt x="1644111" y="1292543"/>
                    </a:cubicBezTo>
                    <a:cubicBezTo>
                      <a:pt x="1635347" y="1289780"/>
                      <a:pt x="1625919" y="1288637"/>
                      <a:pt x="1616774" y="1287399"/>
                    </a:cubicBezTo>
                    <a:cubicBezTo>
                      <a:pt x="1608107" y="1286351"/>
                      <a:pt x="1597725" y="1289018"/>
                      <a:pt x="1591056" y="1285018"/>
                    </a:cubicBezTo>
                    <a:cubicBezTo>
                      <a:pt x="1573911" y="1274731"/>
                      <a:pt x="1556291" y="1269683"/>
                      <a:pt x="1536478" y="1269683"/>
                    </a:cubicBezTo>
                    <a:cubicBezTo>
                      <a:pt x="1529048" y="1269683"/>
                      <a:pt x="1521809" y="1265396"/>
                      <a:pt x="1514285" y="1264634"/>
                    </a:cubicBezTo>
                    <a:cubicBezTo>
                      <a:pt x="1503997" y="1263682"/>
                      <a:pt x="1492186" y="1261110"/>
                      <a:pt x="1483233" y="1264730"/>
                    </a:cubicBezTo>
                    <a:cubicBezTo>
                      <a:pt x="1462183" y="1273302"/>
                      <a:pt x="1445134" y="1266158"/>
                      <a:pt x="1426750" y="1257681"/>
                    </a:cubicBezTo>
                    <a:cubicBezTo>
                      <a:pt x="1408652" y="1249299"/>
                      <a:pt x="1389602" y="1242632"/>
                      <a:pt x="1370362" y="1237107"/>
                    </a:cubicBezTo>
                    <a:cubicBezTo>
                      <a:pt x="1363123" y="1235107"/>
                      <a:pt x="1354456" y="1238441"/>
                      <a:pt x="1346454" y="1239107"/>
                    </a:cubicBezTo>
                    <a:cubicBezTo>
                      <a:pt x="1343596" y="1239298"/>
                      <a:pt x="1340453" y="1239584"/>
                      <a:pt x="1337882" y="1238631"/>
                    </a:cubicBezTo>
                    <a:cubicBezTo>
                      <a:pt x="1313022" y="1229487"/>
                      <a:pt x="1287780" y="1222534"/>
                      <a:pt x="1260825" y="1227296"/>
                    </a:cubicBezTo>
                    <a:cubicBezTo>
                      <a:pt x="1258349" y="1227773"/>
                      <a:pt x="1255586" y="1226725"/>
                      <a:pt x="1253109" y="1226058"/>
                    </a:cubicBezTo>
                    <a:cubicBezTo>
                      <a:pt x="1241012" y="1222629"/>
                      <a:pt x="1229201" y="1217200"/>
                      <a:pt x="1216915" y="1215962"/>
                    </a:cubicBezTo>
                    <a:cubicBezTo>
                      <a:pt x="1186625" y="1212914"/>
                      <a:pt x="1156146" y="1211675"/>
                      <a:pt x="1125664" y="1209675"/>
                    </a:cubicBezTo>
                    <a:cubicBezTo>
                      <a:pt x="1123759" y="1209580"/>
                      <a:pt x="1121759" y="1209580"/>
                      <a:pt x="1120045" y="1208913"/>
                    </a:cubicBezTo>
                    <a:cubicBezTo>
                      <a:pt x="1108805" y="1204817"/>
                      <a:pt x="1098995" y="1206151"/>
                      <a:pt x="1089469" y="1213961"/>
                    </a:cubicBezTo>
                    <a:cubicBezTo>
                      <a:pt x="1085278" y="1217390"/>
                      <a:pt x="1079563" y="1219200"/>
                      <a:pt x="1074325" y="1221105"/>
                    </a:cubicBezTo>
                    <a:cubicBezTo>
                      <a:pt x="1066609" y="1223963"/>
                      <a:pt x="1058704" y="1226725"/>
                      <a:pt x="1050703" y="1228535"/>
                    </a:cubicBezTo>
                    <a:cubicBezTo>
                      <a:pt x="1042797" y="1230249"/>
                      <a:pt x="1034320" y="1232630"/>
                      <a:pt x="1026700" y="1231297"/>
                    </a:cubicBezTo>
                    <a:cubicBezTo>
                      <a:pt x="1012984" y="1228916"/>
                      <a:pt x="999934" y="1223582"/>
                      <a:pt x="986409" y="1220057"/>
                    </a:cubicBezTo>
                    <a:cubicBezTo>
                      <a:pt x="981742" y="1218819"/>
                      <a:pt x="976598" y="1219010"/>
                      <a:pt x="971741" y="1218914"/>
                    </a:cubicBezTo>
                    <a:cubicBezTo>
                      <a:pt x="960596" y="1218629"/>
                      <a:pt x="949166" y="1221391"/>
                      <a:pt x="939070" y="1213485"/>
                    </a:cubicBezTo>
                    <a:cubicBezTo>
                      <a:pt x="929736" y="1206056"/>
                      <a:pt x="920305" y="1208246"/>
                      <a:pt x="910495" y="1213866"/>
                    </a:cubicBezTo>
                    <a:cubicBezTo>
                      <a:pt x="903446" y="1217867"/>
                      <a:pt x="895446" y="1221010"/>
                      <a:pt x="887540" y="1222534"/>
                    </a:cubicBezTo>
                    <a:cubicBezTo>
                      <a:pt x="876681" y="1224629"/>
                      <a:pt x="865918" y="1225487"/>
                      <a:pt x="854202" y="1224248"/>
                    </a:cubicBezTo>
                    <a:cubicBezTo>
                      <a:pt x="845915" y="1223391"/>
                      <a:pt x="839152" y="1223010"/>
                      <a:pt x="832675" y="1217962"/>
                    </a:cubicBezTo>
                    <a:cubicBezTo>
                      <a:pt x="831628" y="1217200"/>
                      <a:pt x="829723" y="1217009"/>
                      <a:pt x="828294" y="1217105"/>
                    </a:cubicBezTo>
                    <a:cubicBezTo>
                      <a:pt x="809530" y="1218724"/>
                      <a:pt x="790956" y="1217867"/>
                      <a:pt x="772001" y="1216723"/>
                    </a:cubicBezTo>
                    <a:cubicBezTo>
                      <a:pt x="747904" y="1215200"/>
                      <a:pt x="722566" y="1219676"/>
                      <a:pt x="701707" y="1235678"/>
                    </a:cubicBezTo>
                    <a:cubicBezTo>
                      <a:pt x="698659" y="1238060"/>
                      <a:pt x="694087" y="1239107"/>
                      <a:pt x="690086" y="1239679"/>
                    </a:cubicBezTo>
                    <a:cubicBezTo>
                      <a:pt x="671227" y="1242155"/>
                      <a:pt x="652272" y="1243870"/>
                      <a:pt x="633412" y="1246632"/>
                    </a:cubicBezTo>
                    <a:cubicBezTo>
                      <a:pt x="623125" y="1248156"/>
                      <a:pt x="612362" y="1249490"/>
                      <a:pt x="603028" y="1253681"/>
                    </a:cubicBezTo>
                    <a:cubicBezTo>
                      <a:pt x="593885" y="1257776"/>
                      <a:pt x="586549" y="1262634"/>
                      <a:pt x="581120" y="1254062"/>
                    </a:cubicBezTo>
                    <a:cubicBezTo>
                      <a:pt x="571406" y="1258634"/>
                      <a:pt x="562927" y="1262444"/>
                      <a:pt x="554642" y="1266539"/>
                    </a:cubicBezTo>
                    <a:cubicBezTo>
                      <a:pt x="551593" y="1268063"/>
                      <a:pt x="549021" y="1270540"/>
                      <a:pt x="545973" y="1271969"/>
                    </a:cubicBezTo>
                    <a:cubicBezTo>
                      <a:pt x="542734" y="1273493"/>
                      <a:pt x="539115" y="1274445"/>
                      <a:pt x="535591" y="1275207"/>
                    </a:cubicBezTo>
                    <a:cubicBezTo>
                      <a:pt x="519874" y="1278636"/>
                      <a:pt x="504158" y="1281779"/>
                      <a:pt x="488538" y="1285494"/>
                    </a:cubicBezTo>
                    <a:cubicBezTo>
                      <a:pt x="485489" y="1286256"/>
                      <a:pt x="482917" y="1289304"/>
                      <a:pt x="480155" y="1291304"/>
                    </a:cubicBezTo>
                    <a:cubicBezTo>
                      <a:pt x="478345" y="1292638"/>
                      <a:pt x="476536" y="1294638"/>
                      <a:pt x="474535" y="1294924"/>
                    </a:cubicBezTo>
                    <a:cubicBezTo>
                      <a:pt x="459295" y="1297210"/>
                      <a:pt x="444151" y="1299877"/>
                      <a:pt x="428816" y="1301020"/>
                    </a:cubicBezTo>
                    <a:cubicBezTo>
                      <a:pt x="415957" y="1301972"/>
                      <a:pt x="403574" y="1301687"/>
                      <a:pt x="400241" y="1318260"/>
                    </a:cubicBezTo>
                    <a:cubicBezTo>
                      <a:pt x="399669" y="1321118"/>
                      <a:pt x="395573" y="1324166"/>
                      <a:pt x="392431" y="1325594"/>
                    </a:cubicBezTo>
                    <a:cubicBezTo>
                      <a:pt x="383477" y="1329690"/>
                      <a:pt x="373951" y="1332452"/>
                      <a:pt x="365093" y="1336643"/>
                    </a:cubicBezTo>
                    <a:cubicBezTo>
                      <a:pt x="336042" y="1350645"/>
                      <a:pt x="305658" y="1359503"/>
                      <a:pt x="273177" y="1357884"/>
                    </a:cubicBezTo>
                    <a:cubicBezTo>
                      <a:pt x="263081" y="1357408"/>
                      <a:pt x="253270" y="1352264"/>
                      <a:pt x="246888" y="1350359"/>
                    </a:cubicBezTo>
                    <a:cubicBezTo>
                      <a:pt x="228506" y="1357884"/>
                      <a:pt x="213075" y="1365123"/>
                      <a:pt x="196977" y="1370552"/>
                    </a:cubicBezTo>
                    <a:cubicBezTo>
                      <a:pt x="182785" y="1375410"/>
                      <a:pt x="167926" y="1378458"/>
                      <a:pt x="153352" y="1381982"/>
                    </a:cubicBezTo>
                    <a:cubicBezTo>
                      <a:pt x="148018" y="1383316"/>
                      <a:pt x="142589" y="1384078"/>
                      <a:pt x="137160" y="1384745"/>
                    </a:cubicBezTo>
                    <a:cubicBezTo>
                      <a:pt x="120206" y="1386840"/>
                      <a:pt x="102489" y="1381792"/>
                      <a:pt x="85917" y="1389793"/>
                    </a:cubicBezTo>
                    <a:cubicBezTo>
                      <a:pt x="77248" y="1393984"/>
                      <a:pt x="68675" y="1399032"/>
                      <a:pt x="59532" y="1401223"/>
                    </a:cubicBezTo>
                    <a:cubicBezTo>
                      <a:pt x="49721" y="1403604"/>
                      <a:pt x="40124" y="1407319"/>
                      <a:pt x="30325" y="1409974"/>
                    </a:cubicBezTo>
                    <a:lnTo>
                      <a:pt x="0" y="1412360"/>
                    </a:lnTo>
                    <a:lnTo>
                      <a:pt x="0" y="1058622"/>
                    </a:lnTo>
                    <a:lnTo>
                      <a:pt x="17145" y="1060228"/>
                    </a:lnTo>
                    <a:cubicBezTo>
                      <a:pt x="26480" y="1061561"/>
                      <a:pt x="35528" y="1066133"/>
                      <a:pt x="44672" y="1066324"/>
                    </a:cubicBezTo>
                    <a:cubicBezTo>
                      <a:pt x="59055" y="1066610"/>
                      <a:pt x="71819" y="1068419"/>
                      <a:pt x="84677" y="1076230"/>
                    </a:cubicBezTo>
                    <a:cubicBezTo>
                      <a:pt x="104108" y="1087946"/>
                      <a:pt x="120110" y="1082993"/>
                      <a:pt x="132017" y="1064990"/>
                    </a:cubicBezTo>
                    <a:cubicBezTo>
                      <a:pt x="133255" y="1063181"/>
                      <a:pt x="134874" y="1060799"/>
                      <a:pt x="136779" y="1060323"/>
                    </a:cubicBezTo>
                    <a:cubicBezTo>
                      <a:pt x="153639" y="1056132"/>
                      <a:pt x="170974" y="1048131"/>
                      <a:pt x="187547" y="1049179"/>
                    </a:cubicBezTo>
                    <a:cubicBezTo>
                      <a:pt x="216789" y="1051084"/>
                      <a:pt x="244316" y="1048798"/>
                      <a:pt x="270891" y="1036415"/>
                    </a:cubicBezTo>
                    <a:cubicBezTo>
                      <a:pt x="272510" y="1035653"/>
                      <a:pt x="274987" y="1034891"/>
                      <a:pt x="276320" y="1035558"/>
                    </a:cubicBezTo>
                    <a:cubicBezTo>
                      <a:pt x="292322" y="1043845"/>
                      <a:pt x="309848" y="1050417"/>
                      <a:pt x="323755" y="1061561"/>
                    </a:cubicBezTo>
                    <a:cubicBezTo>
                      <a:pt x="336995" y="1072134"/>
                      <a:pt x="352997" y="1072229"/>
                      <a:pt x="361855" y="1057942"/>
                    </a:cubicBezTo>
                    <a:cubicBezTo>
                      <a:pt x="366236" y="1050893"/>
                      <a:pt x="372332" y="1042702"/>
                      <a:pt x="379571" y="1039939"/>
                    </a:cubicBezTo>
                    <a:cubicBezTo>
                      <a:pt x="395954" y="1033653"/>
                      <a:pt x="413481" y="1030414"/>
                      <a:pt x="430530" y="1025747"/>
                    </a:cubicBezTo>
                    <a:cubicBezTo>
                      <a:pt x="451581" y="1020032"/>
                      <a:pt x="472345" y="1020032"/>
                      <a:pt x="493300" y="1027176"/>
                    </a:cubicBezTo>
                    <a:cubicBezTo>
                      <a:pt x="508064" y="1032224"/>
                      <a:pt x="523113" y="1032224"/>
                      <a:pt x="537782" y="1025366"/>
                    </a:cubicBezTo>
                    <a:cubicBezTo>
                      <a:pt x="545687" y="1021652"/>
                      <a:pt x="553784" y="1017842"/>
                      <a:pt x="562166" y="1015746"/>
                    </a:cubicBezTo>
                    <a:cubicBezTo>
                      <a:pt x="567595" y="1014412"/>
                      <a:pt x="573881" y="1015651"/>
                      <a:pt x="579596" y="1016699"/>
                    </a:cubicBezTo>
                    <a:cubicBezTo>
                      <a:pt x="590645" y="1018794"/>
                      <a:pt x="602075" y="1025176"/>
                      <a:pt x="612362" y="1023557"/>
                    </a:cubicBezTo>
                    <a:cubicBezTo>
                      <a:pt x="647891" y="1017842"/>
                      <a:pt x="681419" y="1031272"/>
                      <a:pt x="716090" y="1031653"/>
                    </a:cubicBezTo>
                    <a:cubicBezTo>
                      <a:pt x="731806" y="1031843"/>
                      <a:pt x="747332" y="1034891"/>
                      <a:pt x="758381" y="1018985"/>
                    </a:cubicBezTo>
                    <a:cubicBezTo>
                      <a:pt x="759809" y="1016889"/>
                      <a:pt x="766763" y="1018032"/>
                      <a:pt x="771049" y="1018699"/>
                    </a:cubicBezTo>
                    <a:cubicBezTo>
                      <a:pt x="780574" y="1020128"/>
                      <a:pt x="790004" y="1023747"/>
                      <a:pt x="799433" y="1023652"/>
                    </a:cubicBezTo>
                    <a:cubicBezTo>
                      <a:pt x="818960" y="1023557"/>
                      <a:pt x="838581" y="1022033"/>
                      <a:pt x="858012" y="1020318"/>
                    </a:cubicBezTo>
                    <a:cubicBezTo>
                      <a:pt x="865346" y="1019651"/>
                      <a:pt x="872395" y="1017080"/>
                      <a:pt x="879634" y="1015270"/>
                    </a:cubicBezTo>
                    <a:cubicBezTo>
                      <a:pt x="883634" y="1014222"/>
                      <a:pt x="887921" y="1011460"/>
                      <a:pt x="891635" y="1012031"/>
                    </a:cubicBezTo>
                    <a:cubicBezTo>
                      <a:pt x="913162" y="1015365"/>
                      <a:pt x="932879" y="1007174"/>
                      <a:pt x="953262" y="1003078"/>
                    </a:cubicBezTo>
                    <a:cubicBezTo>
                      <a:pt x="962692" y="1001173"/>
                      <a:pt x="971550" y="996601"/>
                      <a:pt x="980694" y="993458"/>
                    </a:cubicBezTo>
                    <a:cubicBezTo>
                      <a:pt x="983075" y="992600"/>
                      <a:pt x="985742" y="991838"/>
                      <a:pt x="988124" y="992029"/>
                    </a:cubicBezTo>
                    <a:cubicBezTo>
                      <a:pt x="1001744" y="993172"/>
                      <a:pt x="1015270" y="994791"/>
                      <a:pt x="1028795" y="996029"/>
                    </a:cubicBezTo>
                    <a:cubicBezTo>
                      <a:pt x="1041083" y="997172"/>
                      <a:pt x="1053465" y="997553"/>
                      <a:pt x="1059275" y="1011555"/>
                    </a:cubicBezTo>
                    <a:cubicBezTo>
                      <a:pt x="1060133" y="1013746"/>
                      <a:pt x="1062990" y="1015365"/>
                      <a:pt x="1065181" y="1016794"/>
                    </a:cubicBezTo>
                    <a:cubicBezTo>
                      <a:pt x="1098995" y="1038797"/>
                      <a:pt x="1117092" y="1038225"/>
                      <a:pt x="1150144" y="1014984"/>
                    </a:cubicBezTo>
                    <a:cubicBezTo>
                      <a:pt x="1153573" y="1012603"/>
                      <a:pt x="1160907" y="1010888"/>
                      <a:pt x="1163193" y="1012793"/>
                    </a:cubicBezTo>
                    <a:cubicBezTo>
                      <a:pt x="1182624" y="1028605"/>
                      <a:pt x="1203865" y="1026890"/>
                      <a:pt x="1226249" y="1021937"/>
                    </a:cubicBezTo>
                    <a:cubicBezTo>
                      <a:pt x="1232059" y="1020604"/>
                      <a:pt x="1240251" y="1020604"/>
                      <a:pt x="1244632" y="1023747"/>
                    </a:cubicBezTo>
                    <a:cubicBezTo>
                      <a:pt x="1265492" y="1038320"/>
                      <a:pt x="1287876" y="1036225"/>
                      <a:pt x="1310545" y="1031939"/>
                    </a:cubicBezTo>
                    <a:cubicBezTo>
                      <a:pt x="1314069" y="1031272"/>
                      <a:pt x="1318356" y="1027652"/>
                      <a:pt x="1319879" y="1024319"/>
                    </a:cubicBezTo>
                    <a:cubicBezTo>
                      <a:pt x="1325309" y="1012508"/>
                      <a:pt x="1335501" y="1008507"/>
                      <a:pt x="1346740" y="1005173"/>
                    </a:cubicBezTo>
                    <a:cubicBezTo>
                      <a:pt x="1364457" y="999744"/>
                      <a:pt x="1381887" y="993362"/>
                      <a:pt x="1399699" y="988219"/>
                    </a:cubicBezTo>
                    <a:cubicBezTo>
                      <a:pt x="1404081" y="986981"/>
                      <a:pt x="1409510" y="987743"/>
                      <a:pt x="1414082" y="989171"/>
                    </a:cubicBezTo>
                    <a:cubicBezTo>
                      <a:pt x="1429703" y="994029"/>
                      <a:pt x="1439609" y="1006221"/>
                      <a:pt x="1450467" y="1017461"/>
                    </a:cubicBezTo>
                    <a:cubicBezTo>
                      <a:pt x="1455230" y="1022414"/>
                      <a:pt x="1461802" y="1025938"/>
                      <a:pt x="1468184" y="1028795"/>
                    </a:cubicBezTo>
                    <a:cubicBezTo>
                      <a:pt x="1484757" y="1036130"/>
                      <a:pt x="1501712" y="1042702"/>
                      <a:pt x="1518476" y="1049655"/>
                    </a:cubicBezTo>
                    <a:cubicBezTo>
                      <a:pt x="1520095" y="1050322"/>
                      <a:pt x="1521428" y="1052036"/>
                      <a:pt x="1522667" y="1053465"/>
                    </a:cubicBezTo>
                    <a:cubicBezTo>
                      <a:pt x="1535049" y="1068515"/>
                      <a:pt x="1547336" y="1083659"/>
                      <a:pt x="1559814" y="1098709"/>
                    </a:cubicBezTo>
                    <a:cubicBezTo>
                      <a:pt x="1562195" y="1101566"/>
                      <a:pt x="1565625" y="1103662"/>
                      <a:pt x="1568196" y="1106424"/>
                    </a:cubicBezTo>
                    <a:cubicBezTo>
                      <a:pt x="1571816" y="1110234"/>
                      <a:pt x="1576388" y="1113854"/>
                      <a:pt x="1578293" y="1118426"/>
                    </a:cubicBezTo>
                    <a:cubicBezTo>
                      <a:pt x="1584198" y="1132808"/>
                      <a:pt x="1595533" y="1139000"/>
                      <a:pt x="1609820" y="1141667"/>
                    </a:cubicBezTo>
                    <a:cubicBezTo>
                      <a:pt x="1622870" y="1144143"/>
                      <a:pt x="1635919" y="1146239"/>
                      <a:pt x="1648873" y="1149096"/>
                    </a:cubicBezTo>
                    <a:cubicBezTo>
                      <a:pt x="1664684" y="1152525"/>
                      <a:pt x="1680401" y="1156240"/>
                      <a:pt x="1696022" y="1160431"/>
                    </a:cubicBezTo>
                    <a:cubicBezTo>
                      <a:pt x="1702784" y="1162241"/>
                      <a:pt x="1709928" y="1164336"/>
                      <a:pt x="1715739" y="1168051"/>
                    </a:cubicBezTo>
                    <a:cubicBezTo>
                      <a:pt x="1732026" y="1178338"/>
                      <a:pt x="1749457" y="1185291"/>
                      <a:pt x="1768602" y="1182529"/>
                    </a:cubicBezTo>
                    <a:cubicBezTo>
                      <a:pt x="1783937" y="1180338"/>
                      <a:pt x="1796796" y="1185958"/>
                      <a:pt x="1806321" y="1194721"/>
                    </a:cubicBezTo>
                    <a:cubicBezTo>
                      <a:pt x="1823657" y="1210628"/>
                      <a:pt x="1842230" y="1207008"/>
                      <a:pt x="1860709" y="1201865"/>
                    </a:cubicBezTo>
                    <a:cubicBezTo>
                      <a:pt x="1870234" y="1199198"/>
                      <a:pt x="1878044" y="1199579"/>
                      <a:pt x="1887093" y="1202150"/>
                    </a:cubicBezTo>
                    <a:cubicBezTo>
                      <a:pt x="1908048" y="1208151"/>
                      <a:pt x="1922050" y="1224439"/>
                      <a:pt x="1935575" y="1238726"/>
                    </a:cubicBezTo>
                    <a:cubicBezTo>
                      <a:pt x="1947101" y="1250918"/>
                      <a:pt x="1960055" y="1257776"/>
                      <a:pt x="1974247" y="1262920"/>
                    </a:cubicBezTo>
                    <a:cubicBezTo>
                      <a:pt x="1992154" y="1269492"/>
                      <a:pt x="2006346" y="1267016"/>
                      <a:pt x="2014919" y="1251204"/>
                    </a:cubicBezTo>
                    <a:cubicBezTo>
                      <a:pt x="2017300" y="1246727"/>
                      <a:pt x="2021491" y="1241488"/>
                      <a:pt x="2025968" y="1240155"/>
                    </a:cubicBezTo>
                    <a:cubicBezTo>
                      <a:pt x="2047589" y="1233488"/>
                      <a:pt x="2069497" y="1223772"/>
                      <a:pt x="2092643" y="1229678"/>
                    </a:cubicBezTo>
                    <a:cubicBezTo>
                      <a:pt x="2124647" y="1237774"/>
                      <a:pt x="2155889" y="1237298"/>
                      <a:pt x="2187893" y="1229297"/>
                    </a:cubicBezTo>
                    <a:cubicBezTo>
                      <a:pt x="2239804" y="1216343"/>
                      <a:pt x="2291715" y="1202627"/>
                      <a:pt x="2346294" y="1205484"/>
                    </a:cubicBezTo>
                    <a:cubicBezTo>
                      <a:pt x="2355342" y="1205960"/>
                      <a:pt x="2366105" y="1200150"/>
                      <a:pt x="2373916" y="1194435"/>
                    </a:cubicBezTo>
                    <a:cubicBezTo>
                      <a:pt x="2388870" y="1183577"/>
                      <a:pt x="2388203" y="1182719"/>
                      <a:pt x="2404967" y="1191673"/>
                    </a:cubicBezTo>
                    <a:cubicBezTo>
                      <a:pt x="2408968" y="1193864"/>
                      <a:pt x="2413921" y="1195197"/>
                      <a:pt x="2416874" y="1198436"/>
                    </a:cubicBezTo>
                    <a:cubicBezTo>
                      <a:pt x="2431923" y="1214914"/>
                      <a:pt x="2450497" y="1210913"/>
                      <a:pt x="2468975" y="1208532"/>
                    </a:cubicBezTo>
                    <a:cubicBezTo>
                      <a:pt x="2472214" y="1208056"/>
                      <a:pt x="2476119" y="1207389"/>
                      <a:pt x="2478882" y="1208723"/>
                    </a:cubicBezTo>
                    <a:cubicBezTo>
                      <a:pt x="2491359" y="1214723"/>
                      <a:pt x="2501932" y="1212628"/>
                      <a:pt x="2512791" y="1204436"/>
                    </a:cubicBezTo>
                    <a:cubicBezTo>
                      <a:pt x="2522220" y="1197388"/>
                      <a:pt x="2533079" y="1193197"/>
                      <a:pt x="2544223" y="1201960"/>
                    </a:cubicBezTo>
                    <a:cubicBezTo>
                      <a:pt x="2568988" y="1221391"/>
                      <a:pt x="2595467" y="1222343"/>
                      <a:pt x="2623471" y="1210056"/>
                    </a:cubicBezTo>
                    <a:cubicBezTo>
                      <a:pt x="2643473" y="1201293"/>
                      <a:pt x="2663190" y="1199293"/>
                      <a:pt x="2684241" y="1208151"/>
                    </a:cubicBezTo>
                    <a:cubicBezTo>
                      <a:pt x="2692337" y="1211580"/>
                      <a:pt x="2702814" y="1209294"/>
                      <a:pt x="2712244" y="1210056"/>
                    </a:cubicBezTo>
                    <a:cubicBezTo>
                      <a:pt x="2717578" y="1210437"/>
                      <a:pt x="2723484" y="1210532"/>
                      <a:pt x="2728055" y="1212914"/>
                    </a:cubicBezTo>
                    <a:cubicBezTo>
                      <a:pt x="2740248" y="1219010"/>
                      <a:pt x="2751582" y="1226820"/>
                      <a:pt x="2763869" y="1232821"/>
                    </a:cubicBezTo>
                    <a:cubicBezTo>
                      <a:pt x="2769775" y="1235678"/>
                      <a:pt x="2776823" y="1237202"/>
                      <a:pt x="2783491" y="1237298"/>
                    </a:cubicBezTo>
                    <a:cubicBezTo>
                      <a:pt x="2803208" y="1237774"/>
                      <a:pt x="2822925" y="1237774"/>
                      <a:pt x="2842546" y="1236917"/>
                    </a:cubicBezTo>
                    <a:cubicBezTo>
                      <a:pt x="2874931" y="1235583"/>
                      <a:pt x="2907792" y="1235297"/>
                      <a:pt x="2931128" y="1206913"/>
                    </a:cubicBezTo>
                    <a:cubicBezTo>
                      <a:pt x="2933034" y="1204627"/>
                      <a:pt x="2937129" y="1203293"/>
                      <a:pt x="2940368" y="1202912"/>
                    </a:cubicBezTo>
                    <a:cubicBezTo>
                      <a:pt x="2955322" y="1201103"/>
                      <a:pt x="2970657" y="1200912"/>
                      <a:pt x="2985421" y="1197959"/>
                    </a:cubicBezTo>
                    <a:cubicBezTo>
                      <a:pt x="2997232" y="1195578"/>
                      <a:pt x="3007043" y="1196340"/>
                      <a:pt x="3015996" y="1204722"/>
                    </a:cubicBezTo>
                    <a:cubicBezTo>
                      <a:pt x="3027712" y="1215771"/>
                      <a:pt x="3042000" y="1222248"/>
                      <a:pt x="3057621" y="1218724"/>
                    </a:cubicBezTo>
                    <a:cubicBezTo>
                      <a:pt x="3073241" y="1215295"/>
                      <a:pt x="3083528" y="1222724"/>
                      <a:pt x="3095054" y="1230440"/>
                    </a:cubicBezTo>
                    <a:cubicBezTo>
                      <a:pt x="3103436" y="1236059"/>
                      <a:pt x="3112961" y="1243108"/>
                      <a:pt x="3122295" y="1243679"/>
                    </a:cubicBezTo>
                    <a:cubicBezTo>
                      <a:pt x="3143441" y="1244917"/>
                      <a:pt x="3161634" y="1264539"/>
                      <a:pt x="3184589" y="1253395"/>
                    </a:cubicBezTo>
                    <a:cubicBezTo>
                      <a:pt x="3186113" y="1252633"/>
                      <a:pt x="3188875" y="1254538"/>
                      <a:pt x="3191066" y="1255014"/>
                    </a:cubicBezTo>
                    <a:cubicBezTo>
                      <a:pt x="3208592" y="1258634"/>
                      <a:pt x="3225070" y="1255109"/>
                      <a:pt x="3237929" y="1243203"/>
                    </a:cubicBezTo>
                    <a:cubicBezTo>
                      <a:pt x="3254788" y="1227677"/>
                      <a:pt x="3273457" y="1226153"/>
                      <a:pt x="3294221" y="1231202"/>
                    </a:cubicBezTo>
                    <a:cubicBezTo>
                      <a:pt x="3300889" y="1232821"/>
                      <a:pt x="3307557" y="1233964"/>
                      <a:pt x="3314319" y="1235297"/>
                    </a:cubicBezTo>
                    <a:cubicBezTo>
                      <a:pt x="3323463" y="1237202"/>
                      <a:pt x="3332703" y="1239203"/>
                      <a:pt x="3341846" y="1241108"/>
                    </a:cubicBezTo>
                    <a:cubicBezTo>
                      <a:pt x="3350705" y="1243013"/>
                      <a:pt x="3360516" y="1246251"/>
                      <a:pt x="3367373" y="1238060"/>
                    </a:cubicBezTo>
                    <a:cubicBezTo>
                      <a:pt x="3373279" y="1231011"/>
                      <a:pt x="3377470" y="1231678"/>
                      <a:pt x="3382899" y="1237774"/>
                    </a:cubicBezTo>
                    <a:cubicBezTo>
                      <a:pt x="3401759" y="1259110"/>
                      <a:pt x="3424619" y="1272445"/>
                      <a:pt x="3453765" y="1273397"/>
                    </a:cubicBezTo>
                    <a:cubicBezTo>
                      <a:pt x="3459766" y="1273588"/>
                      <a:pt x="3465862" y="1274921"/>
                      <a:pt x="3471767" y="1276350"/>
                    </a:cubicBezTo>
                    <a:cubicBezTo>
                      <a:pt x="3475387" y="1277207"/>
                      <a:pt x="3479769" y="1278160"/>
                      <a:pt x="3481959" y="1280732"/>
                    </a:cubicBezTo>
                    <a:cubicBezTo>
                      <a:pt x="3499009" y="1300353"/>
                      <a:pt x="3520250" y="1313974"/>
                      <a:pt x="3543396" y="1324928"/>
                    </a:cubicBezTo>
                    <a:cubicBezTo>
                      <a:pt x="3551682" y="1328833"/>
                      <a:pt x="3560541" y="1332738"/>
                      <a:pt x="3569494" y="1333881"/>
                    </a:cubicBezTo>
                    <a:cubicBezTo>
                      <a:pt x="3578828" y="1335024"/>
                      <a:pt x="3588639" y="1333119"/>
                      <a:pt x="3598164" y="1332071"/>
                    </a:cubicBezTo>
                    <a:cubicBezTo>
                      <a:pt x="3603784" y="1331500"/>
                      <a:pt x="3610261" y="1331595"/>
                      <a:pt x="3614738" y="1328833"/>
                    </a:cubicBezTo>
                    <a:cubicBezTo>
                      <a:pt x="3628930" y="1320165"/>
                      <a:pt x="3642646" y="1310831"/>
                      <a:pt x="3655886" y="1300734"/>
                    </a:cubicBezTo>
                    <a:cubicBezTo>
                      <a:pt x="3667221" y="1292066"/>
                      <a:pt x="3669507" y="1290828"/>
                      <a:pt x="3679317" y="1301687"/>
                    </a:cubicBezTo>
                    <a:cubicBezTo>
                      <a:pt x="3689414" y="1312831"/>
                      <a:pt x="3701987" y="1318641"/>
                      <a:pt x="3715893" y="1321022"/>
                    </a:cubicBezTo>
                    <a:cubicBezTo>
                      <a:pt x="3737896" y="1324737"/>
                      <a:pt x="3760089" y="1327880"/>
                      <a:pt x="3782282" y="1329690"/>
                    </a:cubicBezTo>
                    <a:cubicBezTo>
                      <a:pt x="3802380" y="1331309"/>
                      <a:pt x="3812000" y="1322546"/>
                      <a:pt x="3816001" y="1302639"/>
                    </a:cubicBezTo>
                    <a:cubicBezTo>
                      <a:pt x="3818287" y="1291590"/>
                      <a:pt x="3821240" y="1279588"/>
                      <a:pt x="3833431" y="1276636"/>
                    </a:cubicBezTo>
                    <a:cubicBezTo>
                      <a:pt x="3853339" y="1271873"/>
                      <a:pt x="3874008" y="1269778"/>
                      <a:pt x="3883819" y="1246442"/>
                    </a:cubicBezTo>
                    <a:cubicBezTo>
                      <a:pt x="3889248" y="1251585"/>
                      <a:pt x="3892582" y="1254633"/>
                      <a:pt x="3895821" y="1257681"/>
                    </a:cubicBezTo>
                    <a:cubicBezTo>
                      <a:pt x="3904774" y="1266158"/>
                      <a:pt x="3923347" y="1269778"/>
                      <a:pt x="3932778" y="1262444"/>
                    </a:cubicBezTo>
                    <a:cubicBezTo>
                      <a:pt x="3946684" y="1251776"/>
                      <a:pt x="3959448" y="1253776"/>
                      <a:pt x="3972782" y="1262063"/>
                    </a:cubicBezTo>
                    <a:cubicBezTo>
                      <a:pt x="3995071" y="1275779"/>
                      <a:pt x="4019931" y="1272635"/>
                      <a:pt x="4042505" y="1267111"/>
                    </a:cubicBezTo>
                    <a:cubicBezTo>
                      <a:pt x="4059555" y="1263015"/>
                      <a:pt x="4077748" y="1255490"/>
                      <a:pt x="4088892" y="1238250"/>
                    </a:cubicBezTo>
                    <a:cubicBezTo>
                      <a:pt x="4092416" y="1232726"/>
                      <a:pt x="4100322" y="1229963"/>
                      <a:pt x="4106609" y="1226344"/>
                    </a:cubicBezTo>
                    <a:cubicBezTo>
                      <a:pt x="4111848" y="1223391"/>
                      <a:pt x="4117372" y="1220629"/>
                      <a:pt x="4123182" y="1218724"/>
                    </a:cubicBezTo>
                    <a:cubicBezTo>
                      <a:pt x="4129373" y="1216628"/>
                      <a:pt x="4136232" y="1213580"/>
                      <a:pt x="4142328" y="1214438"/>
                    </a:cubicBezTo>
                    <a:cubicBezTo>
                      <a:pt x="4160806" y="1216914"/>
                      <a:pt x="4175475" y="1212056"/>
                      <a:pt x="4188524" y="1198245"/>
                    </a:cubicBezTo>
                    <a:cubicBezTo>
                      <a:pt x="4195287" y="1191101"/>
                      <a:pt x="4205288" y="1182434"/>
                      <a:pt x="4213860" y="1182338"/>
                    </a:cubicBezTo>
                    <a:cubicBezTo>
                      <a:pt x="4234720" y="1182053"/>
                      <a:pt x="4252055" y="1175195"/>
                      <a:pt x="4270820" y="1167003"/>
                    </a:cubicBezTo>
                    <a:cubicBezTo>
                      <a:pt x="4282916" y="1161764"/>
                      <a:pt x="4296632" y="1158145"/>
                      <a:pt x="4309587" y="1153287"/>
                    </a:cubicBezTo>
                    <a:cubicBezTo>
                      <a:pt x="4324731" y="1147572"/>
                      <a:pt x="4341210" y="1145477"/>
                      <a:pt x="4350449" y="1129665"/>
                    </a:cubicBezTo>
                    <a:cubicBezTo>
                      <a:pt x="4351496" y="1127951"/>
                      <a:pt x="4354640" y="1127665"/>
                      <a:pt x="4356164" y="1126046"/>
                    </a:cubicBezTo>
                    <a:cubicBezTo>
                      <a:pt x="4361021" y="1121093"/>
                      <a:pt x="4367308" y="1116521"/>
                      <a:pt x="4369880" y="1110520"/>
                    </a:cubicBezTo>
                    <a:cubicBezTo>
                      <a:pt x="4377309" y="1092994"/>
                      <a:pt x="4383119" y="1074896"/>
                      <a:pt x="4389787" y="1057085"/>
                    </a:cubicBezTo>
                    <a:cubicBezTo>
                      <a:pt x="4391216" y="1053275"/>
                      <a:pt x="4392549" y="1048417"/>
                      <a:pt x="4395502" y="1046226"/>
                    </a:cubicBezTo>
                    <a:cubicBezTo>
                      <a:pt x="4412552" y="1033653"/>
                      <a:pt x="4429888" y="1021556"/>
                      <a:pt x="4447413" y="1009650"/>
                    </a:cubicBezTo>
                    <a:cubicBezTo>
                      <a:pt x="4454462" y="1004887"/>
                      <a:pt x="4460367" y="1007555"/>
                      <a:pt x="4466654" y="1013079"/>
                    </a:cubicBezTo>
                    <a:cubicBezTo>
                      <a:pt x="4472750" y="1018318"/>
                      <a:pt x="4480275" y="1023747"/>
                      <a:pt x="4487894" y="1025081"/>
                    </a:cubicBezTo>
                    <a:cubicBezTo>
                      <a:pt x="4503135" y="1027652"/>
                      <a:pt x="4518946" y="1028224"/>
                      <a:pt x="4534472" y="1028224"/>
                    </a:cubicBezTo>
                    <a:cubicBezTo>
                      <a:pt x="4540282" y="1028224"/>
                      <a:pt x="4546473" y="1024795"/>
                      <a:pt x="4551903" y="1022033"/>
                    </a:cubicBezTo>
                    <a:cubicBezTo>
                      <a:pt x="4562189" y="1016794"/>
                      <a:pt x="4571714" y="1009745"/>
                      <a:pt x="4582382" y="1005364"/>
                    </a:cubicBezTo>
                    <a:cubicBezTo>
                      <a:pt x="4594765" y="1000316"/>
                      <a:pt x="4602194" y="992219"/>
                      <a:pt x="4605909" y="979551"/>
                    </a:cubicBezTo>
                    <a:cubicBezTo>
                      <a:pt x="4611434" y="960692"/>
                      <a:pt x="4624579" y="947547"/>
                      <a:pt x="4640104" y="936879"/>
                    </a:cubicBezTo>
                    <a:cubicBezTo>
                      <a:pt x="4659821" y="923258"/>
                      <a:pt x="4683348" y="923925"/>
                      <a:pt x="4705731" y="920591"/>
                    </a:cubicBezTo>
                    <a:cubicBezTo>
                      <a:pt x="4714304" y="919353"/>
                      <a:pt x="4723162" y="918305"/>
                      <a:pt x="4730973" y="915162"/>
                    </a:cubicBezTo>
                    <a:cubicBezTo>
                      <a:pt x="4760595" y="903351"/>
                      <a:pt x="4790218" y="892112"/>
                      <a:pt x="4822794" y="892397"/>
                    </a:cubicBezTo>
                    <a:cubicBezTo>
                      <a:pt x="4825460" y="892397"/>
                      <a:pt x="4828128" y="892112"/>
                      <a:pt x="4830794" y="891635"/>
                    </a:cubicBezTo>
                    <a:cubicBezTo>
                      <a:pt x="4853940" y="887730"/>
                      <a:pt x="4877848" y="886206"/>
                      <a:pt x="4894421" y="865442"/>
                    </a:cubicBezTo>
                    <a:cubicBezTo>
                      <a:pt x="4897469" y="861632"/>
                      <a:pt x="4904422" y="860489"/>
                      <a:pt x="4909756" y="858964"/>
                    </a:cubicBezTo>
                    <a:cubicBezTo>
                      <a:pt x="4918996" y="856488"/>
                      <a:pt x="4925188" y="851440"/>
                      <a:pt x="4928521" y="842391"/>
                    </a:cubicBezTo>
                    <a:cubicBezTo>
                      <a:pt x="4934141" y="826770"/>
                      <a:pt x="4940808" y="811435"/>
                      <a:pt x="4945857" y="795623"/>
                    </a:cubicBezTo>
                    <a:cubicBezTo>
                      <a:pt x="4949381" y="784765"/>
                      <a:pt x="4955953" y="778764"/>
                      <a:pt x="4966145" y="774287"/>
                    </a:cubicBezTo>
                    <a:cubicBezTo>
                      <a:pt x="4971860" y="771811"/>
                      <a:pt x="4976813" y="766382"/>
                      <a:pt x="4980909" y="761333"/>
                    </a:cubicBezTo>
                    <a:cubicBezTo>
                      <a:pt x="4985862" y="755237"/>
                      <a:pt x="4988433" y="747141"/>
                      <a:pt x="4993862" y="741712"/>
                    </a:cubicBezTo>
                    <a:cubicBezTo>
                      <a:pt x="5007102" y="728186"/>
                      <a:pt x="5011198" y="713232"/>
                      <a:pt x="5006816" y="694754"/>
                    </a:cubicBezTo>
                    <a:cubicBezTo>
                      <a:pt x="5002911" y="678371"/>
                      <a:pt x="5013198" y="656463"/>
                      <a:pt x="5026724" y="653129"/>
                    </a:cubicBezTo>
                    <a:cubicBezTo>
                      <a:pt x="5041678" y="649414"/>
                      <a:pt x="5051965" y="640271"/>
                      <a:pt x="5062538" y="630079"/>
                    </a:cubicBezTo>
                    <a:cubicBezTo>
                      <a:pt x="5068443" y="624364"/>
                      <a:pt x="5076730" y="619411"/>
                      <a:pt x="5084731" y="617982"/>
                    </a:cubicBezTo>
                    <a:cubicBezTo>
                      <a:pt x="5115116" y="612458"/>
                      <a:pt x="5143786" y="619220"/>
                      <a:pt x="5172647" y="630174"/>
                    </a:cubicBezTo>
                    <a:cubicBezTo>
                      <a:pt x="5191506" y="637318"/>
                      <a:pt x="5212461" y="639223"/>
                      <a:pt x="5232654" y="642080"/>
                    </a:cubicBezTo>
                    <a:cubicBezTo>
                      <a:pt x="5238941" y="642937"/>
                      <a:pt x="5246942" y="641033"/>
                      <a:pt x="5252371" y="637508"/>
                    </a:cubicBezTo>
                    <a:cubicBezTo>
                      <a:pt x="5271421" y="625316"/>
                      <a:pt x="5290376" y="612743"/>
                      <a:pt x="5308092" y="598646"/>
                    </a:cubicBezTo>
                    <a:cubicBezTo>
                      <a:pt x="5324571" y="585407"/>
                      <a:pt x="5343144" y="579882"/>
                      <a:pt x="5363147" y="581311"/>
                    </a:cubicBezTo>
                    <a:cubicBezTo>
                      <a:pt x="5377720" y="582359"/>
                      <a:pt x="5390864" y="579977"/>
                      <a:pt x="5404580" y="576358"/>
                    </a:cubicBezTo>
                    <a:cubicBezTo>
                      <a:pt x="5416010" y="573310"/>
                      <a:pt x="5428583" y="571214"/>
                      <a:pt x="5440203" y="572548"/>
                    </a:cubicBezTo>
                    <a:cubicBezTo>
                      <a:pt x="5456491" y="574453"/>
                      <a:pt x="5469922" y="571691"/>
                      <a:pt x="5482971" y="561880"/>
                    </a:cubicBezTo>
                    <a:cubicBezTo>
                      <a:pt x="5489924" y="556641"/>
                      <a:pt x="5498878" y="553879"/>
                      <a:pt x="5507165" y="550259"/>
                    </a:cubicBezTo>
                    <a:cubicBezTo>
                      <a:pt x="5519928" y="544640"/>
                      <a:pt x="5533168" y="539877"/>
                      <a:pt x="5545645" y="533591"/>
                    </a:cubicBezTo>
                    <a:cubicBezTo>
                      <a:pt x="5559076" y="526923"/>
                      <a:pt x="5571363" y="517684"/>
                      <a:pt x="5585079" y="511969"/>
                    </a:cubicBezTo>
                    <a:cubicBezTo>
                      <a:pt x="5599843" y="505778"/>
                      <a:pt x="5609368" y="496348"/>
                      <a:pt x="5615368" y="481679"/>
                    </a:cubicBezTo>
                    <a:cubicBezTo>
                      <a:pt x="5619179" y="472440"/>
                      <a:pt x="5624417" y="462629"/>
                      <a:pt x="5631656" y="456152"/>
                    </a:cubicBezTo>
                    <a:cubicBezTo>
                      <a:pt x="5646611" y="442913"/>
                      <a:pt x="5664136" y="432625"/>
                      <a:pt x="5679377" y="419576"/>
                    </a:cubicBezTo>
                    <a:cubicBezTo>
                      <a:pt x="5700808" y="401288"/>
                      <a:pt x="5720620" y="381857"/>
                      <a:pt x="5722525" y="350615"/>
                    </a:cubicBezTo>
                    <a:cubicBezTo>
                      <a:pt x="5723572" y="333375"/>
                      <a:pt x="5732716" y="326041"/>
                      <a:pt x="5749576" y="321945"/>
                    </a:cubicBezTo>
                    <a:cubicBezTo>
                      <a:pt x="5755195" y="320612"/>
                      <a:pt x="5763197" y="318040"/>
                      <a:pt x="5764911" y="313849"/>
                    </a:cubicBezTo>
                    <a:cubicBezTo>
                      <a:pt x="5770054" y="301371"/>
                      <a:pt x="5780722" y="298895"/>
                      <a:pt x="5791009" y="293942"/>
                    </a:cubicBezTo>
                    <a:cubicBezTo>
                      <a:pt x="5797201" y="290989"/>
                      <a:pt x="5804821" y="285179"/>
                      <a:pt x="5806440" y="279178"/>
                    </a:cubicBezTo>
                    <a:cubicBezTo>
                      <a:pt x="5813107" y="254889"/>
                      <a:pt x="5831395" y="240602"/>
                      <a:pt x="5848636" y="224885"/>
                    </a:cubicBezTo>
                    <a:cubicBezTo>
                      <a:pt x="5853684" y="220218"/>
                      <a:pt x="5859113" y="214884"/>
                      <a:pt x="5861590" y="208788"/>
                    </a:cubicBezTo>
                    <a:cubicBezTo>
                      <a:pt x="5866829" y="195643"/>
                      <a:pt x="5874639" y="186118"/>
                      <a:pt x="5888355" y="181166"/>
                    </a:cubicBezTo>
                    <a:cubicBezTo>
                      <a:pt x="5892736" y="179642"/>
                      <a:pt x="5896737" y="176117"/>
                      <a:pt x="5900071" y="172784"/>
                    </a:cubicBezTo>
                    <a:cubicBezTo>
                      <a:pt x="5907215" y="165545"/>
                      <a:pt x="5913215" y="157067"/>
                      <a:pt x="5920740" y="150305"/>
                    </a:cubicBezTo>
                    <a:cubicBezTo>
                      <a:pt x="5939885" y="132874"/>
                      <a:pt x="5958840" y="115729"/>
                      <a:pt x="5969985" y="91345"/>
                    </a:cubicBezTo>
                    <a:cubicBezTo>
                      <a:pt x="5975413" y="79439"/>
                      <a:pt x="5981605" y="66485"/>
                      <a:pt x="5991130" y="58293"/>
                    </a:cubicBezTo>
                    <a:cubicBezTo>
                      <a:pt x="6003227" y="47911"/>
                      <a:pt x="6019133" y="42005"/>
                      <a:pt x="6033325" y="33909"/>
                    </a:cubicBezTo>
                    <a:cubicBezTo>
                      <a:pt x="6040469" y="29813"/>
                      <a:pt x="6047137" y="24860"/>
                      <a:pt x="6054376" y="20955"/>
                    </a:cubicBezTo>
                    <a:cubicBezTo>
                      <a:pt x="6067234" y="14097"/>
                      <a:pt x="6080379" y="7715"/>
                      <a:pt x="6095524" y="0"/>
                    </a:cubicBezTo>
                    <a:close/>
                  </a:path>
                </a:pathLst>
              </a:custGeom>
              <a:solidFill>
                <a:srgbClr val="FFFFF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6" name="Freeform: Shape 25">
                <a:extLst>
                  <a:ext uri="{FF2B5EF4-FFF2-40B4-BE49-F238E27FC236}">
                    <a16:creationId xmlns:a16="http://schemas.microsoft.com/office/drawing/2014/main" id="{EDEC643B-AA3F-4913-B411-1458BCEF26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4" y="3296011"/>
                <a:ext cx="12191456" cy="2849975"/>
              </a:xfrm>
              <a:custGeom>
                <a:avLst/>
                <a:gdLst>
                  <a:gd name="connsiteX0" fmla="*/ 6095524 w 6095524"/>
                  <a:gd name="connsiteY0" fmla="*/ 0 h 1424940"/>
                  <a:gd name="connsiteX1" fmla="*/ 6095524 w 6095524"/>
                  <a:gd name="connsiteY1" fmla="*/ 17431 h 1424940"/>
                  <a:gd name="connsiteX2" fmla="*/ 6095524 w 6095524"/>
                  <a:gd name="connsiteY2" fmla="*/ 216290 h 1424940"/>
                  <a:gd name="connsiteX3" fmla="*/ 6079998 w 6095524"/>
                  <a:gd name="connsiteY3" fmla="*/ 230600 h 1424940"/>
                  <a:gd name="connsiteX4" fmla="*/ 6012751 w 6095524"/>
                  <a:gd name="connsiteY4" fmla="*/ 260699 h 1424940"/>
                  <a:gd name="connsiteX5" fmla="*/ 5992749 w 6095524"/>
                  <a:gd name="connsiteY5" fmla="*/ 268700 h 1424940"/>
                  <a:gd name="connsiteX6" fmla="*/ 5910358 w 6095524"/>
                  <a:gd name="connsiteY6" fmla="*/ 320231 h 1424940"/>
                  <a:gd name="connsiteX7" fmla="*/ 5835777 w 6095524"/>
                  <a:gd name="connsiteY7" fmla="*/ 383953 h 1424940"/>
                  <a:gd name="connsiteX8" fmla="*/ 5781008 w 6095524"/>
                  <a:gd name="connsiteY8" fmla="*/ 459581 h 1424940"/>
                  <a:gd name="connsiteX9" fmla="*/ 5765673 w 6095524"/>
                  <a:gd name="connsiteY9" fmla="*/ 477584 h 1424940"/>
                  <a:gd name="connsiteX10" fmla="*/ 5723763 w 6095524"/>
                  <a:gd name="connsiteY10" fmla="*/ 500158 h 1424940"/>
                  <a:gd name="connsiteX11" fmla="*/ 5686711 w 6095524"/>
                  <a:gd name="connsiteY11" fmla="*/ 517112 h 1424940"/>
                  <a:gd name="connsiteX12" fmla="*/ 5659850 w 6095524"/>
                  <a:gd name="connsiteY12" fmla="*/ 535877 h 1424940"/>
                  <a:gd name="connsiteX13" fmla="*/ 5637181 w 6095524"/>
                  <a:gd name="connsiteY13" fmla="*/ 553117 h 1424940"/>
                  <a:gd name="connsiteX14" fmla="*/ 5585841 w 6095524"/>
                  <a:gd name="connsiteY14" fmla="*/ 597694 h 1424940"/>
                  <a:gd name="connsiteX15" fmla="*/ 5528977 w 6095524"/>
                  <a:gd name="connsiteY15" fmla="*/ 635318 h 1424940"/>
                  <a:gd name="connsiteX16" fmla="*/ 5483256 w 6095524"/>
                  <a:gd name="connsiteY16" fmla="*/ 681419 h 1424940"/>
                  <a:gd name="connsiteX17" fmla="*/ 5464397 w 6095524"/>
                  <a:gd name="connsiteY17" fmla="*/ 706374 h 1424940"/>
                  <a:gd name="connsiteX18" fmla="*/ 5424773 w 6095524"/>
                  <a:gd name="connsiteY18" fmla="*/ 723424 h 1424940"/>
                  <a:gd name="connsiteX19" fmla="*/ 5381815 w 6095524"/>
                  <a:gd name="connsiteY19" fmla="*/ 750094 h 1424940"/>
                  <a:gd name="connsiteX20" fmla="*/ 5351335 w 6095524"/>
                  <a:gd name="connsiteY20" fmla="*/ 776573 h 1424940"/>
                  <a:gd name="connsiteX21" fmla="*/ 5327809 w 6095524"/>
                  <a:gd name="connsiteY21" fmla="*/ 794290 h 1424940"/>
                  <a:gd name="connsiteX22" fmla="*/ 5294566 w 6095524"/>
                  <a:gd name="connsiteY22" fmla="*/ 812102 h 1424940"/>
                  <a:gd name="connsiteX23" fmla="*/ 5261229 w 6095524"/>
                  <a:gd name="connsiteY23" fmla="*/ 835438 h 1424940"/>
                  <a:gd name="connsiteX24" fmla="*/ 5245037 w 6095524"/>
                  <a:gd name="connsiteY24" fmla="*/ 849821 h 1424940"/>
                  <a:gd name="connsiteX25" fmla="*/ 5213699 w 6095524"/>
                  <a:gd name="connsiteY25" fmla="*/ 873728 h 1424940"/>
                  <a:gd name="connsiteX26" fmla="*/ 5181409 w 6095524"/>
                  <a:gd name="connsiteY26" fmla="*/ 896017 h 1424940"/>
                  <a:gd name="connsiteX27" fmla="*/ 5120735 w 6095524"/>
                  <a:gd name="connsiteY27" fmla="*/ 921544 h 1424940"/>
                  <a:gd name="connsiteX28" fmla="*/ 5065490 w 6095524"/>
                  <a:gd name="connsiteY28" fmla="*/ 959072 h 1424940"/>
                  <a:gd name="connsiteX29" fmla="*/ 5021675 w 6095524"/>
                  <a:gd name="connsiteY29" fmla="*/ 986504 h 1424940"/>
                  <a:gd name="connsiteX30" fmla="*/ 4996148 w 6095524"/>
                  <a:gd name="connsiteY30" fmla="*/ 1004507 h 1424940"/>
                  <a:gd name="connsiteX31" fmla="*/ 4949285 w 6095524"/>
                  <a:gd name="connsiteY31" fmla="*/ 1044702 h 1424940"/>
                  <a:gd name="connsiteX32" fmla="*/ 4876609 w 6095524"/>
                  <a:gd name="connsiteY32" fmla="*/ 1086993 h 1424940"/>
                  <a:gd name="connsiteX33" fmla="*/ 4832699 w 6095524"/>
                  <a:gd name="connsiteY33" fmla="*/ 1109853 h 1424940"/>
                  <a:gd name="connsiteX34" fmla="*/ 4738211 w 6095524"/>
                  <a:gd name="connsiteY34" fmla="*/ 1144334 h 1424940"/>
                  <a:gd name="connsiteX35" fmla="*/ 4707731 w 6095524"/>
                  <a:gd name="connsiteY35" fmla="*/ 1156621 h 1424940"/>
                  <a:gd name="connsiteX36" fmla="*/ 4672870 w 6095524"/>
                  <a:gd name="connsiteY36" fmla="*/ 1164717 h 1424940"/>
                  <a:gd name="connsiteX37" fmla="*/ 4616863 w 6095524"/>
                  <a:gd name="connsiteY37" fmla="*/ 1183862 h 1424940"/>
                  <a:gd name="connsiteX38" fmla="*/ 4507516 w 6095524"/>
                  <a:gd name="connsiteY38" fmla="*/ 1216819 h 1424940"/>
                  <a:gd name="connsiteX39" fmla="*/ 4483513 w 6095524"/>
                  <a:gd name="connsiteY39" fmla="*/ 1221867 h 1424940"/>
                  <a:gd name="connsiteX40" fmla="*/ 4422362 w 6095524"/>
                  <a:gd name="connsiteY40" fmla="*/ 1243108 h 1424940"/>
                  <a:gd name="connsiteX41" fmla="*/ 4385691 w 6095524"/>
                  <a:gd name="connsiteY41" fmla="*/ 1257395 h 1424940"/>
                  <a:gd name="connsiteX42" fmla="*/ 4355306 w 6095524"/>
                  <a:gd name="connsiteY42" fmla="*/ 1265587 h 1424940"/>
                  <a:gd name="connsiteX43" fmla="*/ 4328446 w 6095524"/>
                  <a:gd name="connsiteY43" fmla="*/ 1269397 h 1424940"/>
                  <a:gd name="connsiteX44" fmla="*/ 4257770 w 6095524"/>
                  <a:gd name="connsiteY44" fmla="*/ 1288256 h 1424940"/>
                  <a:gd name="connsiteX45" fmla="*/ 4229576 w 6095524"/>
                  <a:gd name="connsiteY45" fmla="*/ 1295686 h 1424940"/>
                  <a:gd name="connsiteX46" fmla="*/ 4156424 w 6095524"/>
                  <a:gd name="connsiteY46" fmla="*/ 1321213 h 1424940"/>
                  <a:gd name="connsiteX47" fmla="*/ 4094416 w 6095524"/>
                  <a:gd name="connsiteY47" fmla="*/ 1338072 h 1424940"/>
                  <a:gd name="connsiteX48" fmla="*/ 4068509 w 6095524"/>
                  <a:gd name="connsiteY48" fmla="*/ 1346168 h 1424940"/>
                  <a:gd name="connsiteX49" fmla="*/ 4009263 w 6095524"/>
                  <a:gd name="connsiteY49" fmla="*/ 1359694 h 1424940"/>
                  <a:gd name="connsiteX50" fmla="*/ 3975735 w 6095524"/>
                  <a:gd name="connsiteY50" fmla="*/ 1369219 h 1424940"/>
                  <a:gd name="connsiteX51" fmla="*/ 3893915 w 6095524"/>
                  <a:gd name="connsiteY51" fmla="*/ 1379982 h 1424940"/>
                  <a:gd name="connsiteX52" fmla="*/ 3809428 w 6095524"/>
                  <a:gd name="connsiteY52" fmla="*/ 1390364 h 1424940"/>
                  <a:gd name="connsiteX53" fmla="*/ 3763042 w 6095524"/>
                  <a:gd name="connsiteY53" fmla="*/ 1393793 h 1424940"/>
                  <a:gd name="connsiteX54" fmla="*/ 3722561 w 6095524"/>
                  <a:gd name="connsiteY54" fmla="*/ 1399223 h 1424940"/>
                  <a:gd name="connsiteX55" fmla="*/ 3687318 w 6095524"/>
                  <a:gd name="connsiteY55" fmla="*/ 1402652 h 1424940"/>
                  <a:gd name="connsiteX56" fmla="*/ 3631216 w 6095524"/>
                  <a:gd name="connsiteY56" fmla="*/ 1409605 h 1424940"/>
                  <a:gd name="connsiteX57" fmla="*/ 3607880 w 6095524"/>
                  <a:gd name="connsiteY57" fmla="*/ 1411415 h 1424940"/>
                  <a:gd name="connsiteX58" fmla="*/ 3552825 w 6095524"/>
                  <a:gd name="connsiteY58" fmla="*/ 1411319 h 1424940"/>
                  <a:gd name="connsiteX59" fmla="*/ 3533680 w 6095524"/>
                  <a:gd name="connsiteY59" fmla="*/ 1410367 h 1424940"/>
                  <a:gd name="connsiteX60" fmla="*/ 3496818 w 6095524"/>
                  <a:gd name="connsiteY60" fmla="*/ 1398556 h 1424940"/>
                  <a:gd name="connsiteX61" fmla="*/ 3492437 w 6095524"/>
                  <a:gd name="connsiteY61" fmla="*/ 1397699 h 1424940"/>
                  <a:gd name="connsiteX62" fmla="*/ 3468243 w 6095524"/>
                  <a:gd name="connsiteY62" fmla="*/ 1393031 h 1424940"/>
                  <a:gd name="connsiteX63" fmla="*/ 3455003 w 6095524"/>
                  <a:gd name="connsiteY63" fmla="*/ 1391507 h 1424940"/>
                  <a:gd name="connsiteX64" fmla="*/ 3404711 w 6095524"/>
                  <a:gd name="connsiteY64" fmla="*/ 1381792 h 1424940"/>
                  <a:gd name="connsiteX65" fmla="*/ 3375756 w 6095524"/>
                  <a:gd name="connsiteY65" fmla="*/ 1377220 h 1424940"/>
                  <a:gd name="connsiteX66" fmla="*/ 3352324 w 6095524"/>
                  <a:gd name="connsiteY66" fmla="*/ 1377887 h 1424940"/>
                  <a:gd name="connsiteX67" fmla="*/ 3311176 w 6095524"/>
                  <a:gd name="connsiteY67" fmla="*/ 1378744 h 1424940"/>
                  <a:gd name="connsiteX68" fmla="*/ 3298031 w 6095524"/>
                  <a:gd name="connsiteY68" fmla="*/ 1380935 h 1424940"/>
                  <a:gd name="connsiteX69" fmla="*/ 3238595 w 6095524"/>
                  <a:gd name="connsiteY69" fmla="*/ 1374648 h 1424940"/>
                  <a:gd name="connsiteX70" fmla="*/ 3204686 w 6095524"/>
                  <a:gd name="connsiteY70" fmla="*/ 1374172 h 1424940"/>
                  <a:gd name="connsiteX71" fmla="*/ 3166491 w 6095524"/>
                  <a:gd name="connsiteY71" fmla="*/ 1366361 h 1424940"/>
                  <a:gd name="connsiteX72" fmla="*/ 3155347 w 6095524"/>
                  <a:gd name="connsiteY72" fmla="*/ 1366742 h 1424940"/>
                  <a:gd name="connsiteX73" fmla="*/ 3142869 w 6095524"/>
                  <a:gd name="connsiteY73" fmla="*/ 1367409 h 1424940"/>
                  <a:gd name="connsiteX74" fmla="*/ 3104578 w 6095524"/>
                  <a:gd name="connsiteY74" fmla="*/ 1367981 h 1424940"/>
                  <a:gd name="connsiteX75" fmla="*/ 3081337 w 6095524"/>
                  <a:gd name="connsiteY75" fmla="*/ 1370838 h 1424940"/>
                  <a:gd name="connsiteX76" fmla="*/ 3037047 w 6095524"/>
                  <a:gd name="connsiteY76" fmla="*/ 1369124 h 1424940"/>
                  <a:gd name="connsiteX77" fmla="*/ 3020663 w 6095524"/>
                  <a:gd name="connsiteY77" fmla="*/ 1371600 h 1424940"/>
                  <a:gd name="connsiteX78" fmla="*/ 2979230 w 6095524"/>
                  <a:gd name="connsiteY78" fmla="*/ 1371886 h 1424940"/>
                  <a:gd name="connsiteX79" fmla="*/ 2942082 w 6095524"/>
                  <a:gd name="connsiteY79" fmla="*/ 1370457 h 1424940"/>
                  <a:gd name="connsiteX80" fmla="*/ 2906268 w 6095524"/>
                  <a:gd name="connsiteY80" fmla="*/ 1371219 h 1424940"/>
                  <a:gd name="connsiteX81" fmla="*/ 2880646 w 6095524"/>
                  <a:gd name="connsiteY81" fmla="*/ 1374362 h 1424940"/>
                  <a:gd name="connsiteX82" fmla="*/ 2852833 w 6095524"/>
                  <a:gd name="connsiteY82" fmla="*/ 1376267 h 1424940"/>
                  <a:gd name="connsiteX83" fmla="*/ 2776157 w 6095524"/>
                  <a:gd name="connsiteY83" fmla="*/ 1387602 h 1424940"/>
                  <a:gd name="connsiteX84" fmla="*/ 2761965 w 6095524"/>
                  <a:gd name="connsiteY84" fmla="*/ 1384840 h 1424940"/>
                  <a:gd name="connsiteX85" fmla="*/ 2681383 w 6095524"/>
                  <a:gd name="connsiteY85" fmla="*/ 1382268 h 1424940"/>
                  <a:gd name="connsiteX86" fmla="*/ 2663857 w 6095524"/>
                  <a:gd name="connsiteY86" fmla="*/ 1382459 h 1424940"/>
                  <a:gd name="connsiteX87" fmla="*/ 2616803 w 6095524"/>
                  <a:gd name="connsiteY87" fmla="*/ 1371219 h 1424940"/>
                  <a:gd name="connsiteX88" fmla="*/ 2544223 w 6095524"/>
                  <a:gd name="connsiteY88" fmla="*/ 1389031 h 1424940"/>
                  <a:gd name="connsiteX89" fmla="*/ 2476309 w 6095524"/>
                  <a:gd name="connsiteY89" fmla="*/ 1411319 h 1424940"/>
                  <a:gd name="connsiteX90" fmla="*/ 2467737 w 6095524"/>
                  <a:gd name="connsiteY90" fmla="*/ 1414177 h 1424940"/>
                  <a:gd name="connsiteX91" fmla="*/ 2443353 w 6095524"/>
                  <a:gd name="connsiteY91" fmla="*/ 1419035 h 1424940"/>
                  <a:gd name="connsiteX92" fmla="*/ 2413159 w 6095524"/>
                  <a:gd name="connsiteY92" fmla="*/ 1420749 h 1424940"/>
                  <a:gd name="connsiteX93" fmla="*/ 2374868 w 6095524"/>
                  <a:gd name="connsiteY93" fmla="*/ 1424940 h 1424940"/>
                  <a:gd name="connsiteX94" fmla="*/ 2344198 w 6095524"/>
                  <a:gd name="connsiteY94" fmla="*/ 1419701 h 1424940"/>
                  <a:gd name="connsiteX95" fmla="*/ 2301335 w 6095524"/>
                  <a:gd name="connsiteY95" fmla="*/ 1411891 h 1424940"/>
                  <a:gd name="connsiteX96" fmla="*/ 2260949 w 6095524"/>
                  <a:gd name="connsiteY96" fmla="*/ 1404461 h 1424940"/>
                  <a:gd name="connsiteX97" fmla="*/ 2248186 w 6095524"/>
                  <a:gd name="connsiteY97" fmla="*/ 1413224 h 1424940"/>
                  <a:gd name="connsiteX98" fmla="*/ 2228469 w 6095524"/>
                  <a:gd name="connsiteY98" fmla="*/ 1420844 h 1424940"/>
                  <a:gd name="connsiteX99" fmla="*/ 2206562 w 6095524"/>
                  <a:gd name="connsiteY99" fmla="*/ 1411700 h 1424940"/>
                  <a:gd name="connsiteX100" fmla="*/ 2155317 w 6095524"/>
                  <a:gd name="connsiteY100" fmla="*/ 1392746 h 1424940"/>
                  <a:gd name="connsiteX101" fmla="*/ 2122932 w 6095524"/>
                  <a:gd name="connsiteY101" fmla="*/ 1391888 h 1424940"/>
                  <a:gd name="connsiteX102" fmla="*/ 2052542 w 6095524"/>
                  <a:gd name="connsiteY102" fmla="*/ 1383792 h 1424940"/>
                  <a:gd name="connsiteX103" fmla="*/ 2006537 w 6095524"/>
                  <a:gd name="connsiteY103" fmla="*/ 1372267 h 1424940"/>
                  <a:gd name="connsiteX104" fmla="*/ 1973486 w 6095524"/>
                  <a:gd name="connsiteY104" fmla="*/ 1359218 h 1424940"/>
                  <a:gd name="connsiteX105" fmla="*/ 1926146 w 6095524"/>
                  <a:gd name="connsiteY105" fmla="*/ 1342168 h 1424940"/>
                  <a:gd name="connsiteX106" fmla="*/ 1878616 w 6095524"/>
                  <a:gd name="connsiteY106" fmla="*/ 1333310 h 1424940"/>
                  <a:gd name="connsiteX107" fmla="*/ 1844231 w 6095524"/>
                  <a:gd name="connsiteY107" fmla="*/ 1322165 h 1424940"/>
                  <a:gd name="connsiteX108" fmla="*/ 1802225 w 6095524"/>
                  <a:gd name="connsiteY108" fmla="*/ 1314545 h 1424940"/>
                  <a:gd name="connsiteX109" fmla="*/ 1766983 w 6095524"/>
                  <a:gd name="connsiteY109" fmla="*/ 1314260 h 1424940"/>
                  <a:gd name="connsiteX110" fmla="*/ 1711738 w 6095524"/>
                  <a:gd name="connsiteY110" fmla="*/ 1315593 h 1424940"/>
                  <a:gd name="connsiteX111" fmla="*/ 1644111 w 6095524"/>
                  <a:gd name="connsiteY111" fmla="*/ 1292543 h 1424940"/>
                  <a:gd name="connsiteX112" fmla="*/ 1616774 w 6095524"/>
                  <a:gd name="connsiteY112" fmla="*/ 1287399 h 1424940"/>
                  <a:gd name="connsiteX113" fmla="*/ 1591056 w 6095524"/>
                  <a:gd name="connsiteY113" fmla="*/ 1285018 h 1424940"/>
                  <a:gd name="connsiteX114" fmla="*/ 1536478 w 6095524"/>
                  <a:gd name="connsiteY114" fmla="*/ 1269683 h 1424940"/>
                  <a:gd name="connsiteX115" fmla="*/ 1514285 w 6095524"/>
                  <a:gd name="connsiteY115" fmla="*/ 1264634 h 1424940"/>
                  <a:gd name="connsiteX116" fmla="*/ 1483233 w 6095524"/>
                  <a:gd name="connsiteY116" fmla="*/ 1264730 h 1424940"/>
                  <a:gd name="connsiteX117" fmla="*/ 1426750 w 6095524"/>
                  <a:gd name="connsiteY117" fmla="*/ 1257681 h 1424940"/>
                  <a:gd name="connsiteX118" fmla="*/ 1370362 w 6095524"/>
                  <a:gd name="connsiteY118" fmla="*/ 1237107 h 1424940"/>
                  <a:gd name="connsiteX119" fmla="*/ 1346454 w 6095524"/>
                  <a:gd name="connsiteY119" fmla="*/ 1239107 h 1424940"/>
                  <a:gd name="connsiteX120" fmla="*/ 1337882 w 6095524"/>
                  <a:gd name="connsiteY120" fmla="*/ 1238631 h 1424940"/>
                  <a:gd name="connsiteX121" fmla="*/ 1260825 w 6095524"/>
                  <a:gd name="connsiteY121" fmla="*/ 1227296 h 1424940"/>
                  <a:gd name="connsiteX122" fmla="*/ 1253109 w 6095524"/>
                  <a:gd name="connsiteY122" fmla="*/ 1226058 h 1424940"/>
                  <a:gd name="connsiteX123" fmla="*/ 1216915 w 6095524"/>
                  <a:gd name="connsiteY123" fmla="*/ 1215962 h 1424940"/>
                  <a:gd name="connsiteX124" fmla="*/ 1125664 w 6095524"/>
                  <a:gd name="connsiteY124" fmla="*/ 1209675 h 1424940"/>
                  <a:gd name="connsiteX125" fmla="*/ 1120045 w 6095524"/>
                  <a:gd name="connsiteY125" fmla="*/ 1208913 h 1424940"/>
                  <a:gd name="connsiteX126" fmla="*/ 1089469 w 6095524"/>
                  <a:gd name="connsiteY126" fmla="*/ 1213961 h 1424940"/>
                  <a:gd name="connsiteX127" fmla="*/ 1074325 w 6095524"/>
                  <a:gd name="connsiteY127" fmla="*/ 1221105 h 1424940"/>
                  <a:gd name="connsiteX128" fmla="*/ 1050703 w 6095524"/>
                  <a:gd name="connsiteY128" fmla="*/ 1228535 h 1424940"/>
                  <a:gd name="connsiteX129" fmla="*/ 1026700 w 6095524"/>
                  <a:gd name="connsiteY129" fmla="*/ 1231297 h 1424940"/>
                  <a:gd name="connsiteX130" fmla="*/ 986409 w 6095524"/>
                  <a:gd name="connsiteY130" fmla="*/ 1220057 h 1424940"/>
                  <a:gd name="connsiteX131" fmla="*/ 971741 w 6095524"/>
                  <a:gd name="connsiteY131" fmla="*/ 1218914 h 1424940"/>
                  <a:gd name="connsiteX132" fmla="*/ 939070 w 6095524"/>
                  <a:gd name="connsiteY132" fmla="*/ 1213485 h 1424940"/>
                  <a:gd name="connsiteX133" fmla="*/ 910495 w 6095524"/>
                  <a:gd name="connsiteY133" fmla="*/ 1213866 h 1424940"/>
                  <a:gd name="connsiteX134" fmla="*/ 887540 w 6095524"/>
                  <a:gd name="connsiteY134" fmla="*/ 1222534 h 1424940"/>
                  <a:gd name="connsiteX135" fmla="*/ 854202 w 6095524"/>
                  <a:gd name="connsiteY135" fmla="*/ 1224248 h 1424940"/>
                  <a:gd name="connsiteX136" fmla="*/ 832675 w 6095524"/>
                  <a:gd name="connsiteY136" fmla="*/ 1217962 h 1424940"/>
                  <a:gd name="connsiteX137" fmla="*/ 828294 w 6095524"/>
                  <a:gd name="connsiteY137" fmla="*/ 1217105 h 1424940"/>
                  <a:gd name="connsiteX138" fmla="*/ 772001 w 6095524"/>
                  <a:gd name="connsiteY138" fmla="*/ 1216723 h 1424940"/>
                  <a:gd name="connsiteX139" fmla="*/ 701707 w 6095524"/>
                  <a:gd name="connsiteY139" fmla="*/ 1235678 h 1424940"/>
                  <a:gd name="connsiteX140" fmla="*/ 690086 w 6095524"/>
                  <a:gd name="connsiteY140" fmla="*/ 1239679 h 1424940"/>
                  <a:gd name="connsiteX141" fmla="*/ 633412 w 6095524"/>
                  <a:gd name="connsiteY141" fmla="*/ 1246632 h 1424940"/>
                  <a:gd name="connsiteX142" fmla="*/ 603028 w 6095524"/>
                  <a:gd name="connsiteY142" fmla="*/ 1253681 h 1424940"/>
                  <a:gd name="connsiteX143" fmla="*/ 581120 w 6095524"/>
                  <a:gd name="connsiteY143" fmla="*/ 1254062 h 1424940"/>
                  <a:gd name="connsiteX144" fmla="*/ 554642 w 6095524"/>
                  <a:gd name="connsiteY144" fmla="*/ 1266539 h 1424940"/>
                  <a:gd name="connsiteX145" fmla="*/ 545973 w 6095524"/>
                  <a:gd name="connsiteY145" fmla="*/ 1271969 h 1424940"/>
                  <a:gd name="connsiteX146" fmla="*/ 535591 w 6095524"/>
                  <a:gd name="connsiteY146" fmla="*/ 1275207 h 1424940"/>
                  <a:gd name="connsiteX147" fmla="*/ 488538 w 6095524"/>
                  <a:gd name="connsiteY147" fmla="*/ 1285494 h 1424940"/>
                  <a:gd name="connsiteX148" fmla="*/ 480155 w 6095524"/>
                  <a:gd name="connsiteY148" fmla="*/ 1291304 h 1424940"/>
                  <a:gd name="connsiteX149" fmla="*/ 474535 w 6095524"/>
                  <a:gd name="connsiteY149" fmla="*/ 1294924 h 1424940"/>
                  <a:gd name="connsiteX150" fmla="*/ 428816 w 6095524"/>
                  <a:gd name="connsiteY150" fmla="*/ 1301020 h 1424940"/>
                  <a:gd name="connsiteX151" fmla="*/ 400241 w 6095524"/>
                  <a:gd name="connsiteY151" fmla="*/ 1318260 h 1424940"/>
                  <a:gd name="connsiteX152" fmla="*/ 392431 w 6095524"/>
                  <a:gd name="connsiteY152" fmla="*/ 1325594 h 1424940"/>
                  <a:gd name="connsiteX153" fmla="*/ 365093 w 6095524"/>
                  <a:gd name="connsiteY153" fmla="*/ 1336643 h 1424940"/>
                  <a:gd name="connsiteX154" fmla="*/ 273177 w 6095524"/>
                  <a:gd name="connsiteY154" fmla="*/ 1357884 h 1424940"/>
                  <a:gd name="connsiteX155" fmla="*/ 246888 w 6095524"/>
                  <a:gd name="connsiteY155" fmla="*/ 1350359 h 1424940"/>
                  <a:gd name="connsiteX156" fmla="*/ 196977 w 6095524"/>
                  <a:gd name="connsiteY156" fmla="*/ 1370552 h 1424940"/>
                  <a:gd name="connsiteX157" fmla="*/ 153352 w 6095524"/>
                  <a:gd name="connsiteY157" fmla="*/ 1381982 h 1424940"/>
                  <a:gd name="connsiteX158" fmla="*/ 137160 w 6095524"/>
                  <a:gd name="connsiteY158" fmla="*/ 1384745 h 1424940"/>
                  <a:gd name="connsiteX159" fmla="*/ 85917 w 6095524"/>
                  <a:gd name="connsiteY159" fmla="*/ 1389793 h 1424940"/>
                  <a:gd name="connsiteX160" fmla="*/ 59532 w 6095524"/>
                  <a:gd name="connsiteY160" fmla="*/ 1401223 h 1424940"/>
                  <a:gd name="connsiteX161" fmla="*/ 30325 w 6095524"/>
                  <a:gd name="connsiteY161" fmla="*/ 1409974 h 1424940"/>
                  <a:gd name="connsiteX162" fmla="*/ 0 w 6095524"/>
                  <a:gd name="connsiteY162" fmla="*/ 1412360 h 1424940"/>
                  <a:gd name="connsiteX163" fmla="*/ 0 w 6095524"/>
                  <a:gd name="connsiteY163" fmla="*/ 1058622 h 1424940"/>
                  <a:gd name="connsiteX164" fmla="*/ 17145 w 6095524"/>
                  <a:gd name="connsiteY164" fmla="*/ 1060228 h 1424940"/>
                  <a:gd name="connsiteX165" fmla="*/ 44672 w 6095524"/>
                  <a:gd name="connsiteY165" fmla="*/ 1066324 h 1424940"/>
                  <a:gd name="connsiteX166" fmla="*/ 84677 w 6095524"/>
                  <a:gd name="connsiteY166" fmla="*/ 1076230 h 1424940"/>
                  <a:gd name="connsiteX167" fmla="*/ 132017 w 6095524"/>
                  <a:gd name="connsiteY167" fmla="*/ 1064990 h 1424940"/>
                  <a:gd name="connsiteX168" fmla="*/ 136779 w 6095524"/>
                  <a:gd name="connsiteY168" fmla="*/ 1060323 h 1424940"/>
                  <a:gd name="connsiteX169" fmla="*/ 187547 w 6095524"/>
                  <a:gd name="connsiteY169" fmla="*/ 1049179 h 1424940"/>
                  <a:gd name="connsiteX170" fmla="*/ 270891 w 6095524"/>
                  <a:gd name="connsiteY170" fmla="*/ 1036415 h 1424940"/>
                  <a:gd name="connsiteX171" fmla="*/ 276320 w 6095524"/>
                  <a:gd name="connsiteY171" fmla="*/ 1035558 h 1424940"/>
                  <a:gd name="connsiteX172" fmla="*/ 323755 w 6095524"/>
                  <a:gd name="connsiteY172" fmla="*/ 1061561 h 1424940"/>
                  <a:gd name="connsiteX173" fmla="*/ 361855 w 6095524"/>
                  <a:gd name="connsiteY173" fmla="*/ 1057942 h 1424940"/>
                  <a:gd name="connsiteX174" fmla="*/ 379571 w 6095524"/>
                  <a:gd name="connsiteY174" fmla="*/ 1039939 h 1424940"/>
                  <a:gd name="connsiteX175" fmla="*/ 430530 w 6095524"/>
                  <a:gd name="connsiteY175" fmla="*/ 1025747 h 1424940"/>
                  <a:gd name="connsiteX176" fmla="*/ 493300 w 6095524"/>
                  <a:gd name="connsiteY176" fmla="*/ 1027176 h 1424940"/>
                  <a:gd name="connsiteX177" fmla="*/ 537782 w 6095524"/>
                  <a:gd name="connsiteY177" fmla="*/ 1025366 h 1424940"/>
                  <a:gd name="connsiteX178" fmla="*/ 562166 w 6095524"/>
                  <a:gd name="connsiteY178" fmla="*/ 1015746 h 1424940"/>
                  <a:gd name="connsiteX179" fmla="*/ 579596 w 6095524"/>
                  <a:gd name="connsiteY179" fmla="*/ 1016699 h 1424940"/>
                  <a:gd name="connsiteX180" fmla="*/ 612362 w 6095524"/>
                  <a:gd name="connsiteY180" fmla="*/ 1023557 h 1424940"/>
                  <a:gd name="connsiteX181" fmla="*/ 716090 w 6095524"/>
                  <a:gd name="connsiteY181" fmla="*/ 1031653 h 1424940"/>
                  <a:gd name="connsiteX182" fmla="*/ 758381 w 6095524"/>
                  <a:gd name="connsiteY182" fmla="*/ 1018985 h 1424940"/>
                  <a:gd name="connsiteX183" fmla="*/ 771049 w 6095524"/>
                  <a:gd name="connsiteY183" fmla="*/ 1018699 h 1424940"/>
                  <a:gd name="connsiteX184" fmla="*/ 799433 w 6095524"/>
                  <a:gd name="connsiteY184" fmla="*/ 1023652 h 1424940"/>
                  <a:gd name="connsiteX185" fmla="*/ 858012 w 6095524"/>
                  <a:gd name="connsiteY185" fmla="*/ 1020318 h 1424940"/>
                  <a:gd name="connsiteX186" fmla="*/ 879634 w 6095524"/>
                  <a:gd name="connsiteY186" fmla="*/ 1015270 h 1424940"/>
                  <a:gd name="connsiteX187" fmla="*/ 891635 w 6095524"/>
                  <a:gd name="connsiteY187" fmla="*/ 1012031 h 1424940"/>
                  <a:gd name="connsiteX188" fmla="*/ 953262 w 6095524"/>
                  <a:gd name="connsiteY188" fmla="*/ 1003078 h 1424940"/>
                  <a:gd name="connsiteX189" fmla="*/ 980694 w 6095524"/>
                  <a:gd name="connsiteY189" fmla="*/ 993458 h 1424940"/>
                  <a:gd name="connsiteX190" fmla="*/ 988124 w 6095524"/>
                  <a:gd name="connsiteY190" fmla="*/ 992029 h 1424940"/>
                  <a:gd name="connsiteX191" fmla="*/ 1028795 w 6095524"/>
                  <a:gd name="connsiteY191" fmla="*/ 996029 h 1424940"/>
                  <a:gd name="connsiteX192" fmla="*/ 1059275 w 6095524"/>
                  <a:gd name="connsiteY192" fmla="*/ 1011555 h 1424940"/>
                  <a:gd name="connsiteX193" fmla="*/ 1065181 w 6095524"/>
                  <a:gd name="connsiteY193" fmla="*/ 1016794 h 1424940"/>
                  <a:gd name="connsiteX194" fmla="*/ 1150144 w 6095524"/>
                  <a:gd name="connsiteY194" fmla="*/ 1014984 h 1424940"/>
                  <a:gd name="connsiteX195" fmla="*/ 1163193 w 6095524"/>
                  <a:gd name="connsiteY195" fmla="*/ 1012793 h 1424940"/>
                  <a:gd name="connsiteX196" fmla="*/ 1226249 w 6095524"/>
                  <a:gd name="connsiteY196" fmla="*/ 1021937 h 1424940"/>
                  <a:gd name="connsiteX197" fmla="*/ 1244632 w 6095524"/>
                  <a:gd name="connsiteY197" fmla="*/ 1023747 h 1424940"/>
                  <a:gd name="connsiteX198" fmla="*/ 1310545 w 6095524"/>
                  <a:gd name="connsiteY198" fmla="*/ 1031939 h 1424940"/>
                  <a:gd name="connsiteX199" fmla="*/ 1319879 w 6095524"/>
                  <a:gd name="connsiteY199" fmla="*/ 1024319 h 1424940"/>
                  <a:gd name="connsiteX200" fmla="*/ 1346740 w 6095524"/>
                  <a:gd name="connsiteY200" fmla="*/ 1005173 h 1424940"/>
                  <a:gd name="connsiteX201" fmla="*/ 1399699 w 6095524"/>
                  <a:gd name="connsiteY201" fmla="*/ 988219 h 1424940"/>
                  <a:gd name="connsiteX202" fmla="*/ 1414082 w 6095524"/>
                  <a:gd name="connsiteY202" fmla="*/ 989171 h 1424940"/>
                  <a:gd name="connsiteX203" fmla="*/ 1450467 w 6095524"/>
                  <a:gd name="connsiteY203" fmla="*/ 1017461 h 1424940"/>
                  <a:gd name="connsiteX204" fmla="*/ 1468184 w 6095524"/>
                  <a:gd name="connsiteY204" fmla="*/ 1028795 h 1424940"/>
                  <a:gd name="connsiteX205" fmla="*/ 1518476 w 6095524"/>
                  <a:gd name="connsiteY205" fmla="*/ 1049655 h 1424940"/>
                  <a:gd name="connsiteX206" fmla="*/ 1522667 w 6095524"/>
                  <a:gd name="connsiteY206" fmla="*/ 1053465 h 1424940"/>
                  <a:gd name="connsiteX207" fmla="*/ 1559814 w 6095524"/>
                  <a:gd name="connsiteY207" fmla="*/ 1098709 h 1424940"/>
                  <a:gd name="connsiteX208" fmla="*/ 1568196 w 6095524"/>
                  <a:gd name="connsiteY208" fmla="*/ 1106424 h 1424940"/>
                  <a:gd name="connsiteX209" fmla="*/ 1578293 w 6095524"/>
                  <a:gd name="connsiteY209" fmla="*/ 1118426 h 1424940"/>
                  <a:gd name="connsiteX210" fmla="*/ 1609820 w 6095524"/>
                  <a:gd name="connsiteY210" fmla="*/ 1141667 h 1424940"/>
                  <a:gd name="connsiteX211" fmla="*/ 1648873 w 6095524"/>
                  <a:gd name="connsiteY211" fmla="*/ 1149096 h 1424940"/>
                  <a:gd name="connsiteX212" fmla="*/ 1696022 w 6095524"/>
                  <a:gd name="connsiteY212" fmla="*/ 1160431 h 1424940"/>
                  <a:gd name="connsiteX213" fmla="*/ 1715739 w 6095524"/>
                  <a:gd name="connsiteY213" fmla="*/ 1168051 h 1424940"/>
                  <a:gd name="connsiteX214" fmla="*/ 1768602 w 6095524"/>
                  <a:gd name="connsiteY214" fmla="*/ 1182529 h 1424940"/>
                  <a:gd name="connsiteX215" fmla="*/ 1806321 w 6095524"/>
                  <a:gd name="connsiteY215" fmla="*/ 1194721 h 1424940"/>
                  <a:gd name="connsiteX216" fmla="*/ 1860709 w 6095524"/>
                  <a:gd name="connsiteY216" fmla="*/ 1201865 h 1424940"/>
                  <a:gd name="connsiteX217" fmla="*/ 1887093 w 6095524"/>
                  <a:gd name="connsiteY217" fmla="*/ 1202150 h 1424940"/>
                  <a:gd name="connsiteX218" fmla="*/ 1935575 w 6095524"/>
                  <a:gd name="connsiteY218" fmla="*/ 1238726 h 1424940"/>
                  <a:gd name="connsiteX219" fmla="*/ 1974247 w 6095524"/>
                  <a:gd name="connsiteY219" fmla="*/ 1262920 h 1424940"/>
                  <a:gd name="connsiteX220" fmla="*/ 2014919 w 6095524"/>
                  <a:gd name="connsiteY220" fmla="*/ 1251204 h 1424940"/>
                  <a:gd name="connsiteX221" fmla="*/ 2025968 w 6095524"/>
                  <a:gd name="connsiteY221" fmla="*/ 1240155 h 1424940"/>
                  <a:gd name="connsiteX222" fmla="*/ 2092643 w 6095524"/>
                  <a:gd name="connsiteY222" fmla="*/ 1229678 h 1424940"/>
                  <a:gd name="connsiteX223" fmla="*/ 2187893 w 6095524"/>
                  <a:gd name="connsiteY223" fmla="*/ 1229297 h 1424940"/>
                  <a:gd name="connsiteX224" fmla="*/ 2346294 w 6095524"/>
                  <a:gd name="connsiteY224" fmla="*/ 1205484 h 1424940"/>
                  <a:gd name="connsiteX225" fmla="*/ 2373916 w 6095524"/>
                  <a:gd name="connsiteY225" fmla="*/ 1194435 h 1424940"/>
                  <a:gd name="connsiteX226" fmla="*/ 2404967 w 6095524"/>
                  <a:gd name="connsiteY226" fmla="*/ 1191673 h 1424940"/>
                  <a:gd name="connsiteX227" fmla="*/ 2416874 w 6095524"/>
                  <a:gd name="connsiteY227" fmla="*/ 1198436 h 1424940"/>
                  <a:gd name="connsiteX228" fmla="*/ 2468975 w 6095524"/>
                  <a:gd name="connsiteY228" fmla="*/ 1208532 h 1424940"/>
                  <a:gd name="connsiteX229" fmla="*/ 2478882 w 6095524"/>
                  <a:gd name="connsiteY229" fmla="*/ 1208723 h 1424940"/>
                  <a:gd name="connsiteX230" fmla="*/ 2512791 w 6095524"/>
                  <a:gd name="connsiteY230" fmla="*/ 1204436 h 1424940"/>
                  <a:gd name="connsiteX231" fmla="*/ 2544223 w 6095524"/>
                  <a:gd name="connsiteY231" fmla="*/ 1201960 h 1424940"/>
                  <a:gd name="connsiteX232" fmla="*/ 2623471 w 6095524"/>
                  <a:gd name="connsiteY232" fmla="*/ 1210056 h 1424940"/>
                  <a:gd name="connsiteX233" fmla="*/ 2684241 w 6095524"/>
                  <a:gd name="connsiteY233" fmla="*/ 1208151 h 1424940"/>
                  <a:gd name="connsiteX234" fmla="*/ 2712244 w 6095524"/>
                  <a:gd name="connsiteY234" fmla="*/ 1210056 h 1424940"/>
                  <a:gd name="connsiteX235" fmla="*/ 2728055 w 6095524"/>
                  <a:gd name="connsiteY235" fmla="*/ 1212914 h 1424940"/>
                  <a:gd name="connsiteX236" fmla="*/ 2763869 w 6095524"/>
                  <a:gd name="connsiteY236" fmla="*/ 1232821 h 1424940"/>
                  <a:gd name="connsiteX237" fmla="*/ 2783491 w 6095524"/>
                  <a:gd name="connsiteY237" fmla="*/ 1237298 h 1424940"/>
                  <a:gd name="connsiteX238" fmla="*/ 2842546 w 6095524"/>
                  <a:gd name="connsiteY238" fmla="*/ 1236917 h 1424940"/>
                  <a:gd name="connsiteX239" fmla="*/ 2931128 w 6095524"/>
                  <a:gd name="connsiteY239" fmla="*/ 1206913 h 1424940"/>
                  <a:gd name="connsiteX240" fmla="*/ 2940368 w 6095524"/>
                  <a:gd name="connsiteY240" fmla="*/ 1202912 h 1424940"/>
                  <a:gd name="connsiteX241" fmla="*/ 2985421 w 6095524"/>
                  <a:gd name="connsiteY241" fmla="*/ 1197959 h 1424940"/>
                  <a:gd name="connsiteX242" fmla="*/ 3015996 w 6095524"/>
                  <a:gd name="connsiteY242" fmla="*/ 1204722 h 1424940"/>
                  <a:gd name="connsiteX243" fmla="*/ 3057621 w 6095524"/>
                  <a:gd name="connsiteY243" fmla="*/ 1218724 h 1424940"/>
                  <a:gd name="connsiteX244" fmla="*/ 3095054 w 6095524"/>
                  <a:gd name="connsiteY244" fmla="*/ 1230440 h 1424940"/>
                  <a:gd name="connsiteX245" fmla="*/ 3122295 w 6095524"/>
                  <a:gd name="connsiteY245" fmla="*/ 1243679 h 1424940"/>
                  <a:gd name="connsiteX246" fmla="*/ 3184589 w 6095524"/>
                  <a:gd name="connsiteY246" fmla="*/ 1253395 h 1424940"/>
                  <a:gd name="connsiteX247" fmla="*/ 3191066 w 6095524"/>
                  <a:gd name="connsiteY247" fmla="*/ 1255014 h 1424940"/>
                  <a:gd name="connsiteX248" fmla="*/ 3237929 w 6095524"/>
                  <a:gd name="connsiteY248" fmla="*/ 1243203 h 1424940"/>
                  <a:gd name="connsiteX249" fmla="*/ 3294221 w 6095524"/>
                  <a:gd name="connsiteY249" fmla="*/ 1231202 h 1424940"/>
                  <a:gd name="connsiteX250" fmla="*/ 3314319 w 6095524"/>
                  <a:gd name="connsiteY250" fmla="*/ 1235297 h 1424940"/>
                  <a:gd name="connsiteX251" fmla="*/ 3341846 w 6095524"/>
                  <a:gd name="connsiteY251" fmla="*/ 1241108 h 1424940"/>
                  <a:gd name="connsiteX252" fmla="*/ 3367373 w 6095524"/>
                  <a:gd name="connsiteY252" fmla="*/ 1238060 h 1424940"/>
                  <a:gd name="connsiteX253" fmla="*/ 3382899 w 6095524"/>
                  <a:gd name="connsiteY253" fmla="*/ 1237774 h 1424940"/>
                  <a:gd name="connsiteX254" fmla="*/ 3453765 w 6095524"/>
                  <a:gd name="connsiteY254" fmla="*/ 1273397 h 1424940"/>
                  <a:gd name="connsiteX255" fmla="*/ 3471767 w 6095524"/>
                  <a:gd name="connsiteY255" fmla="*/ 1276350 h 1424940"/>
                  <a:gd name="connsiteX256" fmla="*/ 3481959 w 6095524"/>
                  <a:gd name="connsiteY256" fmla="*/ 1280732 h 1424940"/>
                  <a:gd name="connsiteX257" fmla="*/ 3543396 w 6095524"/>
                  <a:gd name="connsiteY257" fmla="*/ 1324928 h 1424940"/>
                  <a:gd name="connsiteX258" fmla="*/ 3569494 w 6095524"/>
                  <a:gd name="connsiteY258" fmla="*/ 1333881 h 1424940"/>
                  <a:gd name="connsiteX259" fmla="*/ 3598164 w 6095524"/>
                  <a:gd name="connsiteY259" fmla="*/ 1332071 h 1424940"/>
                  <a:gd name="connsiteX260" fmla="*/ 3614738 w 6095524"/>
                  <a:gd name="connsiteY260" fmla="*/ 1328833 h 1424940"/>
                  <a:gd name="connsiteX261" fmla="*/ 3655886 w 6095524"/>
                  <a:gd name="connsiteY261" fmla="*/ 1300734 h 1424940"/>
                  <a:gd name="connsiteX262" fmla="*/ 3679317 w 6095524"/>
                  <a:gd name="connsiteY262" fmla="*/ 1301687 h 1424940"/>
                  <a:gd name="connsiteX263" fmla="*/ 3715893 w 6095524"/>
                  <a:gd name="connsiteY263" fmla="*/ 1321022 h 1424940"/>
                  <a:gd name="connsiteX264" fmla="*/ 3782282 w 6095524"/>
                  <a:gd name="connsiteY264" fmla="*/ 1329690 h 1424940"/>
                  <a:gd name="connsiteX265" fmla="*/ 3816001 w 6095524"/>
                  <a:gd name="connsiteY265" fmla="*/ 1302639 h 1424940"/>
                  <a:gd name="connsiteX266" fmla="*/ 3833431 w 6095524"/>
                  <a:gd name="connsiteY266" fmla="*/ 1276636 h 1424940"/>
                  <a:gd name="connsiteX267" fmla="*/ 3883819 w 6095524"/>
                  <a:gd name="connsiteY267" fmla="*/ 1246442 h 1424940"/>
                  <a:gd name="connsiteX268" fmla="*/ 3895821 w 6095524"/>
                  <a:gd name="connsiteY268" fmla="*/ 1257681 h 1424940"/>
                  <a:gd name="connsiteX269" fmla="*/ 3932778 w 6095524"/>
                  <a:gd name="connsiteY269" fmla="*/ 1262444 h 1424940"/>
                  <a:gd name="connsiteX270" fmla="*/ 3972782 w 6095524"/>
                  <a:gd name="connsiteY270" fmla="*/ 1262063 h 1424940"/>
                  <a:gd name="connsiteX271" fmla="*/ 4042505 w 6095524"/>
                  <a:gd name="connsiteY271" fmla="*/ 1267111 h 1424940"/>
                  <a:gd name="connsiteX272" fmla="*/ 4088892 w 6095524"/>
                  <a:gd name="connsiteY272" fmla="*/ 1238250 h 1424940"/>
                  <a:gd name="connsiteX273" fmla="*/ 4106609 w 6095524"/>
                  <a:gd name="connsiteY273" fmla="*/ 1226344 h 1424940"/>
                  <a:gd name="connsiteX274" fmla="*/ 4123182 w 6095524"/>
                  <a:gd name="connsiteY274" fmla="*/ 1218724 h 1424940"/>
                  <a:gd name="connsiteX275" fmla="*/ 4142328 w 6095524"/>
                  <a:gd name="connsiteY275" fmla="*/ 1214438 h 1424940"/>
                  <a:gd name="connsiteX276" fmla="*/ 4188524 w 6095524"/>
                  <a:gd name="connsiteY276" fmla="*/ 1198245 h 1424940"/>
                  <a:gd name="connsiteX277" fmla="*/ 4213860 w 6095524"/>
                  <a:gd name="connsiteY277" fmla="*/ 1182338 h 1424940"/>
                  <a:gd name="connsiteX278" fmla="*/ 4270820 w 6095524"/>
                  <a:gd name="connsiteY278" fmla="*/ 1167003 h 1424940"/>
                  <a:gd name="connsiteX279" fmla="*/ 4309587 w 6095524"/>
                  <a:gd name="connsiteY279" fmla="*/ 1153287 h 1424940"/>
                  <a:gd name="connsiteX280" fmla="*/ 4350449 w 6095524"/>
                  <a:gd name="connsiteY280" fmla="*/ 1129665 h 1424940"/>
                  <a:gd name="connsiteX281" fmla="*/ 4356164 w 6095524"/>
                  <a:gd name="connsiteY281" fmla="*/ 1126046 h 1424940"/>
                  <a:gd name="connsiteX282" fmla="*/ 4369880 w 6095524"/>
                  <a:gd name="connsiteY282" fmla="*/ 1110520 h 1424940"/>
                  <a:gd name="connsiteX283" fmla="*/ 4389787 w 6095524"/>
                  <a:gd name="connsiteY283" fmla="*/ 1057085 h 1424940"/>
                  <a:gd name="connsiteX284" fmla="*/ 4395502 w 6095524"/>
                  <a:gd name="connsiteY284" fmla="*/ 1046226 h 1424940"/>
                  <a:gd name="connsiteX285" fmla="*/ 4447413 w 6095524"/>
                  <a:gd name="connsiteY285" fmla="*/ 1009650 h 1424940"/>
                  <a:gd name="connsiteX286" fmla="*/ 4466654 w 6095524"/>
                  <a:gd name="connsiteY286" fmla="*/ 1013079 h 1424940"/>
                  <a:gd name="connsiteX287" fmla="*/ 4487894 w 6095524"/>
                  <a:gd name="connsiteY287" fmla="*/ 1025081 h 1424940"/>
                  <a:gd name="connsiteX288" fmla="*/ 4534472 w 6095524"/>
                  <a:gd name="connsiteY288" fmla="*/ 1028224 h 1424940"/>
                  <a:gd name="connsiteX289" fmla="*/ 4551903 w 6095524"/>
                  <a:gd name="connsiteY289" fmla="*/ 1022033 h 1424940"/>
                  <a:gd name="connsiteX290" fmla="*/ 4582382 w 6095524"/>
                  <a:gd name="connsiteY290" fmla="*/ 1005364 h 1424940"/>
                  <a:gd name="connsiteX291" fmla="*/ 4605909 w 6095524"/>
                  <a:gd name="connsiteY291" fmla="*/ 979551 h 1424940"/>
                  <a:gd name="connsiteX292" fmla="*/ 4640104 w 6095524"/>
                  <a:gd name="connsiteY292" fmla="*/ 936879 h 1424940"/>
                  <a:gd name="connsiteX293" fmla="*/ 4705731 w 6095524"/>
                  <a:gd name="connsiteY293" fmla="*/ 920591 h 1424940"/>
                  <a:gd name="connsiteX294" fmla="*/ 4730973 w 6095524"/>
                  <a:gd name="connsiteY294" fmla="*/ 915162 h 1424940"/>
                  <a:gd name="connsiteX295" fmla="*/ 4822794 w 6095524"/>
                  <a:gd name="connsiteY295" fmla="*/ 892397 h 1424940"/>
                  <a:gd name="connsiteX296" fmla="*/ 4830794 w 6095524"/>
                  <a:gd name="connsiteY296" fmla="*/ 891635 h 1424940"/>
                  <a:gd name="connsiteX297" fmla="*/ 4894421 w 6095524"/>
                  <a:gd name="connsiteY297" fmla="*/ 865442 h 1424940"/>
                  <a:gd name="connsiteX298" fmla="*/ 4909756 w 6095524"/>
                  <a:gd name="connsiteY298" fmla="*/ 858964 h 1424940"/>
                  <a:gd name="connsiteX299" fmla="*/ 4928521 w 6095524"/>
                  <a:gd name="connsiteY299" fmla="*/ 842391 h 1424940"/>
                  <a:gd name="connsiteX300" fmla="*/ 4945857 w 6095524"/>
                  <a:gd name="connsiteY300" fmla="*/ 795623 h 1424940"/>
                  <a:gd name="connsiteX301" fmla="*/ 4966145 w 6095524"/>
                  <a:gd name="connsiteY301" fmla="*/ 774287 h 1424940"/>
                  <a:gd name="connsiteX302" fmla="*/ 4980909 w 6095524"/>
                  <a:gd name="connsiteY302" fmla="*/ 761333 h 1424940"/>
                  <a:gd name="connsiteX303" fmla="*/ 4993862 w 6095524"/>
                  <a:gd name="connsiteY303" fmla="*/ 741712 h 1424940"/>
                  <a:gd name="connsiteX304" fmla="*/ 5006816 w 6095524"/>
                  <a:gd name="connsiteY304" fmla="*/ 694754 h 1424940"/>
                  <a:gd name="connsiteX305" fmla="*/ 5026724 w 6095524"/>
                  <a:gd name="connsiteY305" fmla="*/ 653129 h 1424940"/>
                  <a:gd name="connsiteX306" fmla="*/ 5062538 w 6095524"/>
                  <a:gd name="connsiteY306" fmla="*/ 630079 h 1424940"/>
                  <a:gd name="connsiteX307" fmla="*/ 5084731 w 6095524"/>
                  <a:gd name="connsiteY307" fmla="*/ 617982 h 1424940"/>
                  <a:gd name="connsiteX308" fmla="*/ 5172647 w 6095524"/>
                  <a:gd name="connsiteY308" fmla="*/ 630174 h 1424940"/>
                  <a:gd name="connsiteX309" fmla="*/ 5232654 w 6095524"/>
                  <a:gd name="connsiteY309" fmla="*/ 642080 h 1424940"/>
                  <a:gd name="connsiteX310" fmla="*/ 5252371 w 6095524"/>
                  <a:gd name="connsiteY310" fmla="*/ 637508 h 1424940"/>
                  <a:gd name="connsiteX311" fmla="*/ 5308092 w 6095524"/>
                  <a:gd name="connsiteY311" fmla="*/ 598646 h 1424940"/>
                  <a:gd name="connsiteX312" fmla="*/ 5363147 w 6095524"/>
                  <a:gd name="connsiteY312" fmla="*/ 581311 h 1424940"/>
                  <a:gd name="connsiteX313" fmla="*/ 5404580 w 6095524"/>
                  <a:gd name="connsiteY313" fmla="*/ 576358 h 1424940"/>
                  <a:gd name="connsiteX314" fmla="*/ 5440203 w 6095524"/>
                  <a:gd name="connsiteY314" fmla="*/ 572548 h 1424940"/>
                  <a:gd name="connsiteX315" fmla="*/ 5482971 w 6095524"/>
                  <a:gd name="connsiteY315" fmla="*/ 561880 h 1424940"/>
                  <a:gd name="connsiteX316" fmla="*/ 5507165 w 6095524"/>
                  <a:gd name="connsiteY316" fmla="*/ 550259 h 1424940"/>
                  <a:gd name="connsiteX317" fmla="*/ 5545645 w 6095524"/>
                  <a:gd name="connsiteY317" fmla="*/ 533591 h 1424940"/>
                  <a:gd name="connsiteX318" fmla="*/ 5585079 w 6095524"/>
                  <a:gd name="connsiteY318" fmla="*/ 511969 h 1424940"/>
                  <a:gd name="connsiteX319" fmla="*/ 5615368 w 6095524"/>
                  <a:gd name="connsiteY319" fmla="*/ 481679 h 1424940"/>
                  <a:gd name="connsiteX320" fmla="*/ 5631656 w 6095524"/>
                  <a:gd name="connsiteY320" fmla="*/ 456152 h 1424940"/>
                  <a:gd name="connsiteX321" fmla="*/ 5679377 w 6095524"/>
                  <a:gd name="connsiteY321" fmla="*/ 419576 h 1424940"/>
                  <a:gd name="connsiteX322" fmla="*/ 5722525 w 6095524"/>
                  <a:gd name="connsiteY322" fmla="*/ 350615 h 1424940"/>
                  <a:gd name="connsiteX323" fmla="*/ 5749576 w 6095524"/>
                  <a:gd name="connsiteY323" fmla="*/ 321945 h 1424940"/>
                  <a:gd name="connsiteX324" fmla="*/ 5764911 w 6095524"/>
                  <a:gd name="connsiteY324" fmla="*/ 313849 h 1424940"/>
                  <a:gd name="connsiteX325" fmla="*/ 5791009 w 6095524"/>
                  <a:gd name="connsiteY325" fmla="*/ 293942 h 1424940"/>
                  <a:gd name="connsiteX326" fmla="*/ 5806440 w 6095524"/>
                  <a:gd name="connsiteY326" fmla="*/ 279178 h 1424940"/>
                  <a:gd name="connsiteX327" fmla="*/ 5848636 w 6095524"/>
                  <a:gd name="connsiteY327" fmla="*/ 224885 h 1424940"/>
                  <a:gd name="connsiteX328" fmla="*/ 5861590 w 6095524"/>
                  <a:gd name="connsiteY328" fmla="*/ 208788 h 1424940"/>
                  <a:gd name="connsiteX329" fmla="*/ 5888355 w 6095524"/>
                  <a:gd name="connsiteY329" fmla="*/ 181166 h 1424940"/>
                  <a:gd name="connsiteX330" fmla="*/ 5900071 w 6095524"/>
                  <a:gd name="connsiteY330" fmla="*/ 172784 h 1424940"/>
                  <a:gd name="connsiteX331" fmla="*/ 5920740 w 6095524"/>
                  <a:gd name="connsiteY331" fmla="*/ 150305 h 1424940"/>
                  <a:gd name="connsiteX332" fmla="*/ 5969985 w 6095524"/>
                  <a:gd name="connsiteY332" fmla="*/ 91345 h 1424940"/>
                  <a:gd name="connsiteX333" fmla="*/ 5991130 w 6095524"/>
                  <a:gd name="connsiteY333" fmla="*/ 58293 h 1424940"/>
                  <a:gd name="connsiteX334" fmla="*/ 6033325 w 6095524"/>
                  <a:gd name="connsiteY334" fmla="*/ 33909 h 1424940"/>
                  <a:gd name="connsiteX335" fmla="*/ 6054376 w 6095524"/>
                  <a:gd name="connsiteY335" fmla="*/ 20955 h 1424940"/>
                  <a:gd name="connsiteX336" fmla="*/ 6095524 w 6095524"/>
                  <a:gd name="connsiteY336" fmla="*/ 0 h 1424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Lst>
                <a:rect l="l" t="t" r="r" b="b"/>
                <a:pathLst>
                  <a:path w="6095524" h="1424940">
                    <a:moveTo>
                      <a:pt x="6095524" y="0"/>
                    </a:moveTo>
                    <a:cubicBezTo>
                      <a:pt x="6095524" y="7811"/>
                      <a:pt x="6095524" y="12573"/>
                      <a:pt x="6095524" y="17431"/>
                    </a:cubicBezTo>
                    <a:lnTo>
                      <a:pt x="6095524" y="216290"/>
                    </a:lnTo>
                    <a:lnTo>
                      <a:pt x="6079998" y="230600"/>
                    </a:lnTo>
                    <a:cubicBezTo>
                      <a:pt x="6058567" y="241363"/>
                      <a:pt x="6035706" y="251079"/>
                      <a:pt x="6012751" y="260699"/>
                    </a:cubicBezTo>
                    <a:cubicBezTo>
                      <a:pt x="6006084" y="263462"/>
                      <a:pt x="5998749" y="264986"/>
                      <a:pt x="5992749" y="268700"/>
                    </a:cubicBezTo>
                    <a:cubicBezTo>
                      <a:pt x="5965126" y="285655"/>
                      <a:pt x="5938361" y="303943"/>
                      <a:pt x="5910358" y="320231"/>
                    </a:cubicBezTo>
                    <a:cubicBezTo>
                      <a:pt x="5881497" y="337090"/>
                      <a:pt x="5855684" y="356997"/>
                      <a:pt x="5835777" y="383953"/>
                    </a:cubicBezTo>
                    <a:cubicBezTo>
                      <a:pt x="5817298" y="409004"/>
                      <a:pt x="5799391" y="434435"/>
                      <a:pt x="5781008" y="459581"/>
                    </a:cubicBezTo>
                    <a:cubicBezTo>
                      <a:pt x="5776341" y="465963"/>
                      <a:pt x="5772054" y="473488"/>
                      <a:pt x="5765673" y="477584"/>
                    </a:cubicBezTo>
                    <a:cubicBezTo>
                      <a:pt x="5752433" y="486156"/>
                      <a:pt x="5737955" y="493109"/>
                      <a:pt x="5723763" y="500158"/>
                    </a:cubicBezTo>
                    <a:cubicBezTo>
                      <a:pt x="5711571" y="506159"/>
                      <a:pt x="5698617" y="510635"/>
                      <a:pt x="5686711" y="517112"/>
                    </a:cubicBezTo>
                    <a:cubicBezTo>
                      <a:pt x="5677186" y="522256"/>
                      <a:pt x="5668708" y="529400"/>
                      <a:pt x="5659850" y="535877"/>
                    </a:cubicBezTo>
                    <a:cubicBezTo>
                      <a:pt x="5652135" y="541496"/>
                      <a:pt x="5643658" y="546354"/>
                      <a:pt x="5637181" y="553117"/>
                    </a:cubicBezTo>
                    <a:cubicBezTo>
                      <a:pt x="5621369" y="569500"/>
                      <a:pt x="5605462" y="585597"/>
                      <a:pt x="5585841" y="597694"/>
                    </a:cubicBezTo>
                    <a:cubicBezTo>
                      <a:pt x="5566505" y="609695"/>
                      <a:pt x="5548217" y="623126"/>
                      <a:pt x="5528977" y="635318"/>
                    </a:cubicBezTo>
                    <a:cubicBezTo>
                      <a:pt x="5510117" y="647224"/>
                      <a:pt x="5493067" y="660273"/>
                      <a:pt x="5483256" y="681419"/>
                    </a:cubicBezTo>
                    <a:cubicBezTo>
                      <a:pt x="5478875" y="690753"/>
                      <a:pt x="5472684" y="700945"/>
                      <a:pt x="5464397" y="706374"/>
                    </a:cubicBezTo>
                    <a:cubicBezTo>
                      <a:pt x="5452586" y="714089"/>
                      <a:pt x="5437632" y="716852"/>
                      <a:pt x="5424773" y="723424"/>
                    </a:cubicBezTo>
                    <a:cubicBezTo>
                      <a:pt x="5409628" y="731139"/>
                      <a:pt x="5392103" y="737807"/>
                      <a:pt x="5381815" y="750094"/>
                    </a:cubicBezTo>
                    <a:cubicBezTo>
                      <a:pt x="5372671" y="761048"/>
                      <a:pt x="5363432" y="769620"/>
                      <a:pt x="5351335" y="776573"/>
                    </a:cubicBezTo>
                    <a:cubicBezTo>
                      <a:pt x="5342858" y="781431"/>
                      <a:pt x="5336572" y="790289"/>
                      <a:pt x="5327809" y="794290"/>
                    </a:cubicBezTo>
                    <a:cubicBezTo>
                      <a:pt x="5316284" y="799624"/>
                      <a:pt x="5304663" y="803815"/>
                      <a:pt x="5294566" y="812102"/>
                    </a:cubicBezTo>
                    <a:cubicBezTo>
                      <a:pt x="5284089" y="820674"/>
                      <a:pt x="5272183" y="827437"/>
                      <a:pt x="5261229" y="835438"/>
                    </a:cubicBezTo>
                    <a:cubicBezTo>
                      <a:pt x="5255419" y="839724"/>
                      <a:pt x="5250656" y="845344"/>
                      <a:pt x="5245037" y="849821"/>
                    </a:cubicBezTo>
                    <a:cubicBezTo>
                      <a:pt x="5234750" y="858012"/>
                      <a:pt x="5224272" y="866013"/>
                      <a:pt x="5213699" y="873728"/>
                    </a:cubicBezTo>
                    <a:cubicBezTo>
                      <a:pt x="5203127" y="881444"/>
                      <a:pt x="5193030" y="890397"/>
                      <a:pt x="5181409" y="896017"/>
                    </a:cubicBezTo>
                    <a:cubicBezTo>
                      <a:pt x="5161598" y="905542"/>
                      <a:pt x="5139976" y="911257"/>
                      <a:pt x="5120735" y="921544"/>
                    </a:cubicBezTo>
                    <a:cubicBezTo>
                      <a:pt x="5101209" y="932021"/>
                      <a:pt x="5082826" y="945166"/>
                      <a:pt x="5065490" y="959072"/>
                    </a:cubicBezTo>
                    <a:cubicBezTo>
                      <a:pt x="5051774" y="970026"/>
                      <a:pt x="5038916" y="980885"/>
                      <a:pt x="5021675" y="986504"/>
                    </a:cubicBezTo>
                    <a:cubicBezTo>
                      <a:pt x="5012055" y="989648"/>
                      <a:pt x="5001959" y="996506"/>
                      <a:pt x="4996148" y="1004507"/>
                    </a:cubicBezTo>
                    <a:cubicBezTo>
                      <a:pt x="4983575" y="1021937"/>
                      <a:pt x="4967478" y="1034225"/>
                      <a:pt x="4949285" y="1044702"/>
                    </a:cubicBezTo>
                    <a:cubicBezTo>
                      <a:pt x="4924996" y="1058799"/>
                      <a:pt x="4900993" y="1073182"/>
                      <a:pt x="4876609" y="1086993"/>
                    </a:cubicBezTo>
                    <a:cubicBezTo>
                      <a:pt x="4862227" y="1095185"/>
                      <a:pt x="4847940" y="1103852"/>
                      <a:pt x="4832699" y="1109853"/>
                    </a:cubicBezTo>
                    <a:cubicBezTo>
                      <a:pt x="4801553" y="1122236"/>
                      <a:pt x="4769644" y="1132808"/>
                      <a:pt x="4738211" y="1144334"/>
                    </a:cubicBezTo>
                    <a:cubicBezTo>
                      <a:pt x="4727924" y="1148048"/>
                      <a:pt x="4718209" y="1153382"/>
                      <a:pt x="4707731" y="1156621"/>
                    </a:cubicBezTo>
                    <a:cubicBezTo>
                      <a:pt x="4696396" y="1160145"/>
                      <a:pt x="4684205" y="1161193"/>
                      <a:pt x="4672870" y="1164717"/>
                    </a:cubicBezTo>
                    <a:cubicBezTo>
                      <a:pt x="4654010" y="1170527"/>
                      <a:pt x="4635722" y="1177957"/>
                      <a:pt x="4616863" y="1183862"/>
                    </a:cubicBezTo>
                    <a:cubicBezTo>
                      <a:pt x="4580477" y="1195197"/>
                      <a:pt x="4543996" y="1206056"/>
                      <a:pt x="4507516" y="1216819"/>
                    </a:cubicBezTo>
                    <a:cubicBezTo>
                      <a:pt x="4499706" y="1219105"/>
                      <a:pt x="4491228" y="1219391"/>
                      <a:pt x="4483513" y="1221867"/>
                    </a:cubicBezTo>
                    <a:cubicBezTo>
                      <a:pt x="4463034" y="1228535"/>
                      <a:pt x="4442650" y="1235773"/>
                      <a:pt x="4422362" y="1243108"/>
                    </a:cubicBezTo>
                    <a:cubicBezTo>
                      <a:pt x="4410075" y="1247585"/>
                      <a:pt x="4398073" y="1253109"/>
                      <a:pt x="4385691" y="1257395"/>
                    </a:cubicBezTo>
                    <a:cubicBezTo>
                      <a:pt x="4375785" y="1260824"/>
                      <a:pt x="4365593" y="1263491"/>
                      <a:pt x="4355306" y="1265587"/>
                    </a:cubicBezTo>
                    <a:cubicBezTo>
                      <a:pt x="4346448" y="1267397"/>
                      <a:pt x="4337209" y="1267206"/>
                      <a:pt x="4328446" y="1269397"/>
                    </a:cubicBezTo>
                    <a:cubicBezTo>
                      <a:pt x="4304728" y="1275302"/>
                      <a:pt x="4281297" y="1281970"/>
                      <a:pt x="4257770" y="1288256"/>
                    </a:cubicBezTo>
                    <a:cubicBezTo>
                      <a:pt x="4248341" y="1290733"/>
                      <a:pt x="4238720" y="1292543"/>
                      <a:pt x="4229576" y="1295686"/>
                    </a:cubicBezTo>
                    <a:cubicBezTo>
                      <a:pt x="4205097" y="1303973"/>
                      <a:pt x="4180999" y="1313402"/>
                      <a:pt x="4156424" y="1321213"/>
                    </a:cubicBezTo>
                    <a:cubicBezTo>
                      <a:pt x="4136041" y="1327690"/>
                      <a:pt x="4115086" y="1332357"/>
                      <a:pt x="4094416" y="1338072"/>
                    </a:cubicBezTo>
                    <a:cubicBezTo>
                      <a:pt x="4085653" y="1340549"/>
                      <a:pt x="4077271" y="1344073"/>
                      <a:pt x="4068509" y="1346168"/>
                    </a:cubicBezTo>
                    <a:cubicBezTo>
                      <a:pt x="4048887" y="1350931"/>
                      <a:pt x="4028980" y="1354931"/>
                      <a:pt x="4009263" y="1359694"/>
                    </a:cubicBezTo>
                    <a:cubicBezTo>
                      <a:pt x="3998023" y="1362456"/>
                      <a:pt x="3987165" y="1367409"/>
                      <a:pt x="3975735" y="1369219"/>
                    </a:cubicBezTo>
                    <a:cubicBezTo>
                      <a:pt x="3948589" y="1373505"/>
                      <a:pt x="3921252" y="1376553"/>
                      <a:pt x="3893915" y="1379982"/>
                    </a:cubicBezTo>
                    <a:cubicBezTo>
                      <a:pt x="3865722" y="1383506"/>
                      <a:pt x="3837623" y="1387221"/>
                      <a:pt x="3809428" y="1390364"/>
                    </a:cubicBezTo>
                    <a:cubicBezTo>
                      <a:pt x="3793998" y="1391984"/>
                      <a:pt x="3778472" y="1392269"/>
                      <a:pt x="3763042" y="1393793"/>
                    </a:cubicBezTo>
                    <a:cubicBezTo>
                      <a:pt x="3749516" y="1395127"/>
                      <a:pt x="3736086" y="1397603"/>
                      <a:pt x="3722561" y="1399223"/>
                    </a:cubicBezTo>
                    <a:cubicBezTo>
                      <a:pt x="3710845" y="1400556"/>
                      <a:pt x="3699034" y="1401318"/>
                      <a:pt x="3687318" y="1402652"/>
                    </a:cubicBezTo>
                    <a:cubicBezTo>
                      <a:pt x="3668554" y="1404842"/>
                      <a:pt x="3649885" y="1407319"/>
                      <a:pt x="3631216" y="1409605"/>
                    </a:cubicBezTo>
                    <a:cubicBezTo>
                      <a:pt x="3623406" y="1410462"/>
                      <a:pt x="3615214" y="1412843"/>
                      <a:pt x="3607880" y="1411415"/>
                    </a:cubicBezTo>
                    <a:cubicBezTo>
                      <a:pt x="3589401" y="1407795"/>
                      <a:pt x="3571208" y="1408843"/>
                      <a:pt x="3552825" y="1411319"/>
                    </a:cubicBezTo>
                    <a:cubicBezTo>
                      <a:pt x="3546539" y="1412177"/>
                      <a:pt x="3539776" y="1411986"/>
                      <a:pt x="3533680" y="1410367"/>
                    </a:cubicBezTo>
                    <a:cubicBezTo>
                      <a:pt x="3521202" y="1407128"/>
                      <a:pt x="3509106" y="1402556"/>
                      <a:pt x="3496818" y="1398556"/>
                    </a:cubicBezTo>
                    <a:cubicBezTo>
                      <a:pt x="3495484" y="1398080"/>
                      <a:pt x="3493865" y="1397984"/>
                      <a:pt x="3492437" y="1397699"/>
                    </a:cubicBezTo>
                    <a:cubicBezTo>
                      <a:pt x="3484340" y="1396079"/>
                      <a:pt x="3476340" y="1394460"/>
                      <a:pt x="3468243" y="1393031"/>
                    </a:cubicBezTo>
                    <a:cubicBezTo>
                      <a:pt x="3463862" y="1392269"/>
                      <a:pt x="3459385" y="1392174"/>
                      <a:pt x="3455003" y="1391507"/>
                    </a:cubicBezTo>
                    <a:cubicBezTo>
                      <a:pt x="3438049" y="1388840"/>
                      <a:pt x="3419380" y="1393317"/>
                      <a:pt x="3404711" y="1381792"/>
                    </a:cubicBezTo>
                    <a:cubicBezTo>
                      <a:pt x="3395186" y="1374362"/>
                      <a:pt x="3385947" y="1376077"/>
                      <a:pt x="3375756" y="1377220"/>
                    </a:cubicBezTo>
                    <a:cubicBezTo>
                      <a:pt x="3368040" y="1378077"/>
                      <a:pt x="3360134" y="1377791"/>
                      <a:pt x="3352324" y="1377887"/>
                    </a:cubicBezTo>
                    <a:cubicBezTo>
                      <a:pt x="3338608" y="1378172"/>
                      <a:pt x="3324892" y="1378268"/>
                      <a:pt x="3311176" y="1378744"/>
                    </a:cubicBezTo>
                    <a:cubicBezTo>
                      <a:pt x="3306794" y="1378934"/>
                      <a:pt x="3302318" y="1381316"/>
                      <a:pt x="3298031" y="1380935"/>
                    </a:cubicBezTo>
                    <a:cubicBezTo>
                      <a:pt x="3278219" y="1379125"/>
                      <a:pt x="3258407" y="1376267"/>
                      <a:pt x="3238595" y="1374648"/>
                    </a:cubicBezTo>
                    <a:cubicBezTo>
                      <a:pt x="3227356" y="1373696"/>
                      <a:pt x="3215830" y="1375505"/>
                      <a:pt x="3204686" y="1374172"/>
                    </a:cubicBezTo>
                    <a:cubicBezTo>
                      <a:pt x="3191828" y="1372648"/>
                      <a:pt x="3179255" y="1368743"/>
                      <a:pt x="3166491" y="1366361"/>
                    </a:cubicBezTo>
                    <a:cubicBezTo>
                      <a:pt x="3162967" y="1365695"/>
                      <a:pt x="3159062" y="1366552"/>
                      <a:pt x="3155347" y="1366742"/>
                    </a:cubicBezTo>
                    <a:cubicBezTo>
                      <a:pt x="3151156" y="1366933"/>
                      <a:pt x="3147060" y="1367314"/>
                      <a:pt x="3142869" y="1367409"/>
                    </a:cubicBezTo>
                    <a:cubicBezTo>
                      <a:pt x="3130105" y="1367600"/>
                      <a:pt x="3117342" y="1367314"/>
                      <a:pt x="3104578" y="1367981"/>
                    </a:cubicBezTo>
                    <a:cubicBezTo>
                      <a:pt x="3096768" y="1368362"/>
                      <a:pt x="3088577" y="1372267"/>
                      <a:pt x="3081337" y="1370838"/>
                    </a:cubicBezTo>
                    <a:cubicBezTo>
                      <a:pt x="3066574" y="1368076"/>
                      <a:pt x="3051810" y="1374267"/>
                      <a:pt x="3037047" y="1369124"/>
                    </a:cubicBezTo>
                    <a:cubicBezTo>
                      <a:pt x="3032474" y="1367600"/>
                      <a:pt x="3026188" y="1371410"/>
                      <a:pt x="3020663" y="1371600"/>
                    </a:cubicBezTo>
                    <a:cubicBezTo>
                      <a:pt x="3006852" y="1372076"/>
                      <a:pt x="2993041" y="1371981"/>
                      <a:pt x="2979230" y="1371886"/>
                    </a:cubicBezTo>
                    <a:cubicBezTo>
                      <a:pt x="2966847" y="1371791"/>
                      <a:pt x="2953988" y="1373124"/>
                      <a:pt x="2942082" y="1370457"/>
                    </a:cubicBezTo>
                    <a:cubicBezTo>
                      <a:pt x="2929604" y="1367600"/>
                      <a:pt x="2918365" y="1367981"/>
                      <a:pt x="2906268" y="1371219"/>
                    </a:cubicBezTo>
                    <a:cubicBezTo>
                      <a:pt x="2897981" y="1373410"/>
                      <a:pt x="2889218" y="1373696"/>
                      <a:pt x="2880646" y="1374362"/>
                    </a:cubicBezTo>
                    <a:cubicBezTo>
                      <a:pt x="2871407" y="1375124"/>
                      <a:pt x="2861215" y="1373124"/>
                      <a:pt x="2852833" y="1376267"/>
                    </a:cubicBezTo>
                    <a:cubicBezTo>
                      <a:pt x="2827877" y="1385602"/>
                      <a:pt x="2802255" y="1387602"/>
                      <a:pt x="2776157" y="1387602"/>
                    </a:cubicBezTo>
                    <a:cubicBezTo>
                      <a:pt x="2771394" y="1387602"/>
                      <a:pt x="2766536" y="1386269"/>
                      <a:pt x="2761965" y="1384840"/>
                    </a:cubicBezTo>
                    <a:cubicBezTo>
                      <a:pt x="2735294" y="1376267"/>
                      <a:pt x="2708529" y="1377029"/>
                      <a:pt x="2681383" y="1382268"/>
                    </a:cubicBezTo>
                    <a:cubicBezTo>
                      <a:pt x="2675763" y="1383411"/>
                      <a:pt x="2669477" y="1383602"/>
                      <a:pt x="2663857" y="1382459"/>
                    </a:cubicBezTo>
                    <a:cubicBezTo>
                      <a:pt x="2648045" y="1379125"/>
                      <a:pt x="2632710" y="1373600"/>
                      <a:pt x="2616803" y="1371219"/>
                    </a:cubicBezTo>
                    <a:cubicBezTo>
                      <a:pt x="2590515" y="1367314"/>
                      <a:pt x="2567750" y="1380458"/>
                      <a:pt x="2544223" y="1389031"/>
                    </a:cubicBezTo>
                    <a:cubicBezTo>
                      <a:pt x="2521839" y="1397127"/>
                      <a:pt x="2502789" y="1415415"/>
                      <a:pt x="2476309" y="1411319"/>
                    </a:cubicBezTo>
                    <a:cubicBezTo>
                      <a:pt x="2473643" y="1410938"/>
                      <a:pt x="2470690" y="1413510"/>
                      <a:pt x="2467737" y="1414177"/>
                    </a:cubicBezTo>
                    <a:cubicBezTo>
                      <a:pt x="2459641" y="1415987"/>
                      <a:pt x="2451545" y="1418177"/>
                      <a:pt x="2443353" y="1419035"/>
                    </a:cubicBezTo>
                    <a:cubicBezTo>
                      <a:pt x="2433352" y="1420178"/>
                      <a:pt x="2423160" y="1419797"/>
                      <a:pt x="2413159" y="1420749"/>
                    </a:cubicBezTo>
                    <a:cubicBezTo>
                      <a:pt x="2400300" y="1421892"/>
                      <a:pt x="2387632" y="1424940"/>
                      <a:pt x="2374868" y="1424940"/>
                    </a:cubicBezTo>
                    <a:cubicBezTo>
                      <a:pt x="2364581" y="1424940"/>
                      <a:pt x="2354389" y="1421416"/>
                      <a:pt x="2344198" y="1419701"/>
                    </a:cubicBezTo>
                    <a:cubicBezTo>
                      <a:pt x="2329815" y="1417320"/>
                      <a:pt x="2314003" y="1417987"/>
                      <a:pt x="2301335" y="1411891"/>
                    </a:cubicBezTo>
                    <a:cubicBezTo>
                      <a:pt x="2287810" y="1405414"/>
                      <a:pt x="2274951" y="1402461"/>
                      <a:pt x="2260949" y="1404461"/>
                    </a:cubicBezTo>
                    <a:cubicBezTo>
                      <a:pt x="2256282" y="1405128"/>
                      <a:pt x="2250281" y="1409129"/>
                      <a:pt x="2248186" y="1413224"/>
                    </a:cubicBezTo>
                    <a:cubicBezTo>
                      <a:pt x="2243518" y="1422368"/>
                      <a:pt x="2237137" y="1423988"/>
                      <a:pt x="2228469" y="1420844"/>
                    </a:cubicBezTo>
                    <a:cubicBezTo>
                      <a:pt x="2220944" y="1418177"/>
                      <a:pt x="2211705" y="1416844"/>
                      <a:pt x="2206562" y="1411700"/>
                    </a:cubicBezTo>
                    <a:cubicBezTo>
                      <a:pt x="2191988" y="1397127"/>
                      <a:pt x="2173414" y="1396651"/>
                      <a:pt x="2155317" y="1392746"/>
                    </a:cubicBezTo>
                    <a:cubicBezTo>
                      <a:pt x="2144269" y="1390364"/>
                      <a:pt x="2133981" y="1390269"/>
                      <a:pt x="2122932" y="1391888"/>
                    </a:cubicBezTo>
                    <a:cubicBezTo>
                      <a:pt x="2098930" y="1395508"/>
                      <a:pt x="2075593" y="1390364"/>
                      <a:pt x="2052542" y="1383792"/>
                    </a:cubicBezTo>
                    <a:cubicBezTo>
                      <a:pt x="2037302" y="1379411"/>
                      <a:pt x="2021681" y="1376744"/>
                      <a:pt x="2006537" y="1372267"/>
                    </a:cubicBezTo>
                    <a:cubicBezTo>
                      <a:pt x="1995202" y="1368838"/>
                      <a:pt x="1983868" y="1364742"/>
                      <a:pt x="1973486" y="1359218"/>
                    </a:cubicBezTo>
                    <a:cubicBezTo>
                      <a:pt x="1958435" y="1351121"/>
                      <a:pt x="1945292" y="1338929"/>
                      <a:pt x="1926146" y="1342168"/>
                    </a:cubicBezTo>
                    <a:cubicBezTo>
                      <a:pt x="1909286" y="1345025"/>
                      <a:pt x="1894047" y="1339025"/>
                      <a:pt x="1878616" y="1333310"/>
                    </a:cubicBezTo>
                    <a:cubicBezTo>
                      <a:pt x="1867281" y="1329119"/>
                      <a:pt x="1855948" y="1324832"/>
                      <a:pt x="1844231" y="1322165"/>
                    </a:cubicBezTo>
                    <a:cubicBezTo>
                      <a:pt x="1830324" y="1319022"/>
                      <a:pt x="1814608" y="1320356"/>
                      <a:pt x="1802225" y="1314545"/>
                    </a:cubicBezTo>
                    <a:cubicBezTo>
                      <a:pt x="1789271" y="1308449"/>
                      <a:pt x="1778509" y="1312545"/>
                      <a:pt x="1766983" y="1314260"/>
                    </a:cubicBezTo>
                    <a:cubicBezTo>
                      <a:pt x="1748600" y="1316927"/>
                      <a:pt x="1730311" y="1321880"/>
                      <a:pt x="1711738" y="1315593"/>
                    </a:cubicBezTo>
                    <a:cubicBezTo>
                      <a:pt x="1689164" y="1307973"/>
                      <a:pt x="1666780" y="1299782"/>
                      <a:pt x="1644111" y="1292543"/>
                    </a:cubicBezTo>
                    <a:cubicBezTo>
                      <a:pt x="1635347" y="1289780"/>
                      <a:pt x="1625919" y="1288637"/>
                      <a:pt x="1616774" y="1287399"/>
                    </a:cubicBezTo>
                    <a:cubicBezTo>
                      <a:pt x="1608107" y="1286351"/>
                      <a:pt x="1597725" y="1289018"/>
                      <a:pt x="1591056" y="1285018"/>
                    </a:cubicBezTo>
                    <a:cubicBezTo>
                      <a:pt x="1573911" y="1274731"/>
                      <a:pt x="1556291" y="1269683"/>
                      <a:pt x="1536478" y="1269683"/>
                    </a:cubicBezTo>
                    <a:cubicBezTo>
                      <a:pt x="1529048" y="1269683"/>
                      <a:pt x="1521809" y="1265396"/>
                      <a:pt x="1514285" y="1264634"/>
                    </a:cubicBezTo>
                    <a:cubicBezTo>
                      <a:pt x="1503997" y="1263682"/>
                      <a:pt x="1492186" y="1261110"/>
                      <a:pt x="1483233" y="1264730"/>
                    </a:cubicBezTo>
                    <a:cubicBezTo>
                      <a:pt x="1462183" y="1273302"/>
                      <a:pt x="1445134" y="1266158"/>
                      <a:pt x="1426750" y="1257681"/>
                    </a:cubicBezTo>
                    <a:cubicBezTo>
                      <a:pt x="1408652" y="1249299"/>
                      <a:pt x="1389602" y="1242632"/>
                      <a:pt x="1370362" y="1237107"/>
                    </a:cubicBezTo>
                    <a:cubicBezTo>
                      <a:pt x="1363123" y="1235107"/>
                      <a:pt x="1354456" y="1238441"/>
                      <a:pt x="1346454" y="1239107"/>
                    </a:cubicBezTo>
                    <a:cubicBezTo>
                      <a:pt x="1343596" y="1239298"/>
                      <a:pt x="1340453" y="1239584"/>
                      <a:pt x="1337882" y="1238631"/>
                    </a:cubicBezTo>
                    <a:cubicBezTo>
                      <a:pt x="1313022" y="1229487"/>
                      <a:pt x="1287780" y="1222534"/>
                      <a:pt x="1260825" y="1227296"/>
                    </a:cubicBezTo>
                    <a:cubicBezTo>
                      <a:pt x="1258349" y="1227773"/>
                      <a:pt x="1255586" y="1226725"/>
                      <a:pt x="1253109" y="1226058"/>
                    </a:cubicBezTo>
                    <a:cubicBezTo>
                      <a:pt x="1241012" y="1222629"/>
                      <a:pt x="1229201" y="1217200"/>
                      <a:pt x="1216915" y="1215962"/>
                    </a:cubicBezTo>
                    <a:cubicBezTo>
                      <a:pt x="1186625" y="1212914"/>
                      <a:pt x="1156146" y="1211675"/>
                      <a:pt x="1125664" y="1209675"/>
                    </a:cubicBezTo>
                    <a:cubicBezTo>
                      <a:pt x="1123759" y="1209580"/>
                      <a:pt x="1121759" y="1209580"/>
                      <a:pt x="1120045" y="1208913"/>
                    </a:cubicBezTo>
                    <a:cubicBezTo>
                      <a:pt x="1108805" y="1204817"/>
                      <a:pt x="1098995" y="1206151"/>
                      <a:pt x="1089469" y="1213961"/>
                    </a:cubicBezTo>
                    <a:cubicBezTo>
                      <a:pt x="1085278" y="1217390"/>
                      <a:pt x="1079563" y="1219200"/>
                      <a:pt x="1074325" y="1221105"/>
                    </a:cubicBezTo>
                    <a:cubicBezTo>
                      <a:pt x="1066609" y="1223963"/>
                      <a:pt x="1058704" y="1226725"/>
                      <a:pt x="1050703" y="1228535"/>
                    </a:cubicBezTo>
                    <a:cubicBezTo>
                      <a:pt x="1042797" y="1230249"/>
                      <a:pt x="1034320" y="1232630"/>
                      <a:pt x="1026700" y="1231297"/>
                    </a:cubicBezTo>
                    <a:cubicBezTo>
                      <a:pt x="1012984" y="1228916"/>
                      <a:pt x="999934" y="1223582"/>
                      <a:pt x="986409" y="1220057"/>
                    </a:cubicBezTo>
                    <a:cubicBezTo>
                      <a:pt x="981742" y="1218819"/>
                      <a:pt x="976598" y="1219010"/>
                      <a:pt x="971741" y="1218914"/>
                    </a:cubicBezTo>
                    <a:cubicBezTo>
                      <a:pt x="960596" y="1218629"/>
                      <a:pt x="949166" y="1221391"/>
                      <a:pt x="939070" y="1213485"/>
                    </a:cubicBezTo>
                    <a:cubicBezTo>
                      <a:pt x="929736" y="1206056"/>
                      <a:pt x="920305" y="1208246"/>
                      <a:pt x="910495" y="1213866"/>
                    </a:cubicBezTo>
                    <a:cubicBezTo>
                      <a:pt x="903446" y="1217867"/>
                      <a:pt x="895446" y="1221010"/>
                      <a:pt x="887540" y="1222534"/>
                    </a:cubicBezTo>
                    <a:cubicBezTo>
                      <a:pt x="876681" y="1224629"/>
                      <a:pt x="865918" y="1225487"/>
                      <a:pt x="854202" y="1224248"/>
                    </a:cubicBezTo>
                    <a:cubicBezTo>
                      <a:pt x="845915" y="1223391"/>
                      <a:pt x="839152" y="1223010"/>
                      <a:pt x="832675" y="1217962"/>
                    </a:cubicBezTo>
                    <a:cubicBezTo>
                      <a:pt x="831628" y="1217200"/>
                      <a:pt x="829723" y="1217009"/>
                      <a:pt x="828294" y="1217105"/>
                    </a:cubicBezTo>
                    <a:cubicBezTo>
                      <a:pt x="809530" y="1218724"/>
                      <a:pt x="790956" y="1217867"/>
                      <a:pt x="772001" y="1216723"/>
                    </a:cubicBezTo>
                    <a:cubicBezTo>
                      <a:pt x="747904" y="1215200"/>
                      <a:pt x="722566" y="1219676"/>
                      <a:pt x="701707" y="1235678"/>
                    </a:cubicBezTo>
                    <a:cubicBezTo>
                      <a:pt x="698659" y="1238060"/>
                      <a:pt x="694087" y="1239107"/>
                      <a:pt x="690086" y="1239679"/>
                    </a:cubicBezTo>
                    <a:cubicBezTo>
                      <a:pt x="671227" y="1242155"/>
                      <a:pt x="652272" y="1243870"/>
                      <a:pt x="633412" y="1246632"/>
                    </a:cubicBezTo>
                    <a:cubicBezTo>
                      <a:pt x="623125" y="1248156"/>
                      <a:pt x="612362" y="1249490"/>
                      <a:pt x="603028" y="1253681"/>
                    </a:cubicBezTo>
                    <a:cubicBezTo>
                      <a:pt x="593885" y="1257776"/>
                      <a:pt x="586549" y="1262634"/>
                      <a:pt x="581120" y="1254062"/>
                    </a:cubicBezTo>
                    <a:cubicBezTo>
                      <a:pt x="571406" y="1258634"/>
                      <a:pt x="562927" y="1262444"/>
                      <a:pt x="554642" y="1266539"/>
                    </a:cubicBezTo>
                    <a:cubicBezTo>
                      <a:pt x="551593" y="1268063"/>
                      <a:pt x="549021" y="1270540"/>
                      <a:pt x="545973" y="1271969"/>
                    </a:cubicBezTo>
                    <a:cubicBezTo>
                      <a:pt x="542734" y="1273493"/>
                      <a:pt x="539115" y="1274445"/>
                      <a:pt x="535591" y="1275207"/>
                    </a:cubicBezTo>
                    <a:cubicBezTo>
                      <a:pt x="519874" y="1278636"/>
                      <a:pt x="504158" y="1281779"/>
                      <a:pt x="488538" y="1285494"/>
                    </a:cubicBezTo>
                    <a:cubicBezTo>
                      <a:pt x="485489" y="1286256"/>
                      <a:pt x="482917" y="1289304"/>
                      <a:pt x="480155" y="1291304"/>
                    </a:cubicBezTo>
                    <a:cubicBezTo>
                      <a:pt x="478345" y="1292638"/>
                      <a:pt x="476536" y="1294638"/>
                      <a:pt x="474535" y="1294924"/>
                    </a:cubicBezTo>
                    <a:cubicBezTo>
                      <a:pt x="459295" y="1297210"/>
                      <a:pt x="444151" y="1299877"/>
                      <a:pt x="428816" y="1301020"/>
                    </a:cubicBezTo>
                    <a:cubicBezTo>
                      <a:pt x="415957" y="1301972"/>
                      <a:pt x="403574" y="1301687"/>
                      <a:pt x="400241" y="1318260"/>
                    </a:cubicBezTo>
                    <a:cubicBezTo>
                      <a:pt x="399669" y="1321118"/>
                      <a:pt x="395573" y="1324166"/>
                      <a:pt x="392431" y="1325594"/>
                    </a:cubicBezTo>
                    <a:cubicBezTo>
                      <a:pt x="383477" y="1329690"/>
                      <a:pt x="373951" y="1332452"/>
                      <a:pt x="365093" y="1336643"/>
                    </a:cubicBezTo>
                    <a:cubicBezTo>
                      <a:pt x="336042" y="1350645"/>
                      <a:pt x="305658" y="1359503"/>
                      <a:pt x="273177" y="1357884"/>
                    </a:cubicBezTo>
                    <a:cubicBezTo>
                      <a:pt x="263081" y="1357408"/>
                      <a:pt x="253270" y="1352264"/>
                      <a:pt x="246888" y="1350359"/>
                    </a:cubicBezTo>
                    <a:cubicBezTo>
                      <a:pt x="228506" y="1357884"/>
                      <a:pt x="213075" y="1365123"/>
                      <a:pt x="196977" y="1370552"/>
                    </a:cubicBezTo>
                    <a:cubicBezTo>
                      <a:pt x="182785" y="1375410"/>
                      <a:pt x="167926" y="1378458"/>
                      <a:pt x="153352" y="1381982"/>
                    </a:cubicBezTo>
                    <a:cubicBezTo>
                      <a:pt x="148018" y="1383316"/>
                      <a:pt x="142589" y="1384078"/>
                      <a:pt x="137160" y="1384745"/>
                    </a:cubicBezTo>
                    <a:cubicBezTo>
                      <a:pt x="120206" y="1386840"/>
                      <a:pt x="102489" y="1381792"/>
                      <a:pt x="85917" y="1389793"/>
                    </a:cubicBezTo>
                    <a:cubicBezTo>
                      <a:pt x="77248" y="1393984"/>
                      <a:pt x="68675" y="1399032"/>
                      <a:pt x="59532" y="1401223"/>
                    </a:cubicBezTo>
                    <a:cubicBezTo>
                      <a:pt x="49721" y="1403604"/>
                      <a:pt x="40124" y="1407319"/>
                      <a:pt x="30325" y="1409974"/>
                    </a:cubicBezTo>
                    <a:lnTo>
                      <a:pt x="0" y="1412360"/>
                    </a:lnTo>
                    <a:lnTo>
                      <a:pt x="0" y="1058622"/>
                    </a:lnTo>
                    <a:lnTo>
                      <a:pt x="17145" y="1060228"/>
                    </a:lnTo>
                    <a:cubicBezTo>
                      <a:pt x="26480" y="1061561"/>
                      <a:pt x="35528" y="1066133"/>
                      <a:pt x="44672" y="1066324"/>
                    </a:cubicBezTo>
                    <a:cubicBezTo>
                      <a:pt x="59055" y="1066610"/>
                      <a:pt x="71819" y="1068419"/>
                      <a:pt x="84677" y="1076230"/>
                    </a:cubicBezTo>
                    <a:cubicBezTo>
                      <a:pt x="104108" y="1087946"/>
                      <a:pt x="120110" y="1082993"/>
                      <a:pt x="132017" y="1064990"/>
                    </a:cubicBezTo>
                    <a:cubicBezTo>
                      <a:pt x="133255" y="1063181"/>
                      <a:pt x="134874" y="1060799"/>
                      <a:pt x="136779" y="1060323"/>
                    </a:cubicBezTo>
                    <a:cubicBezTo>
                      <a:pt x="153639" y="1056132"/>
                      <a:pt x="170974" y="1048131"/>
                      <a:pt x="187547" y="1049179"/>
                    </a:cubicBezTo>
                    <a:cubicBezTo>
                      <a:pt x="216789" y="1051084"/>
                      <a:pt x="244316" y="1048798"/>
                      <a:pt x="270891" y="1036415"/>
                    </a:cubicBezTo>
                    <a:cubicBezTo>
                      <a:pt x="272510" y="1035653"/>
                      <a:pt x="274987" y="1034891"/>
                      <a:pt x="276320" y="1035558"/>
                    </a:cubicBezTo>
                    <a:cubicBezTo>
                      <a:pt x="292322" y="1043845"/>
                      <a:pt x="309848" y="1050417"/>
                      <a:pt x="323755" y="1061561"/>
                    </a:cubicBezTo>
                    <a:cubicBezTo>
                      <a:pt x="336995" y="1072134"/>
                      <a:pt x="352997" y="1072229"/>
                      <a:pt x="361855" y="1057942"/>
                    </a:cubicBezTo>
                    <a:cubicBezTo>
                      <a:pt x="366236" y="1050893"/>
                      <a:pt x="372332" y="1042702"/>
                      <a:pt x="379571" y="1039939"/>
                    </a:cubicBezTo>
                    <a:cubicBezTo>
                      <a:pt x="395954" y="1033653"/>
                      <a:pt x="413481" y="1030414"/>
                      <a:pt x="430530" y="1025747"/>
                    </a:cubicBezTo>
                    <a:cubicBezTo>
                      <a:pt x="451581" y="1020032"/>
                      <a:pt x="472345" y="1020032"/>
                      <a:pt x="493300" y="1027176"/>
                    </a:cubicBezTo>
                    <a:cubicBezTo>
                      <a:pt x="508064" y="1032224"/>
                      <a:pt x="523113" y="1032224"/>
                      <a:pt x="537782" y="1025366"/>
                    </a:cubicBezTo>
                    <a:cubicBezTo>
                      <a:pt x="545687" y="1021652"/>
                      <a:pt x="553784" y="1017842"/>
                      <a:pt x="562166" y="1015746"/>
                    </a:cubicBezTo>
                    <a:cubicBezTo>
                      <a:pt x="567595" y="1014412"/>
                      <a:pt x="573881" y="1015651"/>
                      <a:pt x="579596" y="1016699"/>
                    </a:cubicBezTo>
                    <a:cubicBezTo>
                      <a:pt x="590645" y="1018794"/>
                      <a:pt x="602075" y="1025176"/>
                      <a:pt x="612362" y="1023557"/>
                    </a:cubicBezTo>
                    <a:cubicBezTo>
                      <a:pt x="647891" y="1017842"/>
                      <a:pt x="681419" y="1031272"/>
                      <a:pt x="716090" y="1031653"/>
                    </a:cubicBezTo>
                    <a:cubicBezTo>
                      <a:pt x="731806" y="1031843"/>
                      <a:pt x="747332" y="1034891"/>
                      <a:pt x="758381" y="1018985"/>
                    </a:cubicBezTo>
                    <a:cubicBezTo>
                      <a:pt x="759809" y="1016889"/>
                      <a:pt x="766763" y="1018032"/>
                      <a:pt x="771049" y="1018699"/>
                    </a:cubicBezTo>
                    <a:cubicBezTo>
                      <a:pt x="780574" y="1020128"/>
                      <a:pt x="790004" y="1023747"/>
                      <a:pt x="799433" y="1023652"/>
                    </a:cubicBezTo>
                    <a:cubicBezTo>
                      <a:pt x="818960" y="1023557"/>
                      <a:pt x="838581" y="1022033"/>
                      <a:pt x="858012" y="1020318"/>
                    </a:cubicBezTo>
                    <a:cubicBezTo>
                      <a:pt x="865346" y="1019651"/>
                      <a:pt x="872395" y="1017080"/>
                      <a:pt x="879634" y="1015270"/>
                    </a:cubicBezTo>
                    <a:cubicBezTo>
                      <a:pt x="883634" y="1014222"/>
                      <a:pt x="887921" y="1011460"/>
                      <a:pt x="891635" y="1012031"/>
                    </a:cubicBezTo>
                    <a:cubicBezTo>
                      <a:pt x="913162" y="1015365"/>
                      <a:pt x="932879" y="1007174"/>
                      <a:pt x="953262" y="1003078"/>
                    </a:cubicBezTo>
                    <a:cubicBezTo>
                      <a:pt x="962692" y="1001173"/>
                      <a:pt x="971550" y="996601"/>
                      <a:pt x="980694" y="993458"/>
                    </a:cubicBezTo>
                    <a:cubicBezTo>
                      <a:pt x="983075" y="992600"/>
                      <a:pt x="985742" y="991838"/>
                      <a:pt x="988124" y="992029"/>
                    </a:cubicBezTo>
                    <a:cubicBezTo>
                      <a:pt x="1001744" y="993172"/>
                      <a:pt x="1015270" y="994791"/>
                      <a:pt x="1028795" y="996029"/>
                    </a:cubicBezTo>
                    <a:cubicBezTo>
                      <a:pt x="1041083" y="997172"/>
                      <a:pt x="1053465" y="997553"/>
                      <a:pt x="1059275" y="1011555"/>
                    </a:cubicBezTo>
                    <a:cubicBezTo>
                      <a:pt x="1060133" y="1013746"/>
                      <a:pt x="1062990" y="1015365"/>
                      <a:pt x="1065181" y="1016794"/>
                    </a:cubicBezTo>
                    <a:cubicBezTo>
                      <a:pt x="1098995" y="1038797"/>
                      <a:pt x="1117092" y="1038225"/>
                      <a:pt x="1150144" y="1014984"/>
                    </a:cubicBezTo>
                    <a:cubicBezTo>
                      <a:pt x="1153573" y="1012603"/>
                      <a:pt x="1160907" y="1010888"/>
                      <a:pt x="1163193" y="1012793"/>
                    </a:cubicBezTo>
                    <a:cubicBezTo>
                      <a:pt x="1182624" y="1028605"/>
                      <a:pt x="1203865" y="1026890"/>
                      <a:pt x="1226249" y="1021937"/>
                    </a:cubicBezTo>
                    <a:cubicBezTo>
                      <a:pt x="1232059" y="1020604"/>
                      <a:pt x="1240251" y="1020604"/>
                      <a:pt x="1244632" y="1023747"/>
                    </a:cubicBezTo>
                    <a:cubicBezTo>
                      <a:pt x="1265492" y="1038320"/>
                      <a:pt x="1287876" y="1036225"/>
                      <a:pt x="1310545" y="1031939"/>
                    </a:cubicBezTo>
                    <a:cubicBezTo>
                      <a:pt x="1314069" y="1031272"/>
                      <a:pt x="1318356" y="1027652"/>
                      <a:pt x="1319879" y="1024319"/>
                    </a:cubicBezTo>
                    <a:cubicBezTo>
                      <a:pt x="1325309" y="1012508"/>
                      <a:pt x="1335501" y="1008507"/>
                      <a:pt x="1346740" y="1005173"/>
                    </a:cubicBezTo>
                    <a:cubicBezTo>
                      <a:pt x="1364457" y="999744"/>
                      <a:pt x="1381887" y="993362"/>
                      <a:pt x="1399699" y="988219"/>
                    </a:cubicBezTo>
                    <a:cubicBezTo>
                      <a:pt x="1404081" y="986981"/>
                      <a:pt x="1409510" y="987743"/>
                      <a:pt x="1414082" y="989171"/>
                    </a:cubicBezTo>
                    <a:cubicBezTo>
                      <a:pt x="1429703" y="994029"/>
                      <a:pt x="1439609" y="1006221"/>
                      <a:pt x="1450467" y="1017461"/>
                    </a:cubicBezTo>
                    <a:cubicBezTo>
                      <a:pt x="1455230" y="1022414"/>
                      <a:pt x="1461802" y="1025938"/>
                      <a:pt x="1468184" y="1028795"/>
                    </a:cubicBezTo>
                    <a:cubicBezTo>
                      <a:pt x="1484757" y="1036130"/>
                      <a:pt x="1501712" y="1042702"/>
                      <a:pt x="1518476" y="1049655"/>
                    </a:cubicBezTo>
                    <a:cubicBezTo>
                      <a:pt x="1520095" y="1050322"/>
                      <a:pt x="1521428" y="1052036"/>
                      <a:pt x="1522667" y="1053465"/>
                    </a:cubicBezTo>
                    <a:cubicBezTo>
                      <a:pt x="1535049" y="1068515"/>
                      <a:pt x="1547336" y="1083659"/>
                      <a:pt x="1559814" y="1098709"/>
                    </a:cubicBezTo>
                    <a:cubicBezTo>
                      <a:pt x="1562195" y="1101566"/>
                      <a:pt x="1565625" y="1103662"/>
                      <a:pt x="1568196" y="1106424"/>
                    </a:cubicBezTo>
                    <a:cubicBezTo>
                      <a:pt x="1571816" y="1110234"/>
                      <a:pt x="1576388" y="1113854"/>
                      <a:pt x="1578293" y="1118426"/>
                    </a:cubicBezTo>
                    <a:cubicBezTo>
                      <a:pt x="1584198" y="1132808"/>
                      <a:pt x="1595533" y="1139000"/>
                      <a:pt x="1609820" y="1141667"/>
                    </a:cubicBezTo>
                    <a:cubicBezTo>
                      <a:pt x="1622870" y="1144143"/>
                      <a:pt x="1635919" y="1146239"/>
                      <a:pt x="1648873" y="1149096"/>
                    </a:cubicBezTo>
                    <a:cubicBezTo>
                      <a:pt x="1664684" y="1152525"/>
                      <a:pt x="1680401" y="1156240"/>
                      <a:pt x="1696022" y="1160431"/>
                    </a:cubicBezTo>
                    <a:cubicBezTo>
                      <a:pt x="1702784" y="1162241"/>
                      <a:pt x="1709928" y="1164336"/>
                      <a:pt x="1715739" y="1168051"/>
                    </a:cubicBezTo>
                    <a:cubicBezTo>
                      <a:pt x="1732026" y="1178338"/>
                      <a:pt x="1749457" y="1185291"/>
                      <a:pt x="1768602" y="1182529"/>
                    </a:cubicBezTo>
                    <a:cubicBezTo>
                      <a:pt x="1783937" y="1180338"/>
                      <a:pt x="1796796" y="1185958"/>
                      <a:pt x="1806321" y="1194721"/>
                    </a:cubicBezTo>
                    <a:cubicBezTo>
                      <a:pt x="1823657" y="1210628"/>
                      <a:pt x="1842230" y="1207008"/>
                      <a:pt x="1860709" y="1201865"/>
                    </a:cubicBezTo>
                    <a:cubicBezTo>
                      <a:pt x="1870234" y="1199198"/>
                      <a:pt x="1878044" y="1199579"/>
                      <a:pt x="1887093" y="1202150"/>
                    </a:cubicBezTo>
                    <a:cubicBezTo>
                      <a:pt x="1908048" y="1208151"/>
                      <a:pt x="1922050" y="1224439"/>
                      <a:pt x="1935575" y="1238726"/>
                    </a:cubicBezTo>
                    <a:cubicBezTo>
                      <a:pt x="1947101" y="1250918"/>
                      <a:pt x="1960055" y="1257776"/>
                      <a:pt x="1974247" y="1262920"/>
                    </a:cubicBezTo>
                    <a:cubicBezTo>
                      <a:pt x="1992154" y="1269492"/>
                      <a:pt x="2006346" y="1267016"/>
                      <a:pt x="2014919" y="1251204"/>
                    </a:cubicBezTo>
                    <a:cubicBezTo>
                      <a:pt x="2017300" y="1246727"/>
                      <a:pt x="2021491" y="1241488"/>
                      <a:pt x="2025968" y="1240155"/>
                    </a:cubicBezTo>
                    <a:cubicBezTo>
                      <a:pt x="2047589" y="1233488"/>
                      <a:pt x="2069497" y="1223772"/>
                      <a:pt x="2092643" y="1229678"/>
                    </a:cubicBezTo>
                    <a:cubicBezTo>
                      <a:pt x="2124647" y="1237774"/>
                      <a:pt x="2155889" y="1237298"/>
                      <a:pt x="2187893" y="1229297"/>
                    </a:cubicBezTo>
                    <a:cubicBezTo>
                      <a:pt x="2239804" y="1216343"/>
                      <a:pt x="2291715" y="1202627"/>
                      <a:pt x="2346294" y="1205484"/>
                    </a:cubicBezTo>
                    <a:cubicBezTo>
                      <a:pt x="2355342" y="1205960"/>
                      <a:pt x="2366105" y="1200150"/>
                      <a:pt x="2373916" y="1194435"/>
                    </a:cubicBezTo>
                    <a:cubicBezTo>
                      <a:pt x="2388870" y="1183577"/>
                      <a:pt x="2388203" y="1182719"/>
                      <a:pt x="2404967" y="1191673"/>
                    </a:cubicBezTo>
                    <a:cubicBezTo>
                      <a:pt x="2408968" y="1193864"/>
                      <a:pt x="2413921" y="1195197"/>
                      <a:pt x="2416874" y="1198436"/>
                    </a:cubicBezTo>
                    <a:cubicBezTo>
                      <a:pt x="2431923" y="1214914"/>
                      <a:pt x="2450497" y="1210913"/>
                      <a:pt x="2468975" y="1208532"/>
                    </a:cubicBezTo>
                    <a:cubicBezTo>
                      <a:pt x="2472214" y="1208056"/>
                      <a:pt x="2476119" y="1207389"/>
                      <a:pt x="2478882" y="1208723"/>
                    </a:cubicBezTo>
                    <a:cubicBezTo>
                      <a:pt x="2491359" y="1214723"/>
                      <a:pt x="2501932" y="1212628"/>
                      <a:pt x="2512791" y="1204436"/>
                    </a:cubicBezTo>
                    <a:cubicBezTo>
                      <a:pt x="2522220" y="1197388"/>
                      <a:pt x="2533079" y="1193197"/>
                      <a:pt x="2544223" y="1201960"/>
                    </a:cubicBezTo>
                    <a:cubicBezTo>
                      <a:pt x="2568988" y="1221391"/>
                      <a:pt x="2595467" y="1222343"/>
                      <a:pt x="2623471" y="1210056"/>
                    </a:cubicBezTo>
                    <a:cubicBezTo>
                      <a:pt x="2643473" y="1201293"/>
                      <a:pt x="2663190" y="1199293"/>
                      <a:pt x="2684241" y="1208151"/>
                    </a:cubicBezTo>
                    <a:cubicBezTo>
                      <a:pt x="2692337" y="1211580"/>
                      <a:pt x="2702814" y="1209294"/>
                      <a:pt x="2712244" y="1210056"/>
                    </a:cubicBezTo>
                    <a:cubicBezTo>
                      <a:pt x="2717578" y="1210437"/>
                      <a:pt x="2723484" y="1210532"/>
                      <a:pt x="2728055" y="1212914"/>
                    </a:cubicBezTo>
                    <a:cubicBezTo>
                      <a:pt x="2740248" y="1219010"/>
                      <a:pt x="2751582" y="1226820"/>
                      <a:pt x="2763869" y="1232821"/>
                    </a:cubicBezTo>
                    <a:cubicBezTo>
                      <a:pt x="2769775" y="1235678"/>
                      <a:pt x="2776823" y="1237202"/>
                      <a:pt x="2783491" y="1237298"/>
                    </a:cubicBezTo>
                    <a:cubicBezTo>
                      <a:pt x="2803208" y="1237774"/>
                      <a:pt x="2822925" y="1237774"/>
                      <a:pt x="2842546" y="1236917"/>
                    </a:cubicBezTo>
                    <a:cubicBezTo>
                      <a:pt x="2874931" y="1235583"/>
                      <a:pt x="2907792" y="1235297"/>
                      <a:pt x="2931128" y="1206913"/>
                    </a:cubicBezTo>
                    <a:cubicBezTo>
                      <a:pt x="2933034" y="1204627"/>
                      <a:pt x="2937129" y="1203293"/>
                      <a:pt x="2940368" y="1202912"/>
                    </a:cubicBezTo>
                    <a:cubicBezTo>
                      <a:pt x="2955322" y="1201103"/>
                      <a:pt x="2970657" y="1200912"/>
                      <a:pt x="2985421" y="1197959"/>
                    </a:cubicBezTo>
                    <a:cubicBezTo>
                      <a:pt x="2997232" y="1195578"/>
                      <a:pt x="3007043" y="1196340"/>
                      <a:pt x="3015996" y="1204722"/>
                    </a:cubicBezTo>
                    <a:cubicBezTo>
                      <a:pt x="3027712" y="1215771"/>
                      <a:pt x="3042000" y="1222248"/>
                      <a:pt x="3057621" y="1218724"/>
                    </a:cubicBezTo>
                    <a:cubicBezTo>
                      <a:pt x="3073241" y="1215295"/>
                      <a:pt x="3083528" y="1222724"/>
                      <a:pt x="3095054" y="1230440"/>
                    </a:cubicBezTo>
                    <a:cubicBezTo>
                      <a:pt x="3103436" y="1236059"/>
                      <a:pt x="3112961" y="1243108"/>
                      <a:pt x="3122295" y="1243679"/>
                    </a:cubicBezTo>
                    <a:cubicBezTo>
                      <a:pt x="3143441" y="1244917"/>
                      <a:pt x="3161634" y="1264539"/>
                      <a:pt x="3184589" y="1253395"/>
                    </a:cubicBezTo>
                    <a:cubicBezTo>
                      <a:pt x="3186113" y="1252633"/>
                      <a:pt x="3188875" y="1254538"/>
                      <a:pt x="3191066" y="1255014"/>
                    </a:cubicBezTo>
                    <a:cubicBezTo>
                      <a:pt x="3208592" y="1258634"/>
                      <a:pt x="3225070" y="1255109"/>
                      <a:pt x="3237929" y="1243203"/>
                    </a:cubicBezTo>
                    <a:cubicBezTo>
                      <a:pt x="3254788" y="1227677"/>
                      <a:pt x="3273457" y="1226153"/>
                      <a:pt x="3294221" y="1231202"/>
                    </a:cubicBezTo>
                    <a:cubicBezTo>
                      <a:pt x="3300889" y="1232821"/>
                      <a:pt x="3307557" y="1233964"/>
                      <a:pt x="3314319" y="1235297"/>
                    </a:cubicBezTo>
                    <a:cubicBezTo>
                      <a:pt x="3323463" y="1237202"/>
                      <a:pt x="3332703" y="1239203"/>
                      <a:pt x="3341846" y="1241108"/>
                    </a:cubicBezTo>
                    <a:cubicBezTo>
                      <a:pt x="3350705" y="1243013"/>
                      <a:pt x="3360516" y="1246251"/>
                      <a:pt x="3367373" y="1238060"/>
                    </a:cubicBezTo>
                    <a:cubicBezTo>
                      <a:pt x="3373279" y="1231011"/>
                      <a:pt x="3377470" y="1231678"/>
                      <a:pt x="3382899" y="1237774"/>
                    </a:cubicBezTo>
                    <a:cubicBezTo>
                      <a:pt x="3401759" y="1259110"/>
                      <a:pt x="3424619" y="1272445"/>
                      <a:pt x="3453765" y="1273397"/>
                    </a:cubicBezTo>
                    <a:cubicBezTo>
                      <a:pt x="3459766" y="1273588"/>
                      <a:pt x="3465862" y="1274921"/>
                      <a:pt x="3471767" y="1276350"/>
                    </a:cubicBezTo>
                    <a:cubicBezTo>
                      <a:pt x="3475387" y="1277207"/>
                      <a:pt x="3479769" y="1278160"/>
                      <a:pt x="3481959" y="1280732"/>
                    </a:cubicBezTo>
                    <a:cubicBezTo>
                      <a:pt x="3499009" y="1300353"/>
                      <a:pt x="3520250" y="1313974"/>
                      <a:pt x="3543396" y="1324928"/>
                    </a:cubicBezTo>
                    <a:cubicBezTo>
                      <a:pt x="3551682" y="1328833"/>
                      <a:pt x="3560541" y="1332738"/>
                      <a:pt x="3569494" y="1333881"/>
                    </a:cubicBezTo>
                    <a:cubicBezTo>
                      <a:pt x="3578828" y="1335024"/>
                      <a:pt x="3588639" y="1333119"/>
                      <a:pt x="3598164" y="1332071"/>
                    </a:cubicBezTo>
                    <a:cubicBezTo>
                      <a:pt x="3603784" y="1331500"/>
                      <a:pt x="3610261" y="1331595"/>
                      <a:pt x="3614738" y="1328833"/>
                    </a:cubicBezTo>
                    <a:cubicBezTo>
                      <a:pt x="3628930" y="1320165"/>
                      <a:pt x="3642646" y="1310831"/>
                      <a:pt x="3655886" y="1300734"/>
                    </a:cubicBezTo>
                    <a:cubicBezTo>
                      <a:pt x="3667221" y="1292066"/>
                      <a:pt x="3669507" y="1290828"/>
                      <a:pt x="3679317" y="1301687"/>
                    </a:cubicBezTo>
                    <a:cubicBezTo>
                      <a:pt x="3689414" y="1312831"/>
                      <a:pt x="3701987" y="1318641"/>
                      <a:pt x="3715893" y="1321022"/>
                    </a:cubicBezTo>
                    <a:cubicBezTo>
                      <a:pt x="3737896" y="1324737"/>
                      <a:pt x="3760089" y="1327880"/>
                      <a:pt x="3782282" y="1329690"/>
                    </a:cubicBezTo>
                    <a:cubicBezTo>
                      <a:pt x="3802380" y="1331309"/>
                      <a:pt x="3812000" y="1322546"/>
                      <a:pt x="3816001" y="1302639"/>
                    </a:cubicBezTo>
                    <a:cubicBezTo>
                      <a:pt x="3818287" y="1291590"/>
                      <a:pt x="3821240" y="1279588"/>
                      <a:pt x="3833431" y="1276636"/>
                    </a:cubicBezTo>
                    <a:cubicBezTo>
                      <a:pt x="3853339" y="1271873"/>
                      <a:pt x="3874008" y="1269778"/>
                      <a:pt x="3883819" y="1246442"/>
                    </a:cubicBezTo>
                    <a:cubicBezTo>
                      <a:pt x="3889248" y="1251585"/>
                      <a:pt x="3892582" y="1254633"/>
                      <a:pt x="3895821" y="1257681"/>
                    </a:cubicBezTo>
                    <a:cubicBezTo>
                      <a:pt x="3904774" y="1266158"/>
                      <a:pt x="3923347" y="1269778"/>
                      <a:pt x="3932778" y="1262444"/>
                    </a:cubicBezTo>
                    <a:cubicBezTo>
                      <a:pt x="3946684" y="1251776"/>
                      <a:pt x="3959448" y="1253776"/>
                      <a:pt x="3972782" y="1262063"/>
                    </a:cubicBezTo>
                    <a:cubicBezTo>
                      <a:pt x="3995071" y="1275779"/>
                      <a:pt x="4019931" y="1272635"/>
                      <a:pt x="4042505" y="1267111"/>
                    </a:cubicBezTo>
                    <a:cubicBezTo>
                      <a:pt x="4059555" y="1263015"/>
                      <a:pt x="4077748" y="1255490"/>
                      <a:pt x="4088892" y="1238250"/>
                    </a:cubicBezTo>
                    <a:cubicBezTo>
                      <a:pt x="4092416" y="1232726"/>
                      <a:pt x="4100322" y="1229963"/>
                      <a:pt x="4106609" y="1226344"/>
                    </a:cubicBezTo>
                    <a:cubicBezTo>
                      <a:pt x="4111848" y="1223391"/>
                      <a:pt x="4117372" y="1220629"/>
                      <a:pt x="4123182" y="1218724"/>
                    </a:cubicBezTo>
                    <a:cubicBezTo>
                      <a:pt x="4129373" y="1216628"/>
                      <a:pt x="4136232" y="1213580"/>
                      <a:pt x="4142328" y="1214438"/>
                    </a:cubicBezTo>
                    <a:cubicBezTo>
                      <a:pt x="4160806" y="1216914"/>
                      <a:pt x="4175475" y="1212056"/>
                      <a:pt x="4188524" y="1198245"/>
                    </a:cubicBezTo>
                    <a:cubicBezTo>
                      <a:pt x="4195287" y="1191101"/>
                      <a:pt x="4205288" y="1182434"/>
                      <a:pt x="4213860" y="1182338"/>
                    </a:cubicBezTo>
                    <a:cubicBezTo>
                      <a:pt x="4234720" y="1182053"/>
                      <a:pt x="4252055" y="1175195"/>
                      <a:pt x="4270820" y="1167003"/>
                    </a:cubicBezTo>
                    <a:cubicBezTo>
                      <a:pt x="4282916" y="1161764"/>
                      <a:pt x="4296632" y="1158145"/>
                      <a:pt x="4309587" y="1153287"/>
                    </a:cubicBezTo>
                    <a:cubicBezTo>
                      <a:pt x="4324731" y="1147572"/>
                      <a:pt x="4341210" y="1145477"/>
                      <a:pt x="4350449" y="1129665"/>
                    </a:cubicBezTo>
                    <a:cubicBezTo>
                      <a:pt x="4351496" y="1127951"/>
                      <a:pt x="4354640" y="1127665"/>
                      <a:pt x="4356164" y="1126046"/>
                    </a:cubicBezTo>
                    <a:cubicBezTo>
                      <a:pt x="4361021" y="1121093"/>
                      <a:pt x="4367308" y="1116521"/>
                      <a:pt x="4369880" y="1110520"/>
                    </a:cubicBezTo>
                    <a:cubicBezTo>
                      <a:pt x="4377309" y="1092994"/>
                      <a:pt x="4383119" y="1074896"/>
                      <a:pt x="4389787" y="1057085"/>
                    </a:cubicBezTo>
                    <a:cubicBezTo>
                      <a:pt x="4391216" y="1053275"/>
                      <a:pt x="4392549" y="1048417"/>
                      <a:pt x="4395502" y="1046226"/>
                    </a:cubicBezTo>
                    <a:cubicBezTo>
                      <a:pt x="4412552" y="1033653"/>
                      <a:pt x="4429888" y="1021556"/>
                      <a:pt x="4447413" y="1009650"/>
                    </a:cubicBezTo>
                    <a:cubicBezTo>
                      <a:pt x="4454462" y="1004887"/>
                      <a:pt x="4460367" y="1007555"/>
                      <a:pt x="4466654" y="1013079"/>
                    </a:cubicBezTo>
                    <a:cubicBezTo>
                      <a:pt x="4472750" y="1018318"/>
                      <a:pt x="4480275" y="1023747"/>
                      <a:pt x="4487894" y="1025081"/>
                    </a:cubicBezTo>
                    <a:cubicBezTo>
                      <a:pt x="4503135" y="1027652"/>
                      <a:pt x="4518946" y="1028224"/>
                      <a:pt x="4534472" y="1028224"/>
                    </a:cubicBezTo>
                    <a:cubicBezTo>
                      <a:pt x="4540282" y="1028224"/>
                      <a:pt x="4546473" y="1024795"/>
                      <a:pt x="4551903" y="1022033"/>
                    </a:cubicBezTo>
                    <a:cubicBezTo>
                      <a:pt x="4562189" y="1016794"/>
                      <a:pt x="4571714" y="1009745"/>
                      <a:pt x="4582382" y="1005364"/>
                    </a:cubicBezTo>
                    <a:cubicBezTo>
                      <a:pt x="4594765" y="1000316"/>
                      <a:pt x="4602194" y="992219"/>
                      <a:pt x="4605909" y="979551"/>
                    </a:cubicBezTo>
                    <a:cubicBezTo>
                      <a:pt x="4611434" y="960692"/>
                      <a:pt x="4624579" y="947547"/>
                      <a:pt x="4640104" y="936879"/>
                    </a:cubicBezTo>
                    <a:cubicBezTo>
                      <a:pt x="4659821" y="923258"/>
                      <a:pt x="4683348" y="923925"/>
                      <a:pt x="4705731" y="920591"/>
                    </a:cubicBezTo>
                    <a:cubicBezTo>
                      <a:pt x="4714304" y="919353"/>
                      <a:pt x="4723162" y="918305"/>
                      <a:pt x="4730973" y="915162"/>
                    </a:cubicBezTo>
                    <a:cubicBezTo>
                      <a:pt x="4760595" y="903351"/>
                      <a:pt x="4790218" y="892112"/>
                      <a:pt x="4822794" y="892397"/>
                    </a:cubicBezTo>
                    <a:cubicBezTo>
                      <a:pt x="4825460" y="892397"/>
                      <a:pt x="4828128" y="892112"/>
                      <a:pt x="4830794" y="891635"/>
                    </a:cubicBezTo>
                    <a:cubicBezTo>
                      <a:pt x="4853940" y="887730"/>
                      <a:pt x="4877848" y="886206"/>
                      <a:pt x="4894421" y="865442"/>
                    </a:cubicBezTo>
                    <a:cubicBezTo>
                      <a:pt x="4897469" y="861632"/>
                      <a:pt x="4904422" y="860489"/>
                      <a:pt x="4909756" y="858964"/>
                    </a:cubicBezTo>
                    <a:cubicBezTo>
                      <a:pt x="4918996" y="856488"/>
                      <a:pt x="4925188" y="851440"/>
                      <a:pt x="4928521" y="842391"/>
                    </a:cubicBezTo>
                    <a:cubicBezTo>
                      <a:pt x="4934141" y="826770"/>
                      <a:pt x="4940808" y="811435"/>
                      <a:pt x="4945857" y="795623"/>
                    </a:cubicBezTo>
                    <a:cubicBezTo>
                      <a:pt x="4949381" y="784765"/>
                      <a:pt x="4955953" y="778764"/>
                      <a:pt x="4966145" y="774287"/>
                    </a:cubicBezTo>
                    <a:cubicBezTo>
                      <a:pt x="4971860" y="771811"/>
                      <a:pt x="4976813" y="766382"/>
                      <a:pt x="4980909" y="761333"/>
                    </a:cubicBezTo>
                    <a:cubicBezTo>
                      <a:pt x="4985862" y="755237"/>
                      <a:pt x="4988433" y="747141"/>
                      <a:pt x="4993862" y="741712"/>
                    </a:cubicBezTo>
                    <a:cubicBezTo>
                      <a:pt x="5007102" y="728186"/>
                      <a:pt x="5011198" y="713232"/>
                      <a:pt x="5006816" y="694754"/>
                    </a:cubicBezTo>
                    <a:cubicBezTo>
                      <a:pt x="5002911" y="678371"/>
                      <a:pt x="5013198" y="656463"/>
                      <a:pt x="5026724" y="653129"/>
                    </a:cubicBezTo>
                    <a:cubicBezTo>
                      <a:pt x="5041678" y="649414"/>
                      <a:pt x="5051965" y="640271"/>
                      <a:pt x="5062538" y="630079"/>
                    </a:cubicBezTo>
                    <a:cubicBezTo>
                      <a:pt x="5068443" y="624364"/>
                      <a:pt x="5076730" y="619411"/>
                      <a:pt x="5084731" y="617982"/>
                    </a:cubicBezTo>
                    <a:cubicBezTo>
                      <a:pt x="5115116" y="612458"/>
                      <a:pt x="5143786" y="619220"/>
                      <a:pt x="5172647" y="630174"/>
                    </a:cubicBezTo>
                    <a:cubicBezTo>
                      <a:pt x="5191506" y="637318"/>
                      <a:pt x="5212461" y="639223"/>
                      <a:pt x="5232654" y="642080"/>
                    </a:cubicBezTo>
                    <a:cubicBezTo>
                      <a:pt x="5238941" y="642937"/>
                      <a:pt x="5246942" y="641033"/>
                      <a:pt x="5252371" y="637508"/>
                    </a:cubicBezTo>
                    <a:cubicBezTo>
                      <a:pt x="5271421" y="625316"/>
                      <a:pt x="5290376" y="612743"/>
                      <a:pt x="5308092" y="598646"/>
                    </a:cubicBezTo>
                    <a:cubicBezTo>
                      <a:pt x="5324571" y="585407"/>
                      <a:pt x="5343144" y="579882"/>
                      <a:pt x="5363147" y="581311"/>
                    </a:cubicBezTo>
                    <a:cubicBezTo>
                      <a:pt x="5377720" y="582359"/>
                      <a:pt x="5390864" y="579977"/>
                      <a:pt x="5404580" y="576358"/>
                    </a:cubicBezTo>
                    <a:cubicBezTo>
                      <a:pt x="5416010" y="573310"/>
                      <a:pt x="5428583" y="571214"/>
                      <a:pt x="5440203" y="572548"/>
                    </a:cubicBezTo>
                    <a:cubicBezTo>
                      <a:pt x="5456491" y="574453"/>
                      <a:pt x="5469922" y="571691"/>
                      <a:pt x="5482971" y="561880"/>
                    </a:cubicBezTo>
                    <a:cubicBezTo>
                      <a:pt x="5489924" y="556641"/>
                      <a:pt x="5498878" y="553879"/>
                      <a:pt x="5507165" y="550259"/>
                    </a:cubicBezTo>
                    <a:cubicBezTo>
                      <a:pt x="5519928" y="544640"/>
                      <a:pt x="5533168" y="539877"/>
                      <a:pt x="5545645" y="533591"/>
                    </a:cubicBezTo>
                    <a:cubicBezTo>
                      <a:pt x="5559076" y="526923"/>
                      <a:pt x="5571363" y="517684"/>
                      <a:pt x="5585079" y="511969"/>
                    </a:cubicBezTo>
                    <a:cubicBezTo>
                      <a:pt x="5599843" y="505778"/>
                      <a:pt x="5609368" y="496348"/>
                      <a:pt x="5615368" y="481679"/>
                    </a:cubicBezTo>
                    <a:cubicBezTo>
                      <a:pt x="5619179" y="472440"/>
                      <a:pt x="5624417" y="462629"/>
                      <a:pt x="5631656" y="456152"/>
                    </a:cubicBezTo>
                    <a:cubicBezTo>
                      <a:pt x="5646611" y="442913"/>
                      <a:pt x="5664136" y="432625"/>
                      <a:pt x="5679377" y="419576"/>
                    </a:cubicBezTo>
                    <a:cubicBezTo>
                      <a:pt x="5700808" y="401288"/>
                      <a:pt x="5720620" y="381857"/>
                      <a:pt x="5722525" y="350615"/>
                    </a:cubicBezTo>
                    <a:cubicBezTo>
                      <a:pt x="5723572" y="333375"/>
                      <a:pt x="5732716" y="326041"/>
                      <a:pt x="5749576" y="321945"/>
                    </a:cubicBezTo>
                    <a:cubicBezTo>
                      <a:pt x="5755195" y="320612"/>
                      <a:pt x="5763197" y="318040"/>
                      <a:pt x="5764911" y="313849"/>
                    </a:cubicBezTo>
                    <a:cubicBezTo>
                      <a:pt x="5770054" y="301371"/>
                      <a:pt x="5780722" y="298895"/>
                      <a:pt x="5791009" y="293942"/>
                    </a:cubicBezTo>
                    <a:cubicBezTo>
                      <a:pt x="5797201" y="290989"/>
                      <a:pt x="5804821" y="285179"/>
                      <a:pt x="5806440" y="279178"/>
                    </a:cubicBezTo>
                    <a:cubicBezTo>
                      <a:pt x="5813107" y="254889"/>
                      <a:pt x="5831395" y="240602"/>
                      <a:pt x="5848636" y="224885"/>
                    </a:cubicBezTo>
                    <a:cubicBezTo>
                      <a:pt x="5853684" y="220218"/>
                      <a:pt x="5859113" y="214884"/>
                      <a:pt x="5861590" y="208788"/>
                    </a:cubicBezTo>
                    <a:cubicBezTo>
                      <a:pt x="5866829" y="195643"/>
                      <a:pt x="5874639" y="186118"/>
                      <a:pt x="5888355" y="181166"/>
                    </a:cubicBezTo>
                    <a:cubicBezTo>
                      <a:pt x="5892736" y="179642"/>
                      <a:pt x="5896737" y="176117"/>
                      <a:pt x="5900071" y="172784"/>
                    </a:cubicBezTo>
                    <a:cubicBezTo>
                      <a:pt x="5907215" y="165545"/>
                      <a:pt x="5913215" y="157067"/>
                      <a:pt x="5920740" y="150305"/>
                    </a:cubicBezTo>
                    <a:cubicBezTo>
                      <a:pt x="5939885" y="132874"/>
                      <a:pt x="5958840" y="115729"/>
                      <a:pt x="5969985" y="91345"/>
                    </a:cubicBezTo>
                    <a:cubicBezTo>
                      <a:pt x="5975413" y="79439"/>
                      <a:pt x="5981605" y="66485"/>
                      <a:pt x="5991130" y="58293"/>
                    </a:cubicBezTo>
                    <a:cubicBezTo>
                      <a:pt x="6003227" y="47911"/>
                      <a:pt x="6019133" y="42005"/>
                      <a:pt x="6033325" y="33909"/>
                    </a:cubicBezTo>
                    <a:cubicBezTo>
                      <a:pt x="6040469" y="29813"/>
                      <a:pt x="6047137" y="24860"/>
                      <a:pt x="6054376" y="20955"/>
                    </a:cubicBezTo>
                    <a:cubicBezTo>
                      <a:pt x="6067234" y="14097"/>
                      <a:pt x="6080379" y="7715"/>
                      <a:pt x="6095524" y="0"/>
                    </a:cubicBezTo>
                    <a:close/>
                  </a:path>
                </a:pathLst>
              </a:custGeom>
              <a:blipFill>
                <a:blip r:embed="rId3">
                  <a:alphaModFix amt="57000"/>
                </a:blip>
                <a:tile tx="0" ty="0" sx="100000" sy="100000" flip="none" algn="tl"/>
              </a:blip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grpSp>
      <p:sp>
        <p:nvSpPr>
          <p:cNvPr id="2" name="Title 1">
            <a:extLst>
              <a:ext uri="{FF2B5EF4-FFF2-40B4-BE49-F238E27FC236}">
                <a16:creationId xmlns:a16="http://schemas.microsoft.com/office/drawing/2014/main" id="{D6356A0E-B992-0D19-877F-5C218C8B4429}"/>
              </a:ext>
            </a:extLst>
          </p:cNvPr>
          <p:cNvSpPr>
            <a:spLocks noGrp="1"/>
          </p:cNvSpPr>
          <p:nvPr>
            <p:ph type="ctrTitle"/>
          </p:nvPr>
        </p:nvSpPr>
        <p:spPr>
          <a:xfrm>
            <a:off x="838199" y="1120676"/>
            <a:ext cx="5257801" cy="2308324"/>
          </a:xfrm>
        </p:spPr>
        <p:txBody>
          <a:bodyPr>
            <a:normAutofit/>
          </a:bodyPr>
          <a:lstStyle/>
          <a:p>
            <a:pPr algn="l"/>
            <a:r>
              <a:rPr lang="en-US" sz="6700">
                <a:solidFill>
                  <a:schemeClr val="bg1"/>
                </a:solidFill>
              </a:rPr>
              <a:t>Introduction to Engineering</a:t>
            </a:r>
          </a:p>
        </p:txBody>
      </p:sp>
      <p:sp>
        <p:nvSpPr>
          <p:cNvPr id="3" name="Subtitle 2">
            <a:extLst>
              <a:ext uri="{FF2B5EF4-FFF2-40B4-BE49-F238E27FC236}">
                <a16:creationId xmlns:a16="http://schemas.microsoft.com/office/drawing/2014/main" id="{4ABE36A0-D06F-5361-F15B-74351AD83B71}"/>
              </a:ext>
            </a:extLst>
          </p:cNvPr>
          <p:cNvSpPr>
            <a:spLocks noGrp="1"/>
          </p:cNvSpPr>
          <p:nvPr>
            <p:ph type="subTitle" idx="1"/>
          </p:nvPr>
        </p:nvSpPr>
        <p:spPr>
          <a:xfrm>
            <a:off x="835024" y="3809999"/>
            <a:ext cx="7025753" cy="1012778"/>
          </a:xfrm>
        </p:spPr>
        <p:txBody>
          <a:bodyPr>
            <a:normAutofit fontScale="55000" lnSpcReduction="20000"/>
          </a:bodyPr>
          <a:lstStyle/>
          <a:p>
            <a:pPr algn="l"/>
            <a:r>
              <a:rPr lang="en-US" sz="600" dirty="0">
                <a:solidFill>
                  <a:schemeClr val="bg1"/>
                </a:solidFill>
              </a:rPr>
              <a:t>                                                                                 </a:t>
            </a:r>
          </a:p>
          <a:p>
            <a:pPr algn="l"/>
            <a:endParaRPr lang="en-US" sz="600" dirty="0">
              <a:solidFill>
                <a:schemeClr val="bg1"/>
              </a:solidFill>
            </a:endParaRPr>
          </a:p>
          <a:p>
            <a:pPr algn="l"/>
            <a:endParaRPr lang="en-US" sz="600" dirty="0">
              <a:solidFill>
                <a:schemeClr val="bg1"/>
              </a:solidFill>
            </a:endParaRPr>
          </a:p>
          <a:p>
            <a:pPr algn="l"/>
            <a:endParaRPr lang="en-US" sz="600" dirty="0">
              <a:solidFill>
                <a:schemeClr val="bg1"/>
              </a:solidFill>
            </a:endParaRPr>
          </a:p>
          <a:p>
            <a:pPr algn="l"/>
            <a:r>
              <a:rPr lang="en-US" sz="4000" dirty="0">
                <a:solidFill>
                  <a:schemeClr val="bg1"/>
                </a:solidFill>
              </a:rPr>
              <a:t> By Biniyam Tadese</a:t>
            </a:r>
          </a:p>
        </p:txBody>
      </p:sp>
    </p:spTree>
    <p:extLst>
      <p:ext uri="{BB962C8B-B14F-4D97-AF65-F5344CB8AC3E}">
        <p14:creationId xmlns:p14="http://schemas.microsoft.com/office/powerpoint/2010/main" val="31993408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C3D6EC93-F369-413E-AA67-5D41041610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489BEAB-BBA3-3CAF-50B2-E8334AA4FD2C}"/>
              </a:ext>
            </a:extLst>
          </p:cNvPr>
          <p:cNvSpPr>
            <a:spLocks noGrp="1"/>
          </p:cNvSpPr>
          <p:nvPr>
            <p:ph type="title"/>
          </p:nvPr>
        </p:nvSpPr>
        <p:spPr>
          <a:xfrm>
            <a:off x="838201" y="1641752"/>
            <a:ext cx="4394200" cy="1323439"/>
          </a:xfrm>
        </p:spPr>
        <p:txBody>
          <a:bodyPr anchor="t">
            <a:normAutofit/>
          </a:bodyPr>
          <a:lstStyle/>
          <a:p>
            <a:r>
              <a:rPr lang="en-US" sz="4000">
                <a:solidFill>
                  <a:schemeClr val="bg1"/>
                </a:solidFill>
              </a:rPr>
              <a:t>Before this pre-engineering </a:t>
            </a:r>
          </a:p>
        </p:txBody>
      </p:sp>
      <p:sp>
        <p:nvSpPr>
          <p:cNvPr id="3" name="Content Placeholder 2">
            <a:extLst>
              <a:ext uri="{FF2B5EF4-FFF2-40B4-BE49-F238E27FC236}">
                <a16:creationId xmlns:a16="http://schemas.microsoft.com/office/drawing/2014/main" id="{A6E04DCA-A28A-DAEA-31F7-230C566C0DFD}"/>
              </a:ext>
            </a:extLst>
          </p:cNvPr>
          <p:cNvSpPr>
            <a:spLocks noGrp="1"/>
          </p:cNvSpPr>
          <p:nvPr>
            <p:ph idx="1"/>
          </p:nvPr>
        </p:nvSpPr>
        <p:spPr>
          <a:xfrm>
            <a:off x="838201" y="3146400"/>
            <a:ext cx="4394200" cy="2454300"/>
          </a:xfrm>
        </p:spPr>
        <p:txBody>
          <a:bodyPr>
            <a:normAutofit/>
          </a:bodyPr>
          <a:lstStyle/>
          <a:p>
            <a:r>
              <a:rPr lang="en-US" sz="2400">
                <a:solidFill>
                  <a:schemeClr val="bg1">
                    <a:alpha val="80000"/>
                  </a:schemeClr>
                </a:solidFill>
              </a:rPr>
              <a:t>Some experience</a:t>
            </a:r>
          </a:p>
          <a:p>
            <a:r>
              <a:rPr lang="en-US" sz="2400">
                <a:solidFill>
                  <a:schemeClr val="bg1">
                    <a:alpha val="80000"/>
                  </a:schemeClr>
                </a:solidFill>
              </a:rPr>
              <a:t>Blurred image (math and engineering)</a:t>
            </a:r>
          </a:p>
          <a:p>
            <a:endParaRPr lang="en-US" sz="2400">
              <a:solidFill>
                <a:schemeClr val="bg1">
                  <a:alpha val="80000"/>
                </a:schemeClr>
              </a:solidFill>
            </a:endParaRPr>
          </a:p>
          <a:p>
            <a:endParaRPr lang="en-US" sz="2400">
              <a:solidFill>
                <a:schemeClr val="bg1">
                  <a:alpha val="80000"/>
                </a:schemeClr>
              </a:solidFill>
            </a:endParaRPr>
          </a:p>
          <a:p>
            <a:endParaRPr lang="en-US" sz="2400">
              <a:solidFill>
                <a:schemeClr val="bg1">
                  <a:alpha val="80000"/>
                </a:schemeClr>
              </a:solidFill>
            </a:endParaRPr>
          </a:p>
        </p:txBody>
      </p:sp>
      <p:pic>
        <p:nvPicPr>
          <p:cNvPr id="5" name="Picture 4" descr="A blackboard with math equations&#10;&#10;AI-generated content may be incorrect.">
            <a:extLst>
              <a:ext uri="{FF2B5EF4-FFF2-40B4-BE49-F238E27FC236}">
                <a16:creationId xmlns:a16="http://schemas.microsoft.com/office/drawing/2014/main" id="{EB43BCF3-635E-AA4A-BA22-30246517FCC6}"/>
              </a:ext>
            </a:extLst>
          </p:cNvPr>
          <p:cNvPicPr>
            <a:picLocks noChangeAspect="1"/>
          </p:cNvPicPr>
          <p:nvPr/>
        </p:nvPicPr>
        <p:blipFill>
          <a:blip r:embed="rId2"/>
          <a:srcRect l="9144" r="38036"/>
          <a:stretch>
            <a:fillRect/>
          </a:stretch>
        </p:blipFill>
        <p:spPr>
          <a:xfrm>
            <a:off x="5752193" y="10"/>
            <a:ext cx="6439807" cy="6857989"/>
          </a:xfrm>
          <a:custGeom>
            <a:avLst/>
            <a:gdLst/>
            <a:ahLst/>
            <a:cxnLst/>
            <a:rect l="l" t="t" r="r" b="b"/>
            <a:pathLst>
              <a:path w="6439807" h="6857999">
                <a:moveTo>
                  <a:pt x="752157" y="6118149"/>
                </a:moveTo>
                <a:cubicBezTo>
                  <a:pt x="745608" y="6124102"/>
                  <a:pt x="737987" y="6129341"/>
                  <a:pt x="730938" y="6133722"/>
                </a:cubicBezTo>
                <a:cubicBezTo>
                  <a:pt x="723794" y="6138152"/>
                  <a:pt x="718448" y="6143474"/>
                  <a:pt x="714778" y="6149379"/>
                </a:cubicBezTo>
                <a:lnTo>
                  <a:pt x="709303" y="6166562"/>
                </a:lnTo>
                <a:lnTo>
                  <a:pt x="714778" y="6149380"/>
                </a:lnTo>
                <a:cubicBezTo>
                  <a:pt x="718448" y="6143474"/>
                  <a:pt x="723794" y="6138152"/>
                  <a:pt x="730938" y="6133723"/>
                </a:cubicBezTo>
                <a:cubicBezTo>
                  <a:pt x="737987" y="6129341"/>
                  <a:pt x="745608" y="6124102"/>
                  <a:pt x="752157" y="6118149"/>
                </a:cubicBezTo>
                <a:close/>
                <a:moveTo>
                  <a:pt x="844000" y="4941372"/>
                </a:moveTo>
                <a:lnTo>
                  <a:pt x="840670" y="4950868"/>
                </a:lnTo>
                <a:lnTo>
                  <a:pt x="830985" y="4991382"/>
                </a:lnTo>
                <a:lnTo>
                  <a:pt x="840670" y="4950869"/>
                </a:lnTo>
                <a:close/>
                <a:moveTo>
                  <a:pt x="840061" y="4749807"/>
                </a:moveTo>
                <a:cubicBezTo>
                  <a:pt x="852197" y="4762827"/>
                  <a:pt x="853054" y="4781365"/>
                  <a:pt x="854768" y="4799797"/>
                </a:cubicBezTo>
                <a:cubicBezTo>
                  <a:pt x="853054" y="4781365"/>
                  <a:pt x="852197" y="4762826"/>
                  <a:pt x="840061" y="4749807"/>
                </a:cubicBezTo>
                <a:close/>
                <a:moveTo>
                  <a:pt x="822263" y="4543185"/>
                </a:moveTo>
                <a:lnTo>
                  <a:pt x="816857" y="4557091"/>
                </a:lnTo>
                <a:cubicBezTo>
                  <a:pt x="805236" y="4573618"/>
                  <a:pt x="796449" y="4588275"/>
                  <a:pt x="790493" y="4602021"/>
                </a:cubicBezTo>
                <a:cubicBezTo>
                  <a:pt x="796449" y="4588275"/>
                  <a:pt x="805236" y="4573618"/>
                  <a:pt x="816857" y="4557092"/>
                </a:cubicBezTo>
                <a:cubicBezTo>
                  <a:pt x="819238" y="4553662"/>
                  <a:pt x="821286" y="4548281"/>
                  <a:pt x="822263" y="4543185"/>
                </a:cubicBezTo>
                <a:close/>
                <a:moveTo>
                  <a:pt x="356045" y="2819253"/>
                </a:moveTo>
                <a:lnTo>
                  <a:pt x="344401" y="2827483"/>
                </a:lnTo>
                <a:lnTo>
                  <a:pt x="344399" y="2827486"/>
                </a:lnTo>
                <a:lnTo>
                  <a:pt x="325551" y="2842392"/>
                </a:lnTo>
                <a:lnTo>
                  <a:pt x="315896" y="2861156"/>
                </a:lnTo>
                <a:lnTo>
                  <a:pt x="344399" y="2827486"/>
                </a:lnTo>
                <a:lnTo>
                  <a:pt x="344401" y="2827484"/>
                </a:lnTo>
                <a:close/>
                <a:moveTo>
                  <a:pt x="425699" y="1974015"/>
                </a:moveTo>
                <a:cubicBezTo>
                  <a:pt x="427224" y="1991685"/>
                  <a:pt x="433462" y="2008497"/>
                  <a:pt x="449941" y="2023547"/>
                </a:cubicBezTo>
                <a:cubicBezTo>
                  <a:pt x="441702" y="2016020"/>
                  <a:pt x="436022" y="2008056"/>
                  <a:pt x="432213" y="1999763"/>
                </a:cubicBezTo>
                <a:close/>
                <a:moveTo>
                  <a:pt x="442893" y="1768838"/>
                </a:moveTo>
                <a:cubicBezTo>
                  <a:pt x="451656" y="1779981"/>
                  <a:pt x="453942" y="1790986"/>
                  <a:pt x="452275" y="1801558"/>
                </a:cubicBezTo>
                <a:lnTo>
                  <a:pt x="451495" y="1785412"/>
                </a:lnTo>
                <a:cubicBezTo>
                  <a:pt x="450037" y="1779948"/>
                  <a:pt x="447274" y="1774411"/>
                  <a:pt x="442893" y="1768838"/>
                </a:cubicBezTo>
                <a:close/>
                <a:moveTo>
                  <a:pt x="333304" y="520953"/>
                </a:moveTo>
                <a:cubicBezTo>
                  <a:pt x="333742" y="528850"/>
                  <a:pt x="335479" y="536547"/>
                  <a:pt x="337867" y="544146"/>
                </a:cubicBezTo>
                <a:lnTo>
                  <a:pt x="340032" y="549926"/>
                </a:lnTo>
                <a:lnTo>
                  <a:pt x="340448" y="551717"/>
                </a:lnTo>
                <a:lnTo>
                  <a:pt x="346286" y="566616"/>
                </a:lnTo>
                <a:lnTo>
                  <a:pt x="346338" y="566754"/>
                </a:lnTo>
                <a:lnTo>
                  <a:pt x="352655" y="583595"/>
                </a:lnTo>
                <a:lnTo>
                  <a:pt x="359451" y="612658"/>
                </a:lnTo>
                <a:cubicBezTo>
                  <a:pt x="358988" y="604728"/>
                  <a:pt x="357231" y="597005"/>
                  <a:pt x="354829" y="589388"/>
                </a:cubicBezTo>
                <a:lnTo>
                  <a:pt x="352655" y="583595"/>
                </a:lnTo>
                <a:lnTo>
                  <a:pt x="352236" y="581804"/>
                </a:lnTo>
                <a:lnTo>
                  <a:pt x="346286" y="566616"/>
                </a:lnTo>
                <a:lnTo>
                  <a:pt x="340032" y="549926"/>
                </a:lnTo>
                <a:close/>
                <a:moveTo>
                  <a:pt x="384407" y="268794"/>
                </a:moveTo>
                <a:lnTo>
                  <a:pt x="387837" y="328017"/>
                </a:lnTo>
                <a:cubicBezTo>
                  <a:pt x="389527" y="318646"/>
                  <a:pt x="389932" y="309031"/>
                  <a:pt x="389283" y="299164"/>
                </a:cubicBezTo>
                <a:cubicBezTo>
                  <a:pt x="388634" y="289296"/>
                  <a:pt x="386932" y="279176"/>
                  <a:pt x="384407" y="268794"/>
                </a:cubicBezTo>
                <a:close/>
                <a:moveTo>
                  <a:pt x="66991" y="0"/>
                </a:moveTo>
                <a:lnTo>
                  <a:pt x="6439807" y="0"/>
                </a:lnTo>
                <a:lnTo>
                  <a:pt x="6439807" y="6857999"/>
                </a:lnTo>
                <a:lnTo>
                  <a:pt x="149318" y="6857999"/>
                </a:lnTo>
                <a:lnTo>
                  <a:pt x="149318" y="6857457"/>
                </a:lnTo>
                <a:lnTo>
                  <a:pt x="22079" y="6857457"/>
                </a:lnTo>
                <a:lnTo>
                  <a:pt x="26851" y="6796804"/>
                </a:lnTo>
                <a:cubicBezTo>
                  <a:pt x="32162" y="6777207"/>
                  <a:pt x="39591" y="6758011"/>
                  <a:pt x="44354" y="6738388"/>
                </a:cubicBezTo>
                <a:cubicBezTo>
                  <a:pt x="48736" y="6720103"/>
                  <a:pt x="58832" y="6702955"/>
                  <a:pt x="67214" y="6685617"/>
                </a:cubicBezTo>
                <a:cubicBezTo>
                  <a:pt x="83217" y="6652472"/>
                  <a:pt x="73120" y="6617036"/>
                  <a:pt x="77310" y="6583128"/>
                </a:cubicBezTo>
                <a:cubicBezTo>
                  <a:pt x="78646" y="6572269"/>
                  <a:pt x="80168" y="6561411"/>
                  <a:pt x="82837" y="6550742"/>
                </a:cubicBezTo>
                <a:cubicBezTo>
                  <a:pt x="89885" y="6521593"/>
                  <a:pt x="95981" y="6491874"/>
                  <a:pt x="105698" y="6463490"/>
                </a:cubicBezTo>
                <a:cubicBezTo>
                  <a:pt x="116555" y="6431292"/>
                  <a:pt x="131034" y="6400429"/>
                  <a:pt x="146085" y="6363664"/>
                </a:cubicBezTo>
                <a:cubicBezTo>
                  <a:pt x="142274" y="6350899"/>
                  <a:pt x="131986" y="6331277"/>
                  <a:pt x="131034" y="6311084"/>
                </a:cubicBezTo>
                <a:cubicBezTo>
                  <a:pt x="127795" y="6246121"/>
                  <a:pt x="145512" y="6185351"/>
                  <a:pt x="173519" y="6127247"/>
                </a:cubicBezTo>
                <a:cubicBezTo>
                  <a:pt x="181900" y="6109530"/>
                  <a:pt x="187424" y="6090477"/>
                  <a:pt x="195616" y="6072569"/>
                </a:cubicBezTo>
                <a:cubicBezTo>
                  <a:pt x="198472" y="6066284"/>
                  <a:pt x="204569" y="6058092"/>
                  <a:pt x="210287" y="6056948"/>
                </a:cubicBezTo>
                <a:cubicBezTo>
                  <a:pt x="243432" y="6050282"/>
                  <a:pt x="242862" y="6025515"/>
                  <a:pt x="244766" y="5999796"/>
                </a:cubicBezTo>
                <a:cubicBezTo>
                  <a:pt x="247051" y="5969124"/>
                  <a:pt x="252386" y="5938836"/>
                  <a:pt x="256958" y="5908355"/>
                </a:cubicBezTo>
                <a:cubicBezTo>
                  <a:pt x="257530" y="5904353"/>
                  <a:pt x="261530" y="5900735"/>
                  <a:pt x="264199" y="5897114"/>
                </a:cubicBezTo>
                <a:cubicBezTo>
                  <a:pt x="268199" y="5891590"/>
                  <a:pt x="274296" y="5886447"/>
                  <a:pt x="275818" y="5880348"/>
                </a:cubicBezTo>
                <a:cubicBezTo>
                  <a:pt x="283249" y="5849107"/>
                  <a:pt x="289535" y="5817674"/>
                  <a:pt x="296393" y="5786239"/>
                </a:cubicBezTo>
                <a:cubicBezTo>
                  <a:pt x="297919" y="5779191"/>
                  <a:pt x="299822" y="5771953"/>
                  <a:pt x="302870" y="5765474"/>
                </a:cubicBezTo>
                <a:cubicBezTo>
                  <a:pt x="305728" y="5759378"/>
                  <a:pt x="310682" y="5754234"/>
                  <a:pt x="313730" y="5748136"/>
                </a:cubicBezTo>
                <a:cubicBezTo>
                  <a:pt x="321921" y="5731564"/>
                  <a:pt x="329541" y="5714607"/>
                  <a:pt x="338685" y="5695178"/>
                </a:cubicBezTo>
                <a:cubicBezTo>
                  <a:pt x="321541" y="5684320"/>
                  <a:pt x="331258" y="5669647"/>
                  <a:pt x="339449" y="5651360"/>
                </a:cubicBezTo>
                <a:cubicBezTo>
                  <a:pt x="347831" y="5632691"/>
                  <a:pt x="350497" y="5611164"/>
                  <a:pt x="353546" y="5590590"/>
                </a:cubicBezTo>
                <a:cubicBezTo>
                  <a:pt x="359070" y="5552869"/>
                  <a:pt x="362499" y="5514957"/>
                  <a:pt x="367451" y="5477239"/>
                </a:cubicBezTo>
                <a:cubicBezTo>
                  <a:pt x="368595" y="5469236"/>
                  <a:pt x="370690" y="5460092"/>
                  <a:pt x="375454" y="5453995"/>
                </a:cubicBezTo>
                <a:cubicBezTo>
                  <a:pt x="407459" y="5412276"/>
                  <a:pt x="416411" y="5361598"/>
                  <a:pt x="413366" y="5313403"/>
                </a:cubicBezTo>
                <a:cubicBezTo>
                  <a:pt x="411078" y="5275491"/>
                  <a:pt x="409363" y="5238343"/>
                  <a:pt x="412601" y="5200813"/>
                </a:cubicBezTo>
                <a:cubicBezTo>
                  <a:pt x="412793" y="5197955"/>
                  <a:pt x="412411" y="5194145"/>
                  <a:pt x="410887" y="5192051"/>
                </a:cubicBezTo>
                <a:cubicBezTo>
                  <a:pt x="400791" y="5179097"/>
                  <a:pt x="400029" y="5165570"/>
                  <a:pt x="398315" y="5148995"/>
                </a:cubicBezTo>
                <a:cubicBezTo>
                  <a:pt x="395837" y="5125562"/>
                  <a:pt x="397553" y="5104036"/>
                  <a:pt x="401743" y="5082317"/>
                </a:cubicBezTo>
                <a:cubicBezTo>
                  <a:pt x="404791" y="5066505"/>
                  <a:pt x="411078" y="5050504"/>
                  <a:pt x="419080" y="5036405"/>
                </a:cubicBezTo>
                <a:cubicBezTo>
                  <a:pt x="430320" y="5016785"/>
                  <a:pt x="434701" y="4997922"/>
                  <a:pt x="419841" y="4979253"/>
                </a:cubicBezTo>
                <a:cubicBezTo>
                  <a:pt x="404029" y="4959061"/>
                  <a:pt x="409553" y="4936201"/>
                  <a:pt x="408983" y="4913909"/>
                </a:cubicBezTo>
                <a:cubicBezTo>
                  <a:pt x="408791" y="4904195"/>
                  <a:pt x="409174" y="4893907"/>
                  <a:pt x="406697" y="4884572"/>
                </a:cubicBezTo>
                <a:cubicBezTo>
                  <a:pt x="399647" y="4857522"/>
                  <a:pt x="388978" y="4831420"/>
                  <a:pt x="384216" y="4803988"/>
                </a:cubicBezTo>
                <a:cubicBezTo>
                  <a:pt x="381551" y="4788747"/>
                  <a:pt x="386312" y="4771793"/>
                  <a:pt x="389741" y="4755980"/>
                </a:cubicBezTo>
                <a:cubicBezTo>
                  <a:pt x="393361" y="4739978"/>
                  <a:pt x="398885" y="4724167"/>
                  <a:pt x="404601" y="4708734"/>
                </a:cubicBezTo>
                <a:cubicBezTo>
                  <a:pt x="408411" y="4698258"/>
                  <a:pt x="412031" y="4686828"/>
                  <a:pt x="418889" y="4678445"/>
                </a:cubicBezTo>
                <a:cubicBezTo>
                  <a:pt x="434510" y="4659393"/>
                  <a:pt x="437178" y="4639772"/>
                  <a:pt x="428986" y="4617291"/>
                </a:cubicBezTo>
                <a:cubicBezTo>
                  <a:pt x="427651" y="4613864"/>
                  <a:pt x="427651" y="4609863"/>
                  <a:pt x="427462" y="4606053"/>
                </a:cubicBezTo>
                <a:cubicBezTo>
                  <a:pt x="423462" y="4545086"/>
                  <a:pt x="420984" y="4484127"/>
                  <a:pt x="414888" y="4423545"/>
                </a:cubicBezTo>
                <a:cubicBezTo>
                  <a:pt x="412411" y="4398972"/>
                  <a:pt x="401553" y="4375349"/>
                  <a:pt x="394695" y="4351154"/>
                </a:cubicBezTo>
                <a:cubicBezTo>
                  <a:pt x="393361" y="4346201"/>
                  <a:pt x="391265" y="4340674"/>
                  <a:pt x="392218" y="4335722"/>
                </a:cubicBezTo>
                <a:cubicBezTo>
                  <a:pt x="401743" y="4281810"/>
                  <a:pt x="387837" y="4231324"/>
                  <a:pt x="369547" y="4181603"/>
                </a:cubicBezTo>
                <a:cubicBezTo>
                  <a:pt x="367642" y="4176461"/>
                  <a:pt x="368214" y="4170174"/>
                  <a:pt x="368595" y="4164458"/>
                </a:cubicBezTo>
                <a:cubicBezTo>
                  <a:pt x="369928" y="4148453"/>
                  <a:pt x="376597" y="4131119"/>
                  <a:pt x="372597" y="4116641"/>
                </a:cubicBezTo>
                <a:cubicBezTo>
                  <a:pt x="361545" y="4078159"/>
                  <a:pt x="348211" y="4040058"/>
                  <a:pt x="331447" y="4003861"/>
                </a:cubicBezTo>
                <a:cubicBezTo>
                  <a:pt x="314493" y="3967091"/>
                  <a:pt x="300203" y="3932993"/>
                  <a:pt x="317350" y="3890891"/>
                </a:cubicBezTo>
                <a:cubicBezTo>
                  <a:pt x="324589" y="3872985"/>
                  <a:pt x="319445" y="3849362"/>
                  <a:pt x="317541" y="3828785"/>
                </a:cubicBezTo>
                <a:cubicBezTo>
                  <a:pt x="316016" y="3813737"/>
                  <a:pt x="307442" y="3799258"/>
                  <a:pt x="307442" y="3784397"/>
                </a:cubicBezTo>
                <a:cubicBezTo>
                  <a:pt x="307442" y="3744770"/>
                  <a:pt x="297346" y="3709529"/>
                  <a:pt x="276771" y="3675238"/>
                </a:cubicBezTo>
                <a:cubicBezTo>
                  <a:pt x="268770" y="3661899"/>
                  <a:pt x="274105" y="3641134"/>
                  <a:pt x="272009" y="3623799"/>
                </a:cubicBezTo>
                <a:cubicBezTo>
                  <a:pt x="269533" y="3605509"/>
                  <a:pt x="267247" y="3586653"/>
                  <a:pt x="261721" y="3569124"/>
                </a:cubicBezTo>
                <a:cubicBezTo>
                  <a:pt x="247242" y="3523785"/>
                  <a:pt x="230859" y="3479015"/>
                  <a:pt x="215618" y="3433866"/>
                </a:cubicBezTo>
                <a:cubicBezTo>
                  <a:pt x="203045" y="3396719"/>
                  <a:pt x="212952" y="3360139"/>
                  <a:pt x="218285" y="3323372"/>
                </a:cubicBezTo>
                <a:cubicBezTo>
                  <a:pt x="221716" y="3300319"/>
                  <a:pt x="229907" y="3278795"/>
                  <a:pt x="217715" y="3252885"/>
                </a:cubicBezTo>
                <a:cubicBezTo>
                  <a:pt x="206093" y="3228119"/>
                  <a:pt x="208761" y="3196686"/>
                  <a:pt x="202474" y="3168870"/>
                </a:cubicBezTo>
                <a:cubicBezTo>
                  <a:pt x="197141" y="3145436"/>
                  <a:pt x="188566" y="3122770"/>
                  <a:pt x="180184" y="3100099"/>
                </a:cubicBezTo>
                <a:cubicBezTo>
                  <a:pt x="168753" y="3069235"/>
                  <a:pt x="156753" y="3038756"/>
                  <a:pt x="162468" y="3005035"/>
                </a:cubicBezTo>
                <a:cubicBezTo>
                  <a:pt x="168946" y="2966742"/>
                  <a:pt x="144561" y="2940455"/>
                  <a:pt x="128367" y="2910353"/>
                </a:cubicBezTo>
                <a:cubicBezTo>
                  <a:pt x="117318" y="2889587"/>
                  <a:pt x="109126" y="2866918"/>
                  <a:pt x="102267" y="2844248"/>
                </a:cubicBezTo>
                <a:cubicBezTo>
                  <a:pt x="93313" y="2813958"/>
                  <a:pt x="87978" y="2782716"/>
                  <a:pt x="79217" y="2752235"/>
                </a:cubicBezTo>
                <a:cubicBezTo>
                  <a:pt x="66072" y="2706131"/>
                  <a:pt x="55784" y="2659455"/>
                  <a:pt x="63024" y="2611450"/>
                </a:cubicBezTo>
                <a:cubicBezTo>
                  <a:pt x="66262" y="2589352"/>
                  <a:pt x="66072" y="2568774"/>
                  <a:pt x="61307" y="2546678"/>
                </a:cubicBezTo>
                <a:cubicBezTo>
                  <a:pt x="53497" y="2510483"/>
                  <a:pt x="52545" y="2473333"/>
                  <a:pt x="23399" y="2444184"/>
                </a:cubicBezTo>
                <a:cubicBezTo>
                  <a:pt x="13111" y="2433897"/>
                  <a:pt x="10446" y="2415420"/>
                  <a:pt x="5110" y="2400369"/>
                </a:cubicBezTo>
                <a:cubicBezTo>
                  <a:pt x="-1178" y="2383032"/>
                  <a:pt x="2062" y="2370270"/>
                  <a:pt x="20352" y="2360933"/>
                </a:cubicBezTo>
                <a:cubicBezTo>
                  <a:pt x="28541" y="2356744"/>
                  <a:pt x="36543" y="2344741"/>
                  <a:pt x="37878" y="2335405"/>
                </a:cubicBezTo>
                <a:cubicBezTo>
                  <a:pt x="41877" y="2307402"/>
                  <a:pt x="35972" y="2281683"/>
                  <a:pt x="23017" y="2254633"/>
                </a:cubicBezTo>
                <a:cubicBezTo>
                  <a:pt x="10825" y="2229296"/>
                  <a:pt x="12159" y="2197670"/>
                  <a:pt x="7395" y="2168903"/>
                </a:cubicBezTo>
                <a:cubicBezTo>
                  <a:pt x="5681" y="2158712"/>
                  <a:pt x="3062" y="2148519"/>
                  <a:pt x="871" y="2138304"/>
                </a:cubicBezTo>
                <a:lnTo>
                  <a:pt x="0" y="2131532"/>
                </a:lnTo>
                <a:lnTo>
                  <a:pt x="0" y="2072225"/>
                </a:lnTo>
                <a:lnTo>
                  <a:pt x="251" y="2069340"/>
                </a:lnTo>
                <a:cubicBezTo>
                  <a:pt x="2061" y="2056600"/>
                  <a:pt x="4156" y="2043835"/>
                  <a:pt x="5299" y="2030977"/>
                </a:cubicBezTo>
                <a:cubicBezTo>
                  <a:pt x="7203" y="2010974"/>
                  <a:pt x="6442" y="1990589"/>
                  <a:pt x="8729" y="1970586"/>
                </a:cubicBezTo>
                <a:cubicBezTo>
                  <a:pt x="10446" y="1954202"/>
                  <a:pt x="14826" y="1938009"/>
                  <a:pt x="18445" y="1921817"/>
                </a:cubicBezTo>
                <a:cubicBezTo>
                  <a:pt x="19779" y="1915912"/>
                  <a:pt x="24922" y="1910004"/>
                  <a:pt x="24161" y="1904673"/>
                </a:cubicBezTo>
                <a:cubicBezTo>
                  <a:pt x="15970" y="1851709"/>
                  <a:pt x="52545" y="1813610"/>
                  <a:pt x="68738" y="1768838"/>
                </a:cubicBezTo>
                <a:cubicBezTo>
                  <a:pt x="85885" y="1721785"/>
                  <a:pt x="112174" y="1676253"/>
                  <a:pt x="104364" y="1623675"/>
                </a:cubicBezTo>
                <a:cubicBezTo>
                  <a:pt x="99601" y="1591859"/>
                  <a:pt x="88551" y="1561189"/>
                  <a:pt x="81883" y="1529563"/>
                </a:cubicBezTo>
                <a:cubicBezTo>
                  <a:pt x="79597" y="1518324"/>
                  <a:pt x="79979" y="1505751"/>
                  <a:pt x="82264" y="1494509"/>
                </a:cubicBezTo>
                <a:cubicBezTo>
                  <a:pt x="92744" y="1440216"/>
                  <a:pt x="94267" y="1386684"/>
                  <a:pt x="77120" y="1333341"/>
                </a:cubicBezTo>
                <a:cubicBezTo>
                  <a:pt x="74262" y="1324198"/>
                  <a:pt x="71597" y="1314483"/>
                  <a:pt x="71597" y="1304955"/>
                </a:cubicBezTo>
                <a:cubicBezTo>
                  <a:pt x="71597" y="1252757"/>
                  <a:pt x="75597" y="1201512"/>
                  <a:pt x="94267" y="1151600"/>
                </a:cubicBezTo>
                <a:cubicBezTo>
                  <a:pt x="100554" y="1134834"/>
                  <a:pt x="96553" y="1114449"/>
                  <a:pt x="98078" y="1095972"/>
                </a:cubicBezTo>
                <a:cubicBezTo>
                  <a:pt x="99409" y="1078826"/>
                  <a:pt x="99981" y="1061298"/>
                  <a:pt x="104364" y="1044725"/>
                </a:cubicBezTo>
                <a:cubicBezTo>
                  <a:pt x="110839" y="1020529"/>
                  <a:pt x="111601" y="998052"/>
                  <a:pt x="105887" y="973095"/>
                </a:cubicBezTo>
                <a:cubicBezTo>
                  <a:pt x="100554" y="949281"/>
                  <a:pt x="103220" y="923562"/>
                  <a:pt x="103029" y="898797"/>
                </a:cubicBezTo>
                <a:cubicBezTo>
                  <a:pt x="102839" y="871173"/>
                  <a:pt x="102649" y="843552"/>
                  <a:pt x="103601" y="815929"/>
                </a:cubicBezTo>
                <a:cubicBezTo>
                  <a:pt x="103981" y="804877"/>
                  <a:pt x="111601" y="792306"/>
                  <a:pt x="108553" y="783158"/>
                </a:cubicBezTo>
                <a:cubicBezTo>
                  <a:pt x="98267" y="753633"/>
                  <a:pt x="110649" y="724104"/>
                  <a:pt x="105127" y="694576"/>
                </a:cubicBezTo>
                <a:cubicBezTo>
                  <a:pt x="102267" y="680096"/>
                  <a:pt x="110078" y="663713"/>
                  <a:pt x="110839" y="648092"/>
                </a:cubicBezTo>
                <a:cubicBezTo>
                  <a:pt x="112174" y="622564"/>
                  <a:pt x="111601" y="597037"/>
                  <a:pt x="111983" y="571508"/>
                </a:cubicBezTo>
                <a:cubicBezTo>
                  <a:pt x="112174" y="563125"/>
                  <a:pt x="112936" y="554933"/>
                  <a:pt x="113318" y="546552"/>
                </a:cubicBezTo>
                <a:cubicBezTo>
                  <a:pt x="113697" y="539121"/>
                  <a:pt x="115411" y="531310"/>
                  <a:pt x="114081" y="524262"/>
                </a:cubicBezTo>
                <a:cubicBezTo>
                  <a:pt x="109315" y="498733"/>
                  <a:pt x="101505" y="473587"/>
                  <a:pt x="98457" y="447870"/>
                </a:cubicBezTo>
                <a:cubicBezTo>
                  <a:pt x="95792" y="425581"/>
                  <a:pt x="99409" y="402529"/>
                  <a:pt x="97505" y="380050"/>
                </a:cubicBezTo>
                <a:cubicBezTo>
                  <a:pt x="94267" y="340425"/>
                  <a:pt x="88551" y="300800"/>
                  <a:pt x="84930" y="261173"/>
                </a:cubicBezTo>
                <a:cubicBezTo>
                  <a:pt x="84168" y="252600"/>
                  <a:pt x="88934" y="243648"/>
                  <a:pt x="89314" y="234883"/>
                </a:cubicBezTo>
                <a:cubicBezTo>
                  <a:pt x="90266" y="207450"/>
                  <a:pt x="90457" y="180017"/>
                  <a:pt x="91027" y="152584"/>
                </a:cubicBezTo>
                <a:cubicBezTo>
                  <a:pt x="91218" y="136963"/>
                  <a:pt x="90647" y="121150"/>
                  <a:pt x="92361" y="105718"/>
                </a:cubicBezTo>
                <a:cubicBezTo>
                  <a:pt x="94647" y="85336"/>
                  <a:pt x="98078" y="66857"/>
                  <a:pt x="83217" y="47806"/>
                </a:cubicBezTo>
                <a:cubicBezTo>
                  <a:pt x="77453" y="40471"/>
                  <a:pt x="73691" y="32636"/>
                  <a:pt x="71207" y="24480"/>
                </a:cubicBezTo>
                <a:close/>
              </a:path>
            </a:pathLst>
          </a:custGeom>
          <a:effectLst>
            <a:outerShdw blurRad="381000" dist="152400" dir="10800000" algn="tr" rotWithShape="0">
              <a:prstClr val="black">
                <a:alpha val="10000"/>
              </a:prstClr>
            </a:outerShdw>
          </a:effectLst>
        </p:spPr>
      </p:pic>
      <p:grpSp>
        <p:nvGrpSpPr>
          <p:cNvPr id="22" name="Group 21">
            <a:extLst>
              <a:ext uri="{FF2B5EF4-FFF2-40B4-BE49-F238E27FC236}">
                <a16:creationId xmlns:a16="http://schemas.microsoft.com/office/drawing/2014/main" id="{4EA04677-6B2C-40F4-975C-ED919655277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632356" y="0"/>
            <a:ext cx="874718" cy="6857455"/>
            <a:chOff x="5632356" y="0"/>
            <a:chExt cx="874718" cy="6857455"/>
          </a:xfrm>
        </p:grpSpPr>
        <p:sp>
          <p:nvSpPr>
            <p:cNvPr id="23" name="Freeform: Shape 22">
              <a:extLst>
                <a:ext uri="{FF2B5EF4-FFF2-40B4-BE49-F238E27FC236}">
                  <a16:creationId xmlns:a16="http://schemas.microsoft.com/office/drawing/2014/main" id="{3F1ABE2E-F19F-4BD3-B0FA-8A2D8885B9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flipH="1">
              <a:off x="2640986" y="2991370"/>
              <a:ext cx="6857455" cy="874716"/>
            </a:xfrm>
            <a:custGeom>
              <a:avLst/>
              <a:gdLst>
                <a:gd name="connsiteX0" fmla="*/ 6857455 w 6857455"/>
                <a:gd name="connsiteY0" fmla="*/ 804643 h 874716"/>
                <a:gd name="connsiteX1" fmla="*/ 6857455 w 6857455"/>
                <a:gd name="connsiteY1" fmla="*/ 562246 h 874716"/>
                <a:gd name="connsiteX2" fmla="*/ 6829178 w 6857455"/>
                <a:gd name="connsiteY2" fmla="*/ 551284 h 874716"/>
                <a:gd name="connsiteX3" fmla="*/ 6766024 w 6857455"/>
                <a:gd name="connsiteY3" fmla="*/ 500372 h 874716"/>
                <a:gd name="connsiteX4" fmla="*/ 6734971 w 6857455"/>
                <a:gd name="connsiteY4" fmla="*/ 500944 h 874716"/>
                <a:gd name="connsiteX5" fmla="*/ 6683915 w 6857455"/>
                <a:gd name="connsiteY5" fmla="*/ 507040 h 874716"/>
                <a:gd name="connsiteX6" fmla="*/ 6628860 w 6857455"/>
                <a:gd name="connsiteY6" fmla="*/ 495418 h 874716"/>
                <a:gd name="connsiteX7" fmla="*/ 6588662 w 6857455"/>
                <a:gd name="connsiteY7" fmla="*/ 487227 h 874716"/>
                <a:gd name="connsiteX8" fmla="*/ 6476074 w 6857455"/>
                <a:gd name="connsiteY8" fmla="*/ 511230 h 874716"/>
                <a:gd name="connsiteX9" fmla="*/ 6382345 w 6857455"/>
                <a:gd name="connsiteY9" fmla="*/ 534853 h 874716"/>
                <a:gd name="connsiteX10" fmla="*/ 6369391 w 6857455"/>
                <a:gd name="connsiteY10" fmla="*/ 531615 h 874716"/>
                <a:gd name="connsiteX11" fmla="*/ 6244799 w 6857455"/>
                <a:gd name="connsiteY11" fmla="*/ 512182 h 874716"/>
                <a:gd name="connsiteX12" fmla="*/ 6190315 w 6857455"/>
                <a:gd name="connsiteY12" fmla="*/ 485703 h 874716"/>
                <a:gd name="connsiteX13" fmla="*/ 6115446 w 6857455"/>
                <a:gd name="connsiteY13" fmla="*/ 462270 h 874716"/>
                <a:gd name="connsiteX14" fmla="*/ 6032194 w 6857455"/>
                <a:gd name="connsiteY14" fmla="*/ 434266 h 874716"/>
                <a:gd name="connsiteX15" fmla="*/ 5971042 w 6857455"/>
                <a:gd name="connsiteY15" fmla="*/ 420738 h 874716"/>
                <a:gd name="connsiteX16" fmla="*/ 5880933 w 6857455"/>
                <a:gd name="connsiteY16" fmla="*/ 430646 h 874716"/>
                <a:gd name="connsiteX17" fmla="*/ 5862452 w 6857455"/>
                <a:gd name="connsiteY17" fmla="*/ 438648 h 874716"/>
                <a:gd name="connsiteX18" fmla="*/ 5685283 w 6857455"/>
                <a:gd name="connsiteY18" fmla="*/ 498658 h 874716"/>
                <a:gd name="connsiteX19" fmla="*/ 5567169 w 6857455"/>
                <a:gd name="connsiteY19" fmla="*/ 499420 h 874716"/>
                <a:gd name="connsiteX20" fmla="*/ 5527923 w 6857455"/>
                <a:gd name="connsiteY20" fmla="*/ 490466 h 874716"/>
                <a:gd name="connsiteX21" fmla="*/ 5456292 w 6857455"/>
                <a:gd name="connsiteY21" fmla="*/ 450650 h 874716"/>
                <a:gd name="connsiteX22" fmla="*/ 5424670 w 6857455"/>
                <a:gd name="connsiteY22" fmla="*/ 444934 h 874716"/>
                <a:gd name="connsiteX23" fmla="*/ 5368662 w 6857455"/>
                <a:gd name="connsiteY23" fmla="*/ 441124 h 874716"/>
                <a:gd name="connsiteX24" fmla="*/ 5247118 w 6857455"/>
                <a:gd name="connsiteY24" fmla="*/ 444934 h 874716"/>
                <a:gd name="connsiteX25" fmla="*/ 5088617 w 6857455"/>
                <a:gd name="connsiteY25" fmla="*/ 428742 h 874716"/>
                <a:gd name="connsiteX26" fmla="*/ 5025750 w 6857455"/>
                <a:gd name="connsiteY26" fmla="*/ 433694 h 874716"/>
                <a:gd name="connsiteX27" fmla="*/ 4957930 w 6857455"/>
                <a:gd name="connsiteY27" fmla="*/ 442268 h 874716"/>
                <a:gd name="connsiteX28" fmla="*/ 4938116 w 6857455"/>
                <a:gd name="connsiteY28" fmla="*/ 441886 h 874716"/>
                <a:gd name="connsiteX29" fmla="*/ 4833910 w 6857455"/>
                <a:gd name="connsiteY29" fmla="*/ 421693 h 874716"/>
                <a:gd name="connsiteX30" fmla="*/ 4810095 w 6857455"/>
                <a:gd name="connsiteY30" fmla="*/ 408167 h 874716"/>
                <a:gd name="connsiteX31" fmla="*/ 4747991 w 6857455"/>
                <a:gd name="connsiteY31" fmla="*/ 413691 h 874716"/>
                <a:gd name="connsiteX32" fmla="*/ 4692745 w 6857455"/>
                <a:gd name="connsiteY32" fmla="*/ 435790 h 874716"/>
                <a:gd name="connsiteX33" fmla="*/ 4375933 w 6857455"/>
                <a:gd name="connsiteY33" fmla="*/ 483417 h 874716"/>
                <a:gd name="connsiteX34" fmla="*/ 4185426 w 6857455"/>
                <a:gd name="connsiteY34" fmla="*/ 484179 h 874716"/>
                <a:gd name="connsiteX35" fmla="*/ 4052072 w 6857455"/>
                <a:gd name="connsiteY35" fmla="*/ 505134 h 874716"/>
                <a:gd name="connsiteX36" fmla="*/ 4029973 w 6857455"/>
                <a:gd name="connsiteY36" fmla="*/ 527233 h 874716"/>
                <a:gd name="connsiteX37" fmla="*/ 3948626 w 6857455"/>
                <a:gd name="connsiteY37" fmla="*/ 550666 h 874716"/>
                <a:gd name="connsiteX38" fmla="*/ 3871280 w 6857455"/>
                <a:gd name="connsiteY38" fmla="*/ 502275 h 874716"/>
                <a:gd name="connsiteX39" fmla="*/ 3774312 w 6857455"/>
                <a:gd name="connsiteY39" fmla="*/ 429122 h 874716"/>
                <a:gd name="connsiteX40" fmla="*/ 3721543 w 6857455"/>
                <a:gd name="connsiteY40" fmla="*/ 428552 h 874716"/>
                <a:gd name="connsiteX41" fmla="*/ 3612763 w 6857455"/>
                <a:gd name="connsiteY41" fmla="*/ 414263 h 874716"/>
                <a:gd name="connsiteX42" fmla="*/ 3537323 w 6857455"/>
                <a:gd name="connsiteY42" fmla="*/ 389878 h 874716"/>
                <a:gd name="connsiteX43" fmla="*/ 3431593 w 6857455"/>
                <a:gd name="connsiteY43" fmla="*/ 360921 h 874716"/>
                <a:gd name="connsiteX44" fmla="*/ 3392158 w 6857455"/>
                <a:gd name="connsiteY44" fmla="*/ 345681 h 874716"/>
                <a:gd name="connsiteX45" fmla="*/ 3297856 w 6857455"/>
                <a:gd name="connsiteY45" fmla="*/ 323010 h 874716"/>
                <a:gd name="connsiteX46" fmla="*/ 3219748 w 6857455"/>
                <a:gd name="connsiteY46" fmla="*/ 308151 h 874716"/>
                <a:gd name="connsiteX47" fmla="*/ 3156692 w 6857455"/>
                <a:gd name="connsiteY47" fmla="*/ 261668 h 874716"/>
                <a:gd name="connsiteX48" fmla="*/ 3136497 w 6857455"/>
                <a:gd name="connsiteY48" fmla="*/ 237663 h 874716"/>
                <a:gd name="connsiteX49" fmla="*/ 3119733 w 6857455"/>
                <a:gd name="connsiteY49" fmla="*/ 222233 h 874716"/>
                <a:gd name="connsiteX50" fmla="*/ 3045436 w 6857455"/>
                <a:gd name="connsiteY50" fmla="*/ 131742 h 874716"/>
                <a:gd name="connsiteX51" fmla="*/ 3037054 w 6857455"/>
                <a:gd name="connsiteY51" fmla="*/ 124121 h 874716"/>
                <a:gd name="connsiteX52" fmla="*/ 2936466 w 6857455"/>
                <a:gd name="connsiteY52" fmla="*/ 82400 h 874716"/>
                <a:gd name="connsiteX53" fmla="*/ 2901031 w 6857455"/>
                <a:gd name="connsiteY53" fmla="*/ 59731 h 874716"/>
                <a:gd name="connsiteX54" fmla="*/ 2828259 w 6857455"/>
                <a:gd name="connsiteY54" fmla="*/ 3149 h 874716"/>
                <a:gd name="connsiteX55" fmla="*/ 2799492 w 6857455"/>
                <a:gd name="connsiteY55" fmla="*/ 1245 h 874716"/>
                <a:gd name="connsiteX56" fmla="*/ 2693570 w 6857455"/>
                <a:gd name="connsiteY56" fmla="*/ 35154 h 874716"/>
                <a:gd name="connsiteX57" fmla="*/ 2639847 w 6857455"/>
                <a:gd name="connsiteY57" fmla="*/ 73448 h 874716"/>
                <a:gd name="connsiteX58" fmla="*/ 2621178 w 6857455"/>
                <a:gd name="connsiteY58" fmla="*/ 88688 h 874716"/>
                <a:gd name="connsiteX59" fmla="*/ 2489348 w 6857455"/>
                <a:gd name="connsiteY59" fmla="*/ 72304 h 874716"/>
                <a:gd name="connsiteX60" fmla="*/ 2452580 w 6857455"/>
                <a:gd name="connsiteY60" fmla="*/ 68683 h 874716"/>
                <a:gd name="connsiteX61" fmla="*/ 2326464 w 6857455"/>
                <a:gd name="connsiteY61" fmla="*/ 50395 h 874716"/>
                <a:gd name="connsiteX62" fmla="*/ 2300365 w 6857455"/>
                <a:gd name="connsiteY62" fmla="*/ 54777 h 874716"/>
                <a:gd name="connsiteX63" fmla="*/ 2130434 w 6857455"/>
                <a:gd name="connsiteY63" fmla="*/ 58397 h 874716"/>
                <a:gd name="connsiteX64" fmla="*/ 2118621 w 6857455"/>
                <a:gd name="connsiteY64" fmla="*/ 47919 h 874716"/>
                <a:gd name="connsiteX65" fmla="*/ 2057659 w 6857455"/>
                <a:gd name="connsiteY65" fmla="*/ 16866 h 874716"/>
                <a:gd name="connsiteX66" fmla="*/ 1976314 w 6857455"/>
                <a:gd name="connsiteY66" fmla="*/ 8865 h 874716"/>
                <a:gd name="connsiteX67" fmla="*/ 1961454 w 6857455"/>
                <a:gd name="connsiteY67" fmla="*/ 11724 h 874716"/>
                <a:gd name="connsiteX68" fmla="*/ 1906588 w 6857455"/>
                <a:gd name="connsiteY68" fmla="*/ 30964 h 874716"/>
                <a:gd name="connsiteX69" fmla="*/ 1783330 w 6857455"/>
                <a:gd name="connsiteY69" fmla="*/ 48871 h 874716"/>
                <a:gd name="connsiteX70" fmla="*/ 1759327 w 6857455"/>
                <a:gd name="connsiteY70" fmla="*/ 55349 h 874716"/>
                <a:gd name="connsiteX71" fmla="*/ 1716082 w 6857455"/>
                <a:gd name="connsiteY71" fmla="*/ 65445 h 874716"/>
                <a:gd name="connsiteX72" fmla="*/ 1598920 w 6857455"/>
                <a:gd name="connsiteY72" fmla="*/ 72114 h 874716"/>
                <a:gd name="connsiteX73" fmla="*/ 1542150 w 6857455"/>
                <a:gd name="connsiteY73" fmla="*/ 62207 h 874716"/>
                <a:gd name="connsiteX74" fmla="*/ 1516813 w 6857455"/>
                <a:gd name="connsiteY74" fmla="*/ 62779 h 874716"/>
                <a:gd name="connsiteX75" fmla="*/ 1432228 w 6857455"/>
                <a:gd name="connsiteY75" fmla="*/ 88116 h 874716"/>
                <a:gd name="connsiteX76" fmla="*/ 1224765 w 6857455"/>
                <a:gd name="connsiteY76" fmla="*/ 71924 h 874716"/>
                <a:gd name="connsiteX77" fmla="*/ 1159231 w 6857455"/>
                <a:gd name="connsiteY77" fmla="*/ 58207 h 874716"/>
                <a:gd name="connsiteX78" fmla="*/ 1124370 w 6857455"/>
                <a:gd name="connsiteY78" fmla="*/ 56301 h 874716"/>
                <a:gd name="connsiteX79" fmla="*/ 1075600 w 6857455"/>
                <a:gd name="connsiteY79" fmla="*/ 75542 h 874716"/>
                <a:gd name="connsiteX80" fmla="*/ 986633 w 6857455"/>
                <a:gd name="connsiteY80" fmla="*/ 79162 h 874716"/>
                <a:gd name="connsiteX81" fmla="*/ 861089 w 6857455"/>
                <a:gd name="connsiteY81" fmla="*/ 76304 h 874716"/>
                <a:gd name="connsiteX82" fmla="*/ 759168 w 6857455"/>
                <a:gd name="connsiteY82" fmla="*/ 104689 h 874716"/>
                <a:gd name="connsiteX83" fmla="*/ 723735 w 6857455"/>
                <a:gd name="connsiteY83" fmla="*/ 140696 h 874716"/>
                <a:gd name="connsiteX84" fmla="*/ 647532 w 6857455"/>
                <a:gd name="connsiteY84" fmla="*/ 147934 h 874716"/>
                <a:gd name="connsiteX85" fmla="*/ 552659 w 6857455"/>
                <a:gd name="connsiteY85" fmla="*/ 95926 h 874716"/>
                <a:gd name="connsiteX86" fmla="*/ 541800 w 6857455"/>
                <a:gd name="connsiteY86" fmla="*/ 97640 h 874716"/>
                <a:gd name="connsiteX87" fmla="*/ 375107 w 6857455"/>
                <a:gd name="connsiteY87" fmla="*/ 123169 h 874716"/>
                <a:gd name="connsiteX88" fmla="*/ 273567 w 6857455"/>
                <a:gd name="connsiteY88" fmla="*/ 145458 h 874716"/>
                <a:gd name="connsiteX89" fmla="*/ 264043 w 6857455"/>
                <a:gd name="connsiteY89" fmla="*/ 154792 h 874716"/>
                <a:gd name="connsiteX90" fmla="*/ 169360 w 6857455"/>
                <a:gd name="connsiteY90" fmla="*/ 177273 h 874716"/>
                <a:gd name="connsiteX91" fmla="*/ 89347 w 6857455"/>
                <a:gd name="connsiteY91" fmla="*/ 157460 h 874716"/>
                <a:gd name="connsiteX92" fmla="*/ 34291 w 6857455"/>
                <a:gd name="connsiteY92" fmla="*/ 145268 h 874716"/>
                <a:gd name="connsiteX93" fmla="*/ 0 w 6857455"/>
                <a:gd name="connsiteY93" fmla="*/ 142056 h 874716"/>
                <a:gd name="connsiteX94" fmla="*/ 0 w 6857455"/>
                <a:gd name="connsiteY94" fmla="*/ 849556 h 874716"/>
                <a:gd name="connsiteX95" fmla="*/ 60652 w 6857455"/>
                <a:gd name="connsiteY95" fmla="*/ 844783 h 874716"/>
                <a:gd name="connsiteX96" fmla="*/ 119068 w 6857455"/>
                <a:gd name="connsiteY96" fmla="*/ 827281 h 874716"/>
                <a:gd name="connsiteX97" fmla="*/ 171840 w 6857455"/>
                <a:gd name="connsiteY97" fmla="*/ 804420 h 874716"/>
                <a:gd name="connsiteX98" fmla="*/ 274329 w 6857455"/>
                <a:gd name="connsiteY98" fmla="*/ 794324 h 874716"/>
                <a:gd name="connsiteX99" fmla="*/ 306715 w 6857455"/>
                <a:gd name="connsiteY99" fmla="*/ 788798 h 874716"/>
                <a:gd name="connsiteX100" fmla="*/ 393967 w 6857455"/>
                <a:gd name="connsiteY100" fmla="*/ 765937 h 874716"/>
                <a:gd name="connsiteX101" fmla="*/ 493793 w 6857455"/>
                <a:gd name="connsiteY101" fmla="*/ 725549 h 874716"/>
                <a:gd name="connsiteX102" fmla="*/ 546373 w 6857455"/>
                <a:gd name="connsiteY102" fmla="*/ 740600 h 874716"/>
                <a:gd name="connsiteX103" fmla="*/ 730211 w 6857455"/>
                <a:gd name="connsiteY103" fmla="*/ 698116 h 874716"/>
                <a:gd name="connsiteX104" fmla="*/ 784889 w 6857455"/>
                <a:gd name="connsiteY104" fmla="*/ 676018 h 874716"/>
                <a:gd name="connsiteX105" fmla="*/ 800509 w 6857455"/>
                <a:gd name="connsiteY105" fmla="*/ 661349 h 874716"/>
                <a:gd name="connsiteX106" fmla="*/ 857661 w 6857455"/>
                <a:gd name="connsiteY106" fmla="*/ 626868 h 874716"/>
                <a:gd name="connsiteX107" fmla="*/ 949102 w 6857455"/>
                <a:gd name="connsiteY107" fmla="*/ 614676 h 874716"/>
                <a:gd name="connsiteX108" fmla="*/ 960342 w 6857455"/>
                <a:gd name="connsiteY108" fmla="*/ 607435 h 874716"/>
                <a:gd name="connsiteX109" fmla="*/ 977109 w 6857455"/>
                <a:gd name="connsiteY109" fmla="*/ 595815 h 874716"/>
                <a:gd name="connsiteX110" fmla="*/ 1071218 w 6857455"/>
                <a:gd name="connsiteY110" fmla="*/ 575240 h 874716"/>
                <a:gd name="connsiteX111" fmla="*/ 1091983 w 6857455"/>
                <a:gd name="connsiteY111" fmla="*/ 568764 h 874716"/>
                <a:gd name="connsiteX112" fmla="*/ 1109321 w 6857455"/>
                <a:gd name="connsiteY112" fmla="*/ 557904 h 874716"/>
                <a:gd name="connsiteX113" fmla="*/ 1162279 w 6857455"/>
                <a:gd name="connsiteY113" fmla="*/ 532949 h 874716"/>
                <a:gd name="connsiteX114" fmla="*/ 1206097 w 6857455"/>
                <a:gd name="connsiteY114" fmla="*/ 532187 h 874716"/>
                <a:gd name="connsiteX115" fmla="*/ 1266867 w 6857455"/>
                <a:gd name="connsiteY115" fmla="*/ 518088 h 874716"/>
                <a:gd name="connsiteX116" fmla="*/ 1380219 w 6857455"/>
                <a:gd name="connsiteY116" fmla="*/ 504182 h 874716"/>
                <a:gd name="connsiteX117" fmla="*/ 1403461 w 6857455"/>
                <a:gd name="connsiteY117" fmla="*/ 496180 h 874716"/>
                <a:gd name="connsiteX118" fmla="*/ 1544054 w 6857455"/>
                <a:gd name="connsiteY118" fmla="*/ 458268 h 874716"/>
                <a:gd name="connsiteX119" fmla="*/ 1656644 w 6857455"/>
                <a:gd name="connsiteY119" fmla="*/ 459032 h 874716"/>
                <a:gd name="connsiteX120" fmla="*/ 1665406 w 6857455"/>
                <a:gd name="connsiteY120" fmla="*/ 460747 h 874716"/>
                <a:gd name="connsiteX121" fmla="*/ 1708461 w 6857455"/>
                <a:gd name="connsiteY121" fmla="*/ 473318 h 874716"/>
                <a:gd name="connsiteX122" fmla="*/ 1775140 w 6857455"/>
                <a:gd name="connsiteY122" fmla="*/ 469891 h 874716"/>
                <a:gd name="connsiteX123" fmla="*/ 1821051 w 6857455"/>
                <a:gd name="connsiteY123" fmla="*/ 452554 h 874716"/>
                <a:gd name="connsiteX124" fmla="*/ 1878203 w 6857455"/>
                <a:gd name="connsiteY124" fmla="*/ 451792 h 874716"/>
                <a:gd name="connsiteX125" fmla="*/ 1943547 w 6857455"/>
                <a:gd name="connsiteY125" fmla="*/ 462651 h 874716"/>
                <a:gd name="connsiteX126" fmla="*/ 1972884 w 6857455"/>
                <a:gd name="connsiteY126" fmla="*/ 464937 h 874716"/>
                <a:gd name="connsiteX127" fmla="*/ 2053469 w 6857455"/>
                <a:gd name="connsiteY127" fmla="*/ 487417 h 874716"/>
                <a:gd name="connsiteX128" fmla="*/ 2101477 w 6857455"/>
                <a:gd name="connsiteY128" fmla="*/ 481893 h 874716"/>
                <a:gd name="connsiteX129" fmla="*/ 2148722 w 6857455"/>
                <a:gd name="connsiteY129" fmla="*/ 467033 h 874716"/>
                <a:gd name="connsiteX130" fmla="*/ 2179011 w 6857455"/>
                <a:gd name="connsiteY130" fmla="*/ 452744 h 874716"/>
                <a:gd name="connsiteX131" fmla="*/ 2240165 w 6857455"/>
                <a:gd name="connsiteY131" fmla="*/ 442648 h 874716"/>
                <a:gd name="connsiteX132" fmla="*/ 2251404 w 6857455"/>
                <a:gd name="connsiteY132" fmla="*/ 444172 h 874716"/>
                <a:gd name="connsiteX133" fmla="*/ 2433912 w 6857455"/>
                <a:gd name="connsiteY133" fmla="*/ 456746 h 874716"/>
                <a:gd name="connsiteX134" fmla="*/ 2506302 w 6857455"/>
                <a:gd name="connsiteY134" fmla="*/ 476939 h 874716"/>
                <a:gd name="connsiteX135" fmla="*/ 2521735 w 6857455"/>
                <a:gd name="connsiteY135" fmla="*/ 479415 h 874716"/>
                <a:gd name="connsiteX136" fmla="*/ 2675854 w 6857455"/>
                <a:gd name="connsiteY136" fmla="*/ 502086 h 874716"/>
                <a:gd name="connsiteX137" fmla="*/ 2692998 w 6857455"/>
                <a:gd name="connsiteY137" fmla="*/ 503038 h 874716"/>
                <a:gd name="connsiteX138" fmla="*/ 2740816 w 6857455"/>
                <a:gd name="connsiteY138" fmla="*/ 499037 h 874716"/>
                <a:gd name="connsiteX139" fmla="*/ 2853596 w 6857455"/>
                <a:gd name="connsiteY139" fmla="*/ 540187 h 874716"/>
                <a:gd name="connsiteX140" fmla="*/ 2966565 w 6857455"/>
                <a:gd name="connsiteY140" fmla="*/ 554286 h 874716"/>
                <a:gd name="connsiteX141" fmla="*/ 3028671 w 6857455"/>
                <a:gd name="connsiteY141" fmla="*/ 554094 h 874716"/>
                <a:gd name="connsiteX142" fmla="*/ 3073059 w 6857455"/>
                <a:gd name="connsiteY142" fmla="*/ 564192 h 874716"/>
                <a:gd name="connsiteX143" fmla="*/ 3182219 w 6857455"/>
                <a:gd name="connsiteY143" fmla="*/ 594862 h 874716"/>
                <a:gd name="connsiteX144" fmla="*/ 3233656 w 6857455"/>
                <a:gd name="connsiteY144" fmla="*/ 599625 h 874716"/>
                <a:gd name="connsiteX145" fmla="*/ 3288332 w 6857455"/>
                <a:gd name="connsiteY145" fmla="*/ 609914 h 874716"/>
                <a:gd name="connsiteX146" fmla="*/ 3423591 w 6857455"/>
                <a:gd name="connsiteY146" fmla="*/ 656015 h 874716"/>
                <a:gd name="connsiteX147" fmla="*/ 3534084 w 6857455"/>
                <a:gd name="connsiteY147" fmla="*/ 653349 h 874716"/>
                <a:gd name="connsiteX148" fmla="*/ 3604571 w 6857455"/>
                <a:gd name="connsiteY148" fmla="*/ 653918 h 874716"/>
                <a:gd name="connsiteX149" fmla="*/ 3688586 w 6857455"/>
                <a:gd name="connsiteY149" fmla="*/ 669160 h 874716"/>
                <a:gd name="connsiteX150" fmla="*/ 3757358 w 6857455"/>
                <a:gd name="connsiteY150" fmla="*/ 691450 h 874716"/>
                <a:gd name="connsiteX151" fmla="*/ 3852421 w 6857455"/>
                <a:gd name="connsiteY151" fmla="*/ 709167 h 874716"/>
                <a:gd name="connsiteX152" fmla="*/ 3947104 w 6857455"/>
                <a:gd name="connsiteY152" fmla="*/ 743267 h 874716"/>
                <a:gd name="connsiteX153" fmla="*/ 4013208 w 6857455"/>
                <a:gd name="connsiteY153" fmla="*/ 769367 h 874716"/>
                <a:gd name="connsiteX154" fmla="*/ 4105222 w 6857455"/>
                <a:gd name="connsiteY154" fmla="*/ 792418 h 874716"/>
                <a:gd name="connsiteX155" fmla="*/ 4246006 w 6857455"/>
                <a:gd name="connsiteY155" fmla="*/ 808610 h 874716"/>
                <a:gd name="connsiteX156" fmla="*/ 4310779 w 6857455"/>
                <a:gd name="connsiteY156" fmla="*/ 810326 h 874716"/>
                <a:gd name="connsiteX157" fmla="*/ 4413272 w 6857455"/>
                <a:gd name="connsiteY157" fmla="*/ 848235 h 874716"/>
                <a:gd name="connsiteX158" fmla="*/ 4457087 w 6857455"/>
                <a:gd name="connsiteY158" fmla="*/ 866524 h 874716"/>
                <a:gd name="connsiteX159" fmla="*/ 4496523 w 6857455"/>
                <a:gd name="connsiteY159" fmla="*/ 851284 h 874716"/>
                <a:gd name="connsiteX160" fmla="*/ 4522050 w 6857455"/>
                <a:gd name="connsiteY160" fmla="*/ 833757 h 874716"/>
                <a:gd name="connsiteX161" fmla="*/ 4602824 w 6857455"/>
                <a:gd name="connsiteY161" fmla="*/ 848618 h 874716"/>
                <a:gd name="connsiteX162" fmla="*/ 4688553 w 6857455"/>
                <a:gd name="connsiteY162" fmla="*/ 864238 h 874716"/>
                <a:gd name="connsiteX163" fmla="*/ 4749895 w 6857455"/>
                <a:gd name="connsiteY163" fmla="*/ 874716 h 874716"/>
                <a:gd name="connsiteX164" fmla="*/ 4826480 w 6857455"/>
                <a:gd name="connsiteY164" fmla="*/ 866334 h 874716"/>
                <a:gd name="connsiteX165" fmla="*/ 4886870 w 6857455"/>
                <a:gd name="connsiteY165" fmla="*/ 862906 h 874716"/>
                <a:gd name="connsiteX166" fmla="*/ 4935639 w 6857455"/>
                <a:gd name="connsiteY166" fmla="*/ 853190 h 874716"/>
                <a:gd name="connsiteX167" fmla="*/ 4952784 w 6857455"/>
                <a:gd name="connsiteY167" fmla="*/ 847473 h 874716"/>
                <a:gd name="connsiteX168" fmla="*/ 5088617 w 6857455"/>
                <a:gd name="connsiteY168" fmla="*/ 802896 h 874716"/>
                <a:gd name="connsiteX169" fmla="*/ 5233781 w 6857455"/>
                <a:gd name="connsiteY169" fmla="*/ 767271 h 874716"/>
                <a:gd name="connsiteX170" fmla="*/ 5327893 w 6857455"/>
                <a:gd name="connsiteY170" fmla="*/ 789752 h 874716"/>
                <a:gd name="connsiteX171" fmla="*/ 5362946 w 6857455"/>
                <a:gd name="connsiteY171" fmla="*/ 789370 h 874716"/>
                <a:gd name="connsiteX172" fmla="*/ 5524115 w 6857455"/>
                <a:gd name="connsiteY172" fmla="*/ 794514 h 874716"/>
                <a:gd name="connsiteX173" fmla="*/ 5552500 w 6857455"/>
                <a:gd name="connsiteY173" fmla="*/ 800038 h 874716"/>
                <a:gd name="connsiteX174" fmla="*/ 5705857 w 6857455"/>
                <a:gd name="connsiteY174" fmla="*/ 777367 h 874716"/>
                <a:gd name="connsiteX175" fmla="*/ 5761485 w 6857455"/>
                <a:gd name="connsiteY175" fmla="*/ 773557 h 874716"/>
                <a:gd name="connsiteX176" fmla="*/ 5812731 w 6857455"/>
                <a:gd name="connsiteY176" fmla="*/ 767271 h 874716"/>
                <a:gd name="connsiteX177" fmla="*/ 5884361 w 6857455"/>
                <a:gd name="connsiteY177" fmla="*/ 765747 h 874716"/>
                <a:gd name="connsiteX178" fmla="*/ 5958660 w 6857455"/>
                <a:gd name="connsiteY178" fmla="*/ 768605 h 874716"/>
                <a:gd name="connsiteX179" fmla="*/ 6041528 w 6857455"/>
                <a:gd name="connsiteY179" fmla="*/ 768033 h 874716"/>
                <a:gd name="connsiteX180" fmla="*/ 6074297 w 6857455"/>
                <a:gd name="connsiteY180" fmla="*/ 763081 h 874716"/>
                <a:gd name="connsiteX181" fmla="*/ 6162880 w 6857455"/>
                <a:gd name="connsiteY181" fmla="*/ 766509 h 874716"/>
                <a:gd name="connsiteX182" fmla="*/ 6209364 w 6857455"/>
                <a:gd name="connsiteY182" fmla="*/ 760795 h 874716"/>
                <a:gd name="connsiteX183" fmla="*/ 6285948 w 6857455"/>
                <a:gd name="connsiteY183" fmla="*/ 759651 h 874716"/>
                <a:gd name="connsiteX184" fmla="*/ 6310905 w 6857455"/>
                <a:gd name="connsiteY184" fmla="*/ 758316 h 874716"/>
                <a:gd name="connsiteX185" fmla="*/ 6333194 w 6857455"/>
                <a:gd name="connsiteY185" fmla="*/ 757554 h 874716"/>
                <a:gd name="connsiteX186" fmla="*/ 6409586 w 6857455"/>
                <a:gd name="connsiteY186" fmla="*/ 773177 h 874716"/>
                <a:gd name="connsiteX187" fmla="*/ 6477407 w 6857455"/>
                <a:gd name="connsiteY187" fmla="*/ 774129 h 874716"/>
                <a:gd name="connsiteX188" fmla="*/ 6596283 w 6857455"/>
                <a:gd name="connsiteY188" fmla="*/ 786703 h 874716"/>
                <a:gd name="connsiteX189" fmla="*/ 6622573 w 6857455"/>
                <a:gd name="connsiteY189" fmla="*/ 782321 h 874716"/>
                <a:gd name="connsiteX190" fmla="*/ 6704872 w 6857455"/>
                <a:gd name="connsiteY190" fmla="*/ 780607 h 874716"/>
                <a:gd name="connsiteX191" fmla="*/ 6751738 w 6857455"/>
                <a:gd name="connsiteY191" fmla="*/ 779273 h 874716"/>
                <a:gd name="connsiteX192" fmla="*/ 6809650 w 6857455"/>
                <a:gd name="connsiteY192" fmla="*/ 788417 h 874716"/>
                <a:gd name="connsiteX193" fmla="*/ 6832976 w 6857455"/>
                <a:gd name="connsiteY193" fmla="*/ 800428 h 874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Lst>
              <a:rect l="l" t="t" r="r" b="b"/>
              <a:pathLst>
                <a:path w="6857455" h="874716">
                  <a:moveTo>
                    <a:pt x="6857455" y="804643"/>
                  </a:moveTo>
                  <a:lnTo>
                    <a:pt x="6857455" y="562246"/>
                  </a:lnTo>
                  <a:lnTo>
                    <a:pt x="6829178" y="551284"/>
                  </a:lnTo>
                  <a:cubicBezTo>
                    <a:pt x="6805745" y="539044"/>
                    <a:pt x="6784885" y="521708"/>
                    <a:pt x="6766024" y="500372"/>
                  </a:cubicBezTo>
                  <a:cubicBezTo>
                    <a:pt x="6755166" y="488179"/>
                    <a:pt x="6746784" y="486845"/>
                    <a:pt x="6734971" y="500944"/>
                  </a:cubicBezTo>
                  <a:cubicBezTo>
                    <a:pt x="6721257" y="517326"/>
                    <a:pt x="6701634" y="510850"/>
                    <a:pt x="6683915" y="507040"/>
                  </a:cubicBezTo>
                  <a:cubicBezTo>
                    <a:pt x="6665629" y="503230"/>
                    <a:pt x="6647148" y="499228"/>
                    <a:pt x="6628860" y="495418"/>
                  </a:cubicBezTo>
                  <a:cubicBezTo>
                    <a:pt x="6615335" y="492752"/>
                    <a:pt x="6601999" y="490466"/>
                    <a:pt x="6588662" y="487227"/>
                  </a:cubicBezTo>
                  <a:cubicBezTo>
                    <a:pt x="6547133" y="477129"/>
                    <a:pt x="6509794" y="480177"/>
                    <a:pt x="6476074" y="511230"/>
                  </a:cubicBezTo>
                  <a:cubicBezTo>
                    <a:pt x="6450356" y="535043"/>
                    <a:pt x="6417399" y="542093"/>
                    <a:pt x="6382345" y="534853"/>
                  </a:cubicBezTo>
                  <a:cubicBezTo>
                    <a:pt x="6377963" y="533901"/>
                    <a:pt x="6372439" y="530091"/>
                    <a:pt x="6369391" y="531615"/>
                  </a:cubicBezTo>
                  <a:cubicBezTo>
                    <a:pt x="6323479" y="553904"/>
                    <a:pt x="6287092" y="514658"/>
                    <a:pt x="6244799" y="512182"/>
                  </a:cubicBezTo>
                  <a:cubicBezTo>
                    <a:pt x="6226130" y="511040"/>
                    <a:pt x="6207079" y="496942"/>
                    <a:pt x="6190315" y="485703"/>
                  </a:cubicBezTo>
                  <a:cubicBezTo>
                    <a:pt x="6167262" y="470271"/>
                    <a:pt x="6146687" y="455412"/>
                    <a:pt x="6115446" y="462270"/>
                  </a:cubicBezTo>
                  <a:cubicBezTo>
                    <a:pt x="6084203" y="469319"/>
                    <a:pt x="6055627" y="456364"/>
                    <a:pt x="6032194" y="434266"/>
                  </a:cubicBezTo>
                  <a:cubicBezTo>
                    <a:pt x="6014287" y="417501"/>
                    <a:pt x="5994665" y="415977"/>
                    <a:pt x="5971042" y="420738"/>
                  </a:cubicBezTo>
                  <a:cubicBezTo>
                    <a:pt x="5941513" y="426645"/>
                    <a:pt x="5910842" y="427027"/>
                    <a:pt x="5880933" y="430646"/>
                  </a:cubicBezTo>
                  <a:cubicBezTo>
                    <a:pt x="5874454" y="431408"/>
                    <a:pt x="5866265" y="434076"/>
                    <a:pt x="5862452" y="438648"/>
                  </a:cubicBezTo>
                  <a:cubicBezTo>
                    <a:pt x="5815779" y="495418"/>
                    <a:pt x="5750055" y="495990"/>
                    <a:pt x="5685283" y="498658"/>
                  </a:cubicBezTo>
                  <a:cubicBezTo>
                    <a:pt x="5646039" y="500372"/>
                    <a:pt x="5606604" y="500372"/>
                    <a:pt x="5567169" y="499420"/>
                  </a:cubicBezTo>
                  <a:cubicBezTo>
                    <a:pt x="5553832" y="499228"/>
                    <a:pt x="5539736" y="496180"/>
                    <a:pt x="5527923" y="490466"/>
                  </a:cubicBezTo>
                  <a:cubicBezTo>
                    <a:pt x="5503348" y="478463"/>
                    <a:pt x="5480680" y="462843"/>
                    <a:pt x="5456292" y="450650"/>
                  </a:cubicBezTo>
                  <a:cubicBezTo>
                    <a:pt x="5447151" y="445886"/>
                    <a:pt x="5435338" y="445696"/>
                    <a:pt x="5424670" y="444934"/>
                  </a:cubicBezTo>
                  <a:cubicBezTo>
                    <a:pt x="5405809" y="443410"/>
                    <a:pt x="5384854" y="447982"/>
                    <a:pt x="5368662" y="441124"/>
                  </a:cubicBezTo>
                  <a:cubicBezTo>
                    <a:pt x="5326559" y="423407"/>
                    <a:pt x="5287123" y="427407"/>
                    <a:pt x="5247118" y="444934"/>
                  </a:cubicBezTo>
                  <a:cubicBezTo>
                    <a:pt x="5191108" y="469509"/>
                    <a:pt x="5138148" y="467605"/>
                    <a:pt x="5088617" y="428742"/>
                  </a:cubicBezTo>
                  <a:cubicBezTo>
                    <a:pt x="5066328" y="411215"/>
                    <a:pt x="5044609" y="419596"/>
                    <a:pt x="5025750" y="433694"/>
                  </a:cubicBezTo>
                  <a:cubicBezTo>
                    <a:pt x="5004032" y="450078"/>
                    <a:pt x="4982885" y="454268"/>
                    <a:pt x="4957930" y="442268"/>
                  </a:cubicBezTo>
                  <a:cubicBezTo>
                    <a:pt x="4952404" y="439600"/>
                    <a:pt x="4944594" y="440933"/>
                    <a:pt x="4938116" y="441886"/>
                  </a:cubicBezTo>
                  <a:cubicBezTo>
                    <a:pt x="4901158" y="446648"/>
                    <a:pt x="4864009" y="454650"/>
                    <a:pt x="4833910" y="421693"/>
                  </a:cubicBezTo>
                  <a:cubicBezTo>
                    <a:pt x="4828004" y="415214"/>
                    <a:pt x="4818097" y="412549"/>
                    <a:pt x="4810095" y="408167"/>
                  </a:cubicBezTo>
                  <a:cubicBezTo>
                    <a:pt x="4776566" y="390258"/>
                    <a:pt x="4777900" y="391974"/>
                    <a:pt x="4747991" y="413691"/>
                  </a:cubicBezTo>
                  <a:cubicBezTo>
                    <a:pt x="4732369" y="425121"/>
                    <a:pt x="4710842" y="436742"/>
                    <a:pt x="4692745" y="435790"/>
                  </a:cubicBezTo>
                  <a:cubicBezTo>
                    <a:pt x="4583584" y="430075"/>
                    <a:pt x="4479758" y="457508"/>
                    <a:pt x="4375933" y="483417"/>
                  </a:cubicBezTo>
                  <a:cubicBezTo>
                    <a:pt x="4311923" y="499420"/>
                    <a:pt x="4249436" y="500372"/>
                    <a:pt x="4185426" y="484179"/>
                  </a:cubicBezTo>
                  <a:cubicBezTo>
                    <a:pt x="4139133" y="472367"/>
                    <a:pt x="4095315" y="491800"/>
                    <a:pt x="4052072" y="505134"/>
                  </a:cubicBezTo>
                  <a:cubicBezTo>
                    <a:pt x="4043117" y="507799"/>
                    <a:pt x="4034735" y="518278"/>
                    <a:pt x="4029973" y="527233"/>
                  </a:cubicBezTo>
                  <a:cubicBezTo>
                    <a:pt x="4012826" y="558858"/>
                    <a:pt x="3984441" y="563810"/>
                    <a:pt x="3948626" y="550666"/>
                  </a:cubicBezTo>
                  <a:cubicBezTo>
                    <a:pt x="3920241" y="540377"/>
                    <a:pt x="3894332" y="526661"/>
                    <a:pt x="3871280" y="502275"/>
                  </a:cubicBezTo>
                  <a:cubicBezTo>
                    <a:pt x="3844229" y="473701"/>
                    <a:pt x="3816224" y="441124"/>
                    <a:pt x="3774312" y="429122"/>
                  </a:cubicBezTo>
                  <a:cubicBezTo>
                    <a:pt x="3756214" y="423979"/>
                    <a:pt x="3740593" y="423217"/>
                    <a:pt x="3721543" y="428552"/>
                  </a:cubicBezTo>
                  <a:cubicBezTo>
                    <a:pt x="3684583" y="438837"/>
                    <a:pt x="3647436" y="446078"/>
                    <a:pt x="3612763" y="414263"/>
                  </a:cubicBezTo>
                  <a:cubicBezTo>
                    <a:pt x="3593712" y="396736"/>
                    <a:pt x="3567994" y="385496"/>
                    <a:pt x="3537323" y="389878"/>
                  </a:cubicBezTo>
                  <a:cubicBezTo>
                    <a:pt x="3499031" y="395402"/>
                    <a:pt x="3464168" y="381496"/>
                    <a:pt x="3431593" y="360921"/>
                  </a:cubicBezTo>
                  <a:cubicBezTo>
                    <a:pt x="3419971" y="353491"/>
                    <a:pt x="3405682" y="349301"/>
                    <a:pt x="3392158" y="345681"/>
                  </a:cubicBezTo>
                  <a:cubicBezTo>
                    <a:pt x="3360915" y="337298"/>
                    <a:pt x="3329480" y="329868"/>
                    <a:pt x="3297856" y="323010"/>
                  </a:cubicBezTo>
                  <a:cubicBezTo>
                    <a:pt x="3271948" y="317296"/>
                    <a:pt x="3245849" y="313104"/>
                    <a:pt x="3219748" y="308151"/>
                  </a:cubicBezTo>
                  <a:cubicBezTo>
                    <a:pt x="3191173" y="302817"/>
                    <a:pt x="3168502" y="290433"/>
                    <a:pt x="3156692" y="261668"/>
                  </a:cubicBezTo>
                  <a:cubicBezTo>
                    <a:pt x="3152882" y="252524"/>
                    <a:pt x="3143737" y="245283"/>
                    <a:pt x="3136497" y="237663"/>
                  </a:cubicBezTo>
                  <a:cubicBezTo>
                    <a:pt x="3131355" y="232139"/>
                    <a:pt x="3124495" y="227947"/>
                    <a:pt x="3119733" y="222233"/>
                  </a:cubicBezTo>
                  <a:cubicBezTo>
                    <a:pt x="3094776" y="192132"/>
                    <a:pt x="3070201" y="161843"/>
                    <a:pt x="3045436" y="131742"/>
                  </a:cubicBezTo>
                  <a:cubicBezTo>
                    <a:pt x="3042958" y="128884"/>
                    <a:pt x="3040292" y="125455"/>
                    <a:pt x="3037054" y="124121"/>
                  </a:cubicBezTo>
                  <a:cubicBezTo>
                    <a:pt x="3003525" y="110215"/>
                    <a:pt x="2969614" y="97070"/>
                    <a:pt x="2936466" y="82400"/>
                  </a:cubicBezTo>
                  <a:cubicBezTo>
                    <a:pt x="2923702" y="76686"/>
                    <a:pt x="2910558" y="69637"/>
                    <a:pt x="2901031" y="59731"/>
                  </a:cubicBezTo>
                  <a:cubicBezTo>
                    <a:pt x="2879314" y="37250"/>
                    <a:pt x="2859502" y="12866"/>
                    <a:pt x="2828259" y="3149"/>
                  </a:cubicBezTo>
                  <a:cubicBezTo>
                    <a:pt x="2819114" y="293"/>
                    <a:pt x="2808256" y="-1231"/>
                    <a:pt x="2799492" y="1245"/>
                  </a:cubicBezTo>
                  <a:cubicBezTo>
                    <a:pt x="2763867" y="11532"/>
                    <a:pt x="2729005" y="24296"/>
                    <a:pt x="2693570" y="35154"/>
                  </a:cubicBezTo>
                  <a:cubicBezTo>
                    <a:pt x="2671092" y="41823"/>
                    <a:pt x="2650707" y="49825"/>
                    <a:pt x="2639847" y="73448"/>
                  </a:cubicBezTo>
                  <a:cubicBezTo>
                    <a:pt x="2636801" y="80114"/>
                    <a:pt x="2628226" y="87354"/>
                    <a:pt x="2621178" y="88688"/>
                  </a:cubicBezTo>
                  <a:cubicBezTo>
                    <a:pt x="2575839" y="97260"/>
                    <a:pt x="2531069" y="101451"/>
                    <a:pt x="2489348" y="72304"/>
                  </a:cubicBezTo>
                  <a:cubicBezTo>
                    <a:pt x="2480585" y="66017"/>
                    <a:pt x="2464201" y="66017"/>
                    <a:pt x="2452580" y="68683"/>
                  </a:cubicBezTo>
                  <a:cubicBezTo>
                    <a:pt x="2407811" y="78590"/>
                    <a:pt x="2365328" y="82020"/>
                    <a:pt x="2326464" y="50395"/>
                  </a:cubicBezTo>
                  <a:cubicBezTo>
                    <a:pt x="2321892" y="46585"/>
                    <a:pt x="2307224" y="50015"/>
                    <a:pt x="2300365" y="54777"/>
                  </a:cubicBezTo>
                  <a:cubicBezTo>
                    <a:pt x="2234259" y="101261"/>
                    <a:pt x="2198064" y="102405"/>
                    <a:pt x="2130434" y="58397"/>
                  </a:cubicBezTo>
                  <a:cubicBezTo>
                    <a:pt x="2126052" y="55539"/>
                    <a:pt x="2120337" y="52301"/>
                    <a:pt x="2118621" y="47919"/>
                  </a:cubicBezTo>
                  <a:cubicBezTo>
                    <a:pt x="2107001" y="19914"/>
                    <a:pt x="2082236" y="19152"/>
                    <a:pt x="2057659" y="16866"/>
                  </a:cubicBezTo>
                  <a:cubicBezTo>
                    <a:pt x="2030608" y="14390"/>
                    <a:pt x="2003555" y="11152"/>
                    <a:pt x="1976314" y="8865"/>
                  </a:cubicBezTo>
                  <a:cubicBezTo>
                    <a:pt x="1971550" y="8483"/>
                    <a:pt x="1966216" y="10007"/>
                    <a:pt x="1961454" y="11724"/>
                  </a:cubicBezTo>
                  <a:cubicBezTo>
                    <a:pt x="1943165" y="18010"/>
                    <a:pt x="1925449" y="27154"/>
                    <a:pt x="1906588" y="30964"/>
                  </a:cubicBezTo>
                  <a:cubicBezTo>
                    <a:pt x="1865821" y="39156"/>
                    <a:pt x="1826385" y="55539"/>
                    <a:pt x="1783330" y="48871"/>
                  </a:cubicBezTo>
                  <a:cubicBezTo>
                    <a:pt x="1775902" y="47729"/>
                    <a:pt x="1767327" y="53253"/>
                    <a:pt x="1759327" y="55349"/>
                  </a:cubicBezTo>
                  <a:cubicBezTo>
                    <a:pt x="1744849" y="58969"/>
                    <a:pt x="1730750" y="64111"/>
                    <a:pt x="1716082" y="65445"/>
                  </a:cubicBezTo>
                  <a:cubicBezTo>
                    <a:pt x="1677218" y="68875"/>
                    <a:pt x="1637975" y="71924"/>
                    <a:pt x="1598920" y="72114"/>
                  </a:cubicBezTo>
                  <a:cubicBezTo>
                    <a:pt x="1580061" y="72304"/>
                    <a:pt x="1561201" y="65065"/>
                    <a:pt x="1542150" y="62207"/>
                  </a:cubicBezTo>
                  <a:cubicBezTo>
                    <a:pt x="1533578" y="60873"/>
                    <a:pt x="1519669" y="58587"/>
                    <a:pt x="1516813" y="62779"/>
                  </a:cubicBezTo>
                  <a:cubicBezTo>
                    <a:pt x="1494714" y="94592"/>
                    <a:pt x="1463661" y="88496"/>
                    <a:pt x="1432228" y="88116"/>
                  </a:cubicBezTo>
                  <a:cubicBezTo>
                    <a:pt x="1362884" y="87354"/>
                    <a:pt x="1295826" y="60493"/>
                    <a:pt x="1224765" y="71924"/>
                  </a:cubicBezTo>
                  <a:cubicBezTo>
                    <a:pt x="1204191" y="75162"/>
                    <a:pt x="1181330" y="62397"/>
                    <a:pt x="1159231" y="58207"/>
                  </a:cubicBezTo>
                  <a:cubicBezTo>
                    <a:pt x="1147801" y="56111"/>
                    <a:pt x="1135228" y="53633"/>
                    <a:pt x="1124370" y="56301"/>
                  </a:cubicBezTo>
                  <a:cubicBezTo>
                    <a:pt x="1107605" y="60493"/>
                    <a:pt x="1091411" y="68113"/>
                    <a:pt x="1075600" y="75542"/>
                  </a:cubicBezTo>
                  <a:cubicBezTo>
                    <a:pt x="1046261" y="89258"/>
                    <a:pt x="1016162" y="89258"/>
                    <a:pt x="986633" y="79162"/>
                  </a:cubicBezTo>
                  <a:cubicBezTo>
                    <a:pt x="944722" y="64873"/>
                    <a:pt x="903193" y="64873"/>
                    <a:pt x="861089" y="76304"/>
                  </a:cubicBezTo>
                  <a:cubicBezTo>
                    <a:pt x="826990" y="85638"/>
                    <a:pt x="791935" y="92116"/>
                    <a:pt x="759168" y="104689"/>
                  </a:cubicBezTo>
                  <a:cubicBezTo>
                    <a:pt x="744689" y="110215"/>
                    <a:pt x="732497" y="126597"/>
                    <a:pt x="723735" y="140696"/>
                  </a:cubicBezTo>
                  <a:cubicBezTo>
                    <a:pt x="706018" y="169271"/>
                    <a:pt x="674013" y="169081"/>
                    <a:pt x="647532" y="147934"/>
                  </a:cubicBezTo>
                  <a:cubicBezTo>
                    <a:pt x="619717" y="125645"/>
                    <a:pt x="584664" y="112501"/>
                    <a:pt x="552659" y="95926"/>
                  </a:cubicBezTo>
                  <a:cubicBezTo>
                    <a:pt x="549993" y="94592"/>
                    <a:pt x="545039" y="96116"/>
                    <a:pt x="541800" y="97640"/>
                  </a:cubicBezTo>
                  <a:cubicBezTo>
                    <a:pt x="488649" y="122407"/>
                    <a:pt x="433593" y="126979"/>
                    <a:pt x="375107" y="123169"/>
                  </a:cubicBezTo>
                  <a:cubicBezTo>
                    <a:pt x="341960" y="121073"/>
                    <a:pt x="307289" y="137076"/>
                    <a:pt x="273567" y="145458"/>
                  </a:cubicBezTo>
                  <a:cubicBezTo>
                    <a:pt x="269757" y="146410"/>
                    <a:pt x="266519" y="151174"/>
                    <a:pt x="264043" y="154792"/>
                  </a:cubicBezTo>
                  <a:cubicBezTo>
                    <a:pt x="240228" y="190800"/>
                    <a:pt x="208223" y="200706"/>
                    <a:pt x="169360" y="177273"/>
                  </a:cubicBezTo>
                  <a:cubicBezTo>
                    <a:pt x="143643" y="161651"/>
                    <a:pt x="118114" y="158032"/>
                    <a:pt x="89347" y="157460"/>
                  </a:cubicBezTo>
                  <a:cubicBezTo>
                    <a:pt x="71059" y="157078"/>
                    <a:pt x="52962" y="147934"/>
                    <a:pt x="34291" y="145268"/>
                  </a:cubicBezTo>
                  <a:lnTo>
                    <a:pt x="0" y="142056"/>
                  </a:lnTo>
                  <a:lnTo>
                    <a:pt x="0" y="849556"/>
                  </a:lnTo>
                  <a:lnTo>
                    <a:pt x="60652" y="844783"/>
                  </a:lnTo>
                  <a:cubicBezTo>
                    <a:pt x="80251" y="839473"/>
                    <a:pt x="99446" y="832043"/>
                    <a:pt x="119068" y="827281"/>
                  </a:cubicBezTo>
                  <a:cubicBezTo>
                    <a:pt x="137355" y="822899"/>
                    <a:pt x="154501" y="812802"/>
                    <a:pt x="171840" y="804420"/>
                  </a:cubicBezTo>
                  <a:cubicBezTo>
                    <a:pt x="204985" y="788417"/>
                    <a:pt x="240420" y="798514"/>
                    <a:pt x="274329" y="794324"/>
                  </a:cubicBezTo>
                  <a:cubicBezTo>
                    <a:pt x="285188" y="792990"/>
                    <a:pt x="296046" y="791466"/>
                    <a:pt x="306715" y="788798"/>
                  </a:cubicBezTo>
                  <a:cubicBezTo>
                    <a:pt x="335864" y="781749"/>
                    <a:pt x="365583" y="775653"/>
                    <a:pt x="393967" y="765937"/>
                  </a:cubicBezTo>
                  <a:cubicBezTo>
                    <a:pt x="426165" y="755078"/>
                    <a:pt x="457028" y="740600"/>
                    <a:pt x="493793" y="725549"/>
                  </a:cubicBezTo>
                  <a:cubicBezTo>
                    <a:pt x="506557" y="729360"/>
                    <a:pt x="526180" y="739648"/>
                    <a:pt x="546373" y="740600"/>
                  </a:cubicBezTo>
                  <a:cubicBezTo>
                    <a:pt x="611337" y="743838"/>
                    <a:pt x="672107" y="726121"/>
                    <a:pt x="730211" y="698116"/>
                  </a:cubicBezTo>
                  <a:cubicBezTo>
                    <a:pt x="747927" y="689734"/>
                    <a:pt x="766980" y="684210"/>
                    <a:pt x="784889" y="676018"/>
                  </a:cubicBezTo>
                  <a:cubicBezTo>
                    <a:pt x="791173" y="673161"/>
                    <a:pt x="799365" y="667065"/>
                    <a:pt x="800509" y="661349"/>
                  </a:cubicBezTo>
                  <a:cubicBezTo>
                    <a:pt x="807175" y="628201"/>
                    <a:pt x="831942" y="628772"/>
                    <a:pt x="857661" y="626868"/>
                  </a:cubicBezTo>
                  <a:cubicBezTo>
                    <a:pt x="888332" y="624582"/>
                    <a:pt x="918621" y="619248"/>
                    <a:pt x="949102" y="614676"/>
                  </a:cubicBezTo>
                  <a:cubicBezTo>
                    <a:pt x="953104" y="614104"/>
                    <a:pt x="956722" y="610104"/>
                    <a:pt x="960342" y="607435"/>
                  </a:cubicBezTo>
                  <a:cubicBezTo>
                    <a:pt x="965867" y="603435"/>
                    <a:pt x="971011" y="597339"/>
                    <a:pt x="977109" y="595815"/>
                  </a:cubicBezTo>
                  <a:cubicBezTo>
                    <a:pt x="1008350" y="588385"/>
                    <a:pt x="1039783" y="582099"/>
                    <a:pt x="1071218" y="575240"/>
                  </a:cubicBezTo>
                  <a:cubicBezTo>
                    <a:pt x="1078266" y="573716"/>
                    <a:pt x="1085505" y="571812"/>
                    <a:pt x="1091983" y="568764"/>
                  </a:cubicBezTo>
                  <a:cubicBezTo>
                    <a:pt x="1098079" y="565906"/>
                    <a:pt x="1103223" y="560952"/>
                    <a:pt x="1109321" y="557904"/>
                  </a:cubicBezTo>
                  <a:cubicBezTo>
                    <a:pt x="1125892" y="549714"/>
                    <a:pt x="1142851" y="542093"/>
                    <a:pt x="1162279" y="532949"/>
                  </a:cubicBezTo>
                  <a:cubicBezTo>
                    <a:pt x="1173138" y="550094"/>
                    <a:pt x="1187810" y="540377"/>
                    <a:pt x="1206097" y="532187"/>
                  </a:cubicBezTo>
                  <a:cubicBezTo>
                    <a:pt x="1224765" y="523805"/>
                    <a:pt x="1246292" y="521137"/>
                    <a:pt x="1266867" y="518088"/>
                  </a:cubicBezTo>
                  <a:cubicBezTo>
                    <a:pt x="1304588" y="512564"/>
                    <a:pt x="1342499" y="509134"/>
                    <a:pt x="1380219" y="504182"/>
                  </a:cubicBezTo>
                  <a:cubicBezTo>
                    <a:pt x="1388221" y="503038"/>
                    <a:pt x="1397365" y="500944"/>
                    <a:pt x="1403461" y="496180"/>
                  </a:cubicBezTo>
                  <a:cubicBezTo>
                    <a:pt x="1445181" y="464175"/>
                    <a:pt x="1495858" y="455222"/>
                    <a:pt x="1544054" y="458268"/>
                  </a:cubicBezTo>
                  <a:cubicBezTo>
                    <a:pt x="1581965" y="460557"/>
                    <a:pt x="1619114" y="462270"/>
                    <a:pt x="1656644" y="459032"/>
                  </a:cubicBezTo>
                  <a:cubicBezTo>
                    <a:pt x="1659502" y="458841"/>
                    <a:pt x="1663312" y="459223"/>
                    <a:pt x="1665406" y="460747"/>
                  </a:cubicBezTo>
                  <a:cubicBezTo>
                    <a:pt x="1678360" y="470843"/>
                    <a:pt x="1691887" y="471605"/>
                    <a:pt x="1708461" y="473318"/>
                  </a:cubicBezTo>
                  <a:cubicBezTo>
                    <a:pt x="1731894" y="475797"/>
                    <a:pt x="1753421" y="474081"/>
                    <a:pt x="1775140" y="469891"/>
                  </a:cubicBezTo>
                  <a:cubicBezTo>
                    <a:pt x="1790952" y="466843"/>
                    <a:pt x="1806953" y="460557"/>
                    <a:pt x="1821051" y="452554"/>
                  </a:cubicBezTo>
                  <a:cubicBezTo>
                    <a:pt x="1840672" y="441314"/>
                    <a:pt x="1859535" y="436934"/>
                    <a:pt x="1878203" y="451792"/>
                  </a:cubicBezTo>
                  <a:cubicBezTo>
                    <a:pt x="1898396" y="467605"/>
                    <a:pt x="1921257" y="462081"/>
                    <a:pt x="1943547" y="462651"/>
                  </a:cubicBezTo>
                  <a:cubicBezTo>
                    <a:pt x="1953262" y="462843"/>
                    <a:pt x="1963550" y="462461"/>
                    <a:pt x="1972884" y="464937"/>
                  </a:cubicBezTo>
                  <a:cubicBezTo>
                    <a:pt x="1999935" y="471987"/>
                    <a:pt x="2026036" y="482655"/>
                    <a:pt x="2053469" y="487417"/>
                  </a:cubicBezTo>
                  <a:cubicBezTo>
                    <a:pt x="2068710" y="490084"/>
                    <a:pt x="2085664" y="485321"/>
                    <a:pt x="2101477" y="481893"/>
                  </a:cubicBezTo>
                  <a:cubicBezTo>
                    <a:pt x="2117479" y="478273"/>
                    <a:pt x="2133290" y="472749"/>
                    <a:pt x="2148722" y="467033"/>
                  </a:cubicBezTo>
                  <a:cubicBezTo>
                    <a:pt x="2159199" y="463223"/>
                    <a:pt x="2170629" y="459603"/>
                    <a:pt x="2179011" y="452744"/>
                  </a:cubicBezTo>
                  <a:cubicBezTo>
                    <a:pt x="2198064" y="437124"/>
                    <a:pt x="2217685" y="434455"/>
                    <a:pt x="2240165" y="442648"/>
                  </a:cubicBezTo>
                  <a:cubicBezTo>
                    <a:pt x="2243593" y="443982"/>
                    <a:pt x="2247594" y="443982"/>
                    <a:pt x="2251404" y="444172"/>
                  </a:cubicBezTo>
                  <a:cubicBezTo>
                    <a:pt x="2312370" y="448172"/>
                    <a:pt x="2373330" y="450650"/>
                    <a:pt x="2433912" y="456746"/>
                  </a:cubicBezTo>
                  <a:cubicBezTo>
                    <a:pt x="2458485" y="459223"/>
                    <a:pt x="2482107" y="470081"/>
                    <a:pt x="2506302" y="476939"/>
                  </a:cubicBezTo>
                  <a:cubicBezTo>
                    <a:pt x="2511256" y="478273"/>
                    <a:pt x="2516783" y="480369"/>
                    <a:pt x="2521735" y="479415"/>
                  </a:cubicBezTo>
                  <a:cubicBezTo>
                    <a:pt x="2575647" y="469891"/>
                    <a:pt x="2626132" y="483797"/>
                    <a:pt x="2675854" y="502086"/>
                  </a:cubicBezTo>
                  <a:cubicBezTo>
                    <a:pt x="2680996" y="503992"/>
                    <a:pt x="2687282" y="503419"/>
                    <a:pt x="2692998" y="503038"/>
                  </a:cubicBezTo>
                  <a:cubicBezTo>
                    <a:pt x="2709003" y="501706"/>
                    <a:pt x="2726337" y="495038"/>
                    <a:pt x="2740816" y="499037"/>
                  </a:cubicBezTo>
                  <a:cubicBezTo>
                    <a:pt x="2779297" y="510088"/>
                    <a:pt x="2817398" y="523423"/>
                    <a:pt x="2853596" y="540187"/>
                  </a:cubicBezTo>
                  <a:cubicBezTo>
                    <a:pt x="2890365" y="557142"/>
                    <a:pt x="2924464" y="571430"/>
                    <a:pt x="2966565" y="554286"/>
                  </a:cubicBezTo>
                  <a:cubicBezTo>
                    <a:pt x="2984472" y="547045"/>
                    <a:pt x="3008095" y="552190"/>
                    <a:pt x="3028671" y="554094"/>
                  </a:cubicBezTo>
                  <a:cubicBezTo>
                    <a:pt x="3043720" y="555618"/>
                    <a:pt x="3058198" y="564192"/>
                    <a:pt x="3073059" y="564192"/>
                  </a:cubicBezTo>
                  <a:cubicBezTo>
                    <a:pt x="3112686" y="564192"/>
                    <a:pt x="3147927" y="574288"/>
                    <a:pt x="3182219" y="594862"/>
                  </a:cubicBezTo>
                  <a:cubicBezTo>
                    <a:pt x="3195557" y="602863"/>
                    <a:pt x="3216322" y="597529"/>
                    <a:pt x="3233656" y="599625"/>
                  </a:cubicBezTo>
                  <a:cubicBezTo>
                    <a:pt x="3251947" y="602101"/>
                    <a:pt x="3270804" y="604387"/>
                    <a:pt x="3288332" y="609914"/>
                  </a:cubicBezTo>
                  <a:cubicBezTo>
                    <a:pt x="3333672" y="624392"/>
                    <a:pt x="3378441" y="640774"/>
                    <a:pt x="3423591" y="656015"/>
                  </a:cubicBezTo>
                  <a:cubicBezTo>
                    <a:pt x="3460738" y="668590"/>
                    <a:pt x="3497317" y="658683"/>
                    <a:pt x="3534084" y="653349"/>
                  </a:cubicBezTo>
                  <a:cubicBezTo>
                    <a:pt x="3557137" y="649919"/>
                    <a:pt x="3578662" y="641727"/>
                    <a:pt x="3604571" y="653918"/>
                  </a:cubicBezTo>
                  <a:cubicBezTo>
                    <a:pt x="3629338" y="665541"/>
                    <a:pt x="3660771" y="662873"/>
                    <a:pt x="3688586" y="669160"/>
                  </a:cubicBezTo>
                  <a:cubicBezTo>
                    <a:pt x="3712020" y="674494"/>
                    <a:pt x="3734687" y="683068"/>
                    <a:pt x="3757358" y="691450"/>
                  </a:cubicBezTo>
                  <a:cubicBezTo>
                    <a:pt x="3788221" y="702881"/>
                    <a:pt x="3818700" y="714881"/>
                    <a:pt x="3852421" y="709167"/>
                  </a:cubicBezTo>
                  <a:cubicBezTo>
                    <a:pt x="3890714" y="702689"/>
                    <a:pt x="3917001" y="727073"/>
                    <a:pt x="3947104" y="743267"/>
                  </a:cubicBezTo>
                  <a:cubicBezTo>
                    <a:pt x="3967869" y="754316"/>
                    <a:pt x="3990538" y="762509"/>
                    <a:pt x="4013208" y="769367"/>
                  </a:cubicBezTo>
                  <a:cubicBezTo>
                    <a:pt x="4043497" y="778321"/>
                    <a:pt x="4074740" y="783655"/>
                    <a:pt x="4105222" y="792418"/>
                  </a:cubicBezTo>
                  <a:cubicBezTo>
                    <a:pt x="4151325" y="805561"/>
                    <a:pt x="4198001" y="815850"/>
                    <a:pt x="4246006" y="808610"/>
                  </a:cubicBezTo>
                  <a:cubicBezTo>
                    <a:pt x="4268105" y="805372"/>
                    <a:pt x="4288682" y="805561"/>
                    <a:pt x="4310779" y="810326"/>
                  </a:cubicBezTo>
                  <a:cubicBezTo>
                    <a:pt x="4346974" y="818136"/>
                    <a:pt x="4384123" y="819089"/>
                    <a:pt x="4413272" y="848235"/>
                  </a:cubicBezTo>
                  <a:cubicBezTo>
                    <a:pt x="4423558" y="858524"/>
                    <a:pt x="4442037" y="861190"/>
                    <a:pt x="4457087" y="866524"/>
                  </a:cubicBezTo>
                  <a:cubicBezTo>
                    <a:pt x="4474424" y="872812"/>
                    <a:pt x="4487186" y="869572"/>
                    <a:pt x="4496523" y="851284"/>
                  </a:cubicBezTo>
                  <a:cubicBezTo>
                    <a:pt x="4500713" y="843093"/>
                    <a:pt x="4512715" y="835091"/>
                    <a:pt x="4522050" y="833757"/>
                  </a:cubicBezTo>
                  <a:cubicBezTo>
                    <a:pt x="4550055" y="829757"/>
                    <a:pt x="4575773" y="835663"/>
                    <a:pt x="4602824" y="848618"/>
                  </a:cubicBezTo>
                  <a:cubicBezTo>
                    <a:pt x="4628161" y="860810"/>
                    <a:pt x="4659786" y="859476"/>
                    <a:pt x="4688553" y="864238"/>
                  </a:cubicBezTo>
                  <a:cubicBezTo>
                    <a:pt x="4708936" y="867668"/>
                    <a:pt x="4729321" y="874716"/>
                    <a:pt x="4749895" y="874716"/>
                  </a:cubicBezTo>
                  <a:cubicBezTo>
                    <a:pt x="4775424" y="874716"/>
                    <a:pt x="4800761" y="868620"/>
                    <a:pt x="4826480" y="866334"/>
                  </a:cubicBezTo>
                  <a:cubicBezTo>
                    <a:pt x="4846482" y="864430"/>
                    <a:pt x="4866867" y="865192"/>
                    <a:pt x="4886870" y="862906"/>
                  </a:cubicBezTo>
                  <a:cubicBezTo>
                    <a:pt x="4903254" y="861190"/>
                    <a:pt x="4919447" y="856810"/>
                    <a:pt x="4935639" y="853190"/>
                  </a:cubicBezTo>
                  <a:cubicBezTo>
                    <a:pt x="4941546" y="851856"/>
                    <a:pt x="4947452" y="846711"/>
                    <a:pt x="4952784" y="847473"/>
                  </a:cubicBezTo>
                  <a:cubicBezTo>
                    <a:pt x="5005745" y="855666"/>
                    <a:pt x="5043847" y="819089"/>
                    <a:pt x="5088617" y="802896"/>
                  </a:cubicBezTo>
                  <a:cubicBezTo>
                    <a:pt x="5135672" y="785749"/>
                    <a:pt x="5181204" y="759461"/>
                    <a:pt x="5233781" y="767271"/>
                  </a:cubicBezTo>
                  <a:cubicBezTo>
                    <a:pt x="5265596" y="772033"/>
                    <a:pt x="5296267" y="783083"/>
                    <a:pt x="5327893" y="789752"/>
                  </a:cubicBezTo>
                  <a:cubicBezTo>
                    <a:pt x="5339132" y="792038"/>
                    <a:pt x="5351705" y="791656"/>
                    <a:pt x="5362946" y="789370"/>
                  </a:cubicBezTo>
                  <a:cubicBezTo>
                    <a:pt x="5417240" y="778891"/>
                    <a:pt x="5470771" y="777367"/>
                    <a:pt x="5524115" y="794514"/>
                  </a:cubicBezTo>
                  <a:cubicBezTo>
                    <a:pt x="5533257" y="797372"/>
                    <a:pt x="5542974" y="800038"/>
                    <a:pt x="5552500" y="800038"/>
                  </a:cubicBezTo>
                  <a:cubicBezTo>
                    <a:pt x="5604697" y="800038"/>
                    <a:pt x="5655944" y="796038"/>
                    <a:pt x="5705857" y="777367"/>
                  </a:cubicBezTo>
                  <a:cubicBezTo>
                    <a:pt x="5722622" y="771080"/>
                    <a:pt x="5743006" y="775081"/>
                    <a:pt x="5761485" y="773557"/>
                  </a:cubicBezTo>
                  <a:cubicBezTo>
                    <a:pt x="5778629" y="772224"/>
                    <a:pt x="5796156" y="771653"/>
                    <a:pt x="5812731" y="767271"/>
                  </a:cubicBezTo>
                  <a:cubicBezTo>
                    <a:pt x="5836925" y="760795"/>
                    <a:pt x="5859404" y="760033"/>
                    <a:pt x="5884361" y="765747"/>
                  </a:cubicBezTo>
                  <a:cubicBezTo>
                    <a:pt x="5908174" y="771080"/>
                    <a:pt x="5933892" y="768415"/>
                    <a:pt x="5958660" y="768605"/>
                  </a:cubicBezTo>
                  <a:cubicBezTo>
                    <a:pt x="5986282" y="768795"/>
                    <a:pt x="6013906" y="768984"/>
                    <a:pt x="6041528" y="768033"/>
                  </a:cubicBezTo>
                  <a:cubicBezTo>
                    <a:pt x="6052579" y="767653"/>
                    <a:pt x="6065151" y="760033"/>
                    <a:pt x="6074297" y="763081"/>
                  </a:cubicBezTo>
                  <a:cubicBezTo>
                    <a:pt x="6103824" y="773366"/>
                    <a:pt x="6133353" y="760985"/>
                    <a:pt x="6162880" y="766509"/>
                  </a:cubicBezTo>
                  <a:cubicBezTo>
                    <a:pt x="6177360" y="769367"/>
                    <a:pt x="6193743" y="761557"/>
                    <a:pt x="6209364" y="760795"/>
                  </a:cubicBezTo>
                  <a:cubicBezTo>
                    <a:pt x="6234892" y="759461"/>
                    <a:pt x="6260419" y="760033"/>
                    <a:pt x="6285948" y="759651"/>
                  </a:cubicBezTo>
                  <a:cubicBezTo>
                    <a:pt x="6294330" y="759461"/>
                    <a:pt x="6302523" y="758699"/>
                    <a:pt x="6310905" y="758316"/>
                  </a:cubicBezTo>
                  <a:cubicBezTo>
                    <a:pt x="6318335" y="757936"/>
                    <a:pt x="6326145" y="756222"/>
                    <a:pt x="6333194" y="757554"/>
                  </a:cubicBezTo>
                  <a:cubicBezTo>
                    <a:pt x="6358723" y="762318"/>
                    <a:pt x="6383869" y="770129"/>
                    <a:pt x="6409586" y="773177"/>
                  </a:cubicBezTo>
                  <a:cubicBezTo>
                    <a:pt x="6431875" y="775843"/>
                    <a:pt x="6454928" y="772224"/>
                    <a:pt x="6477407" y="774129"/>
                  </a:cubicBezTo>
                  <a:cubicBezTo>
                    <a:pt x="6517032" y="777367"/>
                    <a:pt x="6556657" y="783083"/>
                    <a:pt x="6596283" y="786703"/>
                  </a:cubicBezTo>
                  <a:cubicBezTo>
                    <a:pt x="6604857" y="787465"/>
                    <a:pt x="6613809" y="782701"/>
                    <a:pt x="6622573" y="782321"/>
                  </a:cubicBezTo>
                  <a:cubicBezTo>
                    <a:pt x="6650006" y="781369"/>
                    <a:pt x="6677439" y="781177"/>
                    <a:pt x="6704872" y="780607"/>
                  </a:cubicBezTo>
                  <a:cubicBezTo>
                    <a:pt x="6720493" y="780415"/>
                    <a:pt x="6736305" y="780987"/>
                    <a:pt x="6751738" y="779273"/>
                  </a:cubicBezTo>
                  <a:cubicBezTo>
                    <a:pt x="6772120" y="776987"/>
                    <a:pt x="6790599" y="773557"/>
                    <a:pt x="6809650" y="788417"/>
                  </a:cubicBezTo>
                  <a:cubicBezTo>
                    <a:pt x="6816984" y="794180"/>
                    <a:pt x="6824819" y="797942"/>
                    <a:pt x="6832976" y="800428"/>
                  </a:cubicBezTo>
                  <a:close/>
                </a:path>
              </a:pathLst>
            </a:custGeom>
            <a:solidFill>
              <a:srgbClr val="FFFFF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4" name="Freeform: Shape 23">
              <a:extLst>
                <a:ext uri="{FF2B5EF4-FFF2-40B4-BE49-F238E27FC236}">
                  <a16:creationId xmlns:a16="http://schemas.microsoft.com/office/drawing/2014/main" id="{C86D0F14-D449-4833-830D-A382829E2D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flipH="1">
              <a:off x="2640988" y="2991370"/>
              <a:ext cx="6857455" cy="874716"/>
            </a:xfrm>
            <a:custGeom>
              <a:avLst/>
              <a:gdLst>
                <a:gd name="connsiteX0" fmla="*/ 6857455 w 6857455"/>
                <a:gd name="connsiteY0" fmla="*/ 804643 h 874716"/>
                <a:gd name="connsiteX1" fmla="*/ 6857455 w 6857455"/>
                <a:gd name="connsiteY1" fmla="*/ 562246 h 874716"/>
                <a:gd name="connsiteX2" fmla="*/ 6829178 w 6857455"/>
                <a:gd name="connsiteY2" fmla="*/ 551284 h 874716"/>
                <a:gd name="connsiteX3" fmla="*/ 6766024 w 6857455"/>
                <a:gd name="connsiteY3" fmla="*/ 500372 h 874716"/>
                <a:gd name="connsiteX4" fmla="*/ 6734971 w 6857455"/>
                <a:gd name="connsiteY4" fmla="*/ 500944 h 874716"/>
                <a:gd name="connsiteX5" fmla="*/ 6683915 w 6857455"/>
                <a:gd name="connsiteY5" fmla="*/ 507040 h 874716"/>
                <a:gd name="connsiteX6" fmla="*/ 6628860 w 6857455"/>
                <a:gd name="connsiteY6" fmla="*/ 495418 h 874716"/>
                <a:gd name="connsiteX7" fmla="*/ 6588662 w 6857455"/>
                <a:gd name="connsiteY7" fmla="*/ 487227 h 874716"/>
                <a:gd name="connsiteX8" fmla="*/ 6476074 w 6857455"/>
                <a:gd name="connsiteY8" fmla="*/ 511230 h 874716"/>
                <a:gd name="connsiteX9" fmla="*/ 6382345 w 6857455"/>
                <a:gd name="connsiteY9" fmla="*/ 534853 h 874716"/>
                <a:gd name="connsiteX10" fmla="*/ 6369391 w 6857455"/>
                <a:gd name="connsiteY10" fmla="*/ 531615 h 874716"/>
                <a:gd name="connsiteX11" fmla="*/ 6244799 w 6857455"/>
                <a:gd name="connsiteY11" fmla="*/ 512182 h 874716"/>
                <a:gd name="connsiteX12" fmla="*/ 6190315 w 6857455"/>
                <a:gd name="connsiteY12" fmla="*/ 485703 h 874716"/>
                <a:gd name="connsiteX13" fmla="*/ 6115446 w 6857455"/>
                <a:gd name="connsiteY13" fmla="*/ 462270 h 874716"/>
                <a:gd name="connsiteX14" fmla="*/ 6032194 w 6857455"/>
                <a:gd name="connsiteY14" fmla="*/ 434266 h 874716"/>
                <a:gd name="connsiteX15" fmla="*/ 5971042 w 6857455"/>
                <a:gd name="connsiteY15" fmla="*/ 420738 h 874716"/>
                <a:gd name="connsiteX16" fmla="*/ 5880933 w 6857455"/>
                <a:gd name="connsiteY16" fmla="*/ 430646 h 874716"/>
                <a:gd name="connsiteX17" fmla="*/ 5862452 w 6857455"/>
                <a:gd name="connsiteY17" fmla="*/ 438648 h 874716"/>
                <a:gd name="connsiteX18" fmla="*/ 5685283 w 6857455"/>
                <a:gd name="connsiteY18" fmla="*/ 498658 h 874716"/>
                <a:gd name="connsiteX19" fmla="*/ 5567169 w 6857455"/>
                <a:gd name="connsiteY19" fmla="*/ 499420 h 874716"/>
                <a:gd name="connsiteX20" fmla="*/ 5527923 w 6857455"/>
                <a:gd name="connsiteY20" fmla="*/ 490466 h 874716"/>
                <a:gd name="connsiteX21" fmla="*/ 5456292 w 6857455"/>
                <a:gd name="connsiteY21" fmla="*/ 450650 h 874716"/>
                <a:gd name="connsiteX22" fmla="*/ 5424670 w 6857455"/>
                <a:gd name="connsiteY22" fmla="*/ 444934 h 874716"/>
                <a:gd name="connsiteX23" fmla="*/ 5368662 w 6857455"/>
                <a:gd name="connsiteY23" fmla="*/ 441124 h 874716"/>
                <a:gd name="connsiteX24" fmla="*/ 5247118 w 6857455"/>
                <a:gd name="connsiteY24" fmla="*/ 444934 h 874716"/>
                <a:gd name="connsiteX25" fmla="*/ 5088617 w 6857455"/>
                <a:gd name="connsiteY25" fmla="*/ 428742 h 874716"/>
                <a:gd name="connsiteX26" fmla="*/ 5025750 w 6857455"/>
                <a:gd name="connsiteY26" fmla="*/ 433694 h 874716"/>
                <a:gd name="connsiteX27" fmla="*/ 4957930 w 6857455"/>
                <a:gd name="connsiteY27" fmla="*/ 442268 h 874716"/>
                <a:gd name="connsiteX28" fmla="*/ 4938116 w 6857455"/>
                <a:gd name="connsiteY28" fmla="*/ 441886 h 874716"/>
                <a:gd name="connsiteX29" fmla="*/ 4833910 w 6857455"/>
                <a:gd name="connsiteY29" fmla="*/ 421693 h 874716"/>
                <a:gd name="connsiteX30" fmla="*/ 4810095 w 6857455"/>
                <a:gd name="connsiteY30" fmla="*/ 408167 h 874716"/>
                <a:gd name="connsiteX31" fmla="*/ 4747991 w 6857455"/>
                <a:gd name="connsiteY31" fmla="*/ 413691 h 874716"/>
                <a:gd name="connsiteX32" fmla="*/ 4692745 w 6857455"/>
                <a:gd name="connsiteY32" fmla="*/ 435790 h 874716"/>
                <a:gd name="connsiteX33" fmla="*/ 4375933 w 6857455"/>
                <a:gd name="connsiteY33" fmla="*/ 483417 h 874716"/>
                <a:gd name="connsiteX34" fmla="*/ 4185426 w 6857455"/>
                <a:gd name="connsiteY34" fmla="*/ 484179 h 874716"/>
                <a:gd name="connsiteX35" fmla="*/ 4052072 w 6857455"/>
                <a:gd name="connsiteY35" fmla="*/ 505134 h 874716"/>
                <a:gd name="connsiteX36" fmla="*/ 4029973 w 6857455"/>
                <a:gd name="connsiteY36" fmla="*/ 527233 h 874716"/>
                <a:gd name="connsiteX37" fmla="*/ 3948626 w 6857455"/>
                <a:gd name="connsiteY37" fmla="*/ 550666 h 874716"/>
                <a:gd name="connsiteX38" fmla="*/ 3871280 w 6857455"/>
                <a:gd name="connsiteY38" fmla="*/ 502275 h 874716"/>
                <a:gd name="connsiteX39" fmla="*/ 3774312 w 6857455"/>
                <a:gd name="connsiteY39" fmla="*/ 429122 h 874716"/>
                <a:gd name="connsiteX40" fmla="*/ 3721543 w 6857455"/>
                <a:gd name="connsiteY40" fmla="*/ 428552 h 874716"/>
                <a:gd name="connsiteX41" fmla="*/ 3612763 w 6857455"/>
                <a:gd name="connsiteY41" fmla="*/ 414263 h 874716"/>
                <a:gd name="connsiteX42" fmla="*/ 3537323 w 6857455"/>
                <a:gd name="connsiteY42" fmla="*/ 389878 h 874716"/>
                <a:gd name="connsiteX43" fmla="*/ 3431593 w 6857455"/>
                <a:gd name="connsiteY43" fmla="*/ 360921 h 874716"/>
                <a:gd name="connsiteX44" fmla="*/ 3392158 w 6857455"/>
                <a:gd name="connsiteY44" fmla="*/ 345681 h 874716"/>
                <a:gd name="connsiteX45" fmla="*/ 3297856 w 6857455"/>
                <a:gd name="connsiteY45" fmla="*/ 323010 h 874716"/>
                <a:gd name="connsiteX46" fmla="*/ 3219748 w 6857455"/>
                <a:gd name="connsiteY46" fmla="*/ 308151 h 874716"/>
                <a:gd name="connsiteX47" fmla="*/ 3156692 w 6857455"/>
                <a:gd name="connsiteY47" fmla="*/ 261668 h 874716"/>
                <a:gd name="connsiteX48" fmla="*/ 3136497 w 6857455"/>
                <a:gd name="connsiteY48" fmla="*/ 237663 h 874716"/>
                <a:gd name="connsiteX49" fmla="*/ 3119733 w 6857455"/>
                <a:gd name="connsiteY49" fmla="*/ 222233 h 874716"/>
                <a:gd name="connsiteX50" fmla="*/ 3045436 w 6857455"/>
                <a:gd name="connsiteY50" fmla="*/ 131742 h 874716"/>
                <a:gd name="connsiteX51" fmla="*/ 3037054 w 6857455"/>
                <a:gd name="connsiteY51" fmla="*/ 124121 h 874716"/>
                <a:gd name="connsiteX52" fmla="*/ 2936466 w 6857455"/>
                <a:gd name="connsiteY52" fmla="*/ 82400 h 874716"/>
                <a:gd name="connsiteX53" fmla="*/ 2901031 w 6857455"/>
                <a:gd name="connsiteY53" fmla="*/ 59731 h 874716"/>
                <a:gd name="connsiteX54" fmla="*/ 2828259 w 6857455"/>
                <a:gd name="connsiteY54" fmla="*/ 3149 h 874716"/>
                <a:gd name="connsiteX55" fmla="*/ 2799492 w 6857455"/>
                <a:gd name="connsiteY55" fmla="*/ 1245 h 874716"/>
                <a:gd name="connsiteX56" fmla="*/ 2693570 w 6857455"/>
                <a:gd name="connsiteY56" fmla="*/ 35154 h 874716"/>
                <a:gd name="connsiteX57" fmla="*/ 2639847 w 6857455"/>
                <a:gd name="connsiteY57" fmla="*/ 73448 h 874716"/>
                <a:gd name="connsiteX58" fmla="*/ 2621178 w 6857455"/>
                <a:gd name="connsiteY58" fmla="*/ 88688 h 874716"/>
                <a:gd name="connsiteX59" fmla="*/ 2489348 w 6857455"/>
                <a:gd name="connsiteY59" fmla="*/ 72304 h 874716"/>
                <a:gd name="connsiteX60" fmla="*/ 2452580 w 6857455"/>
                <a:gd name="connsiteY60" fmla="*/ 68683 h 874716"/>
                <a:gd name="connsiteX61" fmla="*/ 2326464 w 6857455"/>
                <a:gd name="connsiteY61" fmla="*/ 50395 h 874716"/>
                <a:gd name="connsiteX62" fmla="*/ 2300365 w 6857455"/>
                <a:gd name="connsiteY62" fmla="*/ 54777 h 874716"/>
                <a:gd name="connsiteX63" fmla="*/ 2130434 w 6857455"/>
                <a:gd name="connsiteY63" fmla="*/ 58397 h 874716"/>
                <a:gd name="connsiteX64" fmla="*/ 2118621 w 6857455"/>
                <a:gd name="connsiteY64" fmla="*/ 47919 h 874716"/>
                <a:gd name="connsiteX65" fmla="*/ 2057659 w 6857455"/>
                <a:gd name="connsiteY65" fmla="*/ 16866 h 874716"/>
                <a:gd name="connsiteX66" fmla="*/ 1976314 w 6857455"/>
                <a:gd name="connsiteY66" fmla="*/ 8865 h 874716"/>
                <a:gd name="connsiteX67" fmla="*/ 1961454 w 6857455"/>
                <a:gd name="connsiteY67" fmla="*/ 11724 h 874716"/>
                <a:gd name="connsiteX68" fmla="*/ 1906588 w 6857455"/>
                <a:gd name="connsiteY68" fmla="*/ 30964 h 874716"/>
                <a:gd name="connsiteX69" fmla="*/ 1783330 w 6857455"/>
                <a:gd name="connsiteY69" fmla="*/ 48871 h 874716"/>
                <a:gd name="connsiteX70" fmla="*/ 1759327 w 6857455"/>
                <a:gd name="connsiteY70" fmla="*/ 55349 h 874716"/>
                <a:gd name="connsiteX71" fmla="*/ 1716082 w 6857455"/>
                <a:gd name="connsiteY71" fmla="*/ 65445 h 874716"/>
                <a:gd name="connsiteX72" fmla="*/ 1598920 w 6857455"/>
                <a:gd name="connsiteY72" fmla="*/ 72114 h 874716"/>
                <a:gd name="connsiteX73" fmla="*/ 1542150 w 6857455"/>
                <a:gd name="connsiteY73" fmla="*/ 62207 h 874716"/>
                <a:gd name="connsiteX74" fmla="*/ 1516813 w 6857455"/>
                <a:gd name="connsiteY74" fmla="*/ 62779 h 874716"/>
                <a:gd name="connsiteX75" fmla="*/ 1432228 w 6857455"/>
                <a:gd name="connsiteY75" fmla="*/ 88116 h 874716"/>
                <a:gd name="connsiteX76" fmla="*/ 1224765 w 6857455"/>
                <a:gd name="connsiteY76" fmla="*/ 71924 h 874716"/>
                <a:gd name="connsiteX77" fmla="*/ 1159231 w 6857455"/>
                <a:gd name="connsiteY77" fmla="*/ 58207 h 874716"/>
                <a:gd name="connsiteX78" fmla="*/ 1124370 w 6857455"/>
                <a:gd name="connsiteY78" fmla="*/ 56301 h 874716"/>
                <a:gd name="connsiteX79" fmla="*/ 1075600 w 6857455"/>
                <a:gd name="connsiteY79" fmla="*/ 75542 h 874716"/>
                <a:gd name="connsiteX80" fmla="*/ 986633 w 6857455"/>
                <a:gd name="connsiteY80" fmla="*/ 79162 h 874716"/>
                <a:gd name="connsiteX81" fmla="*/ 861089 w 6857455"/>
                <a:gd name="connsiteY81" fmla="*/ 76304 h 874716"/>
                <a:gd name="connsiteX82" fmla="*/ 759168 w 6857455"/>
                <a:gd name="connsiteY82" fmla="*/ 104689 h 874716"/>
                <a:gd name="connsiteX83" fmla="*/ 723735 w 6857455"/>
                <a:gd name="connsiteY83" fmla="*/ 140696 h 874716"/>
                <a:gd name="connsiteX84" fmla="*/ 647532 w 6857455"/>
                <a:gd name="connsiteY84" fmla="*/ 147934 h 874716"/>
                <a:gd name="connsiteX85" fmla="*/ 552659 w 6857455"/>
                <a:gd name="connsiteY85" fmla="*/ 95926 h 874716"/>
                <a:gd name="connsiteX86" fmla="*/ 541800 w 6857455"/>
                <a:gd name="connsiteY86" fmla="*/ 97640 h 874716"/>
                <a:gd name="connsiteX87" fmla="*/ 375107 w 6857455"/>
                <a:gd name="connsiteY87" fmla="*/ 123169 h 874716"/>
                <a:gd name="connsiteX88" fmla="*/ 273567 w 6857455"/>
                <a:gd name="connsiteY88" fmla="*/ 145458 h 874716"/>
                <a:gd name="connsiteX89" fmla="*/ 264043 w 6857455"/>
                <a:gd name="connsiteY89" fmla="*/ 154792 h 874716"/>
                <a:gd name="connsiteX90" fmla="*/ 169360 w 6857455"/>
                <a:gd name="connsiteY90" fmla="*/ 177273 h 874716"/>
                <a:gd name="connsiteX91" fmla="*/ 89347 w 6857455"/>
                <a:gd name="connsiteY91" fmla="*/ 157460 h 874716"/>
                <a:gd name="connsiteX92" fmla="*/ 34291 w 6857455"/>
                <a:gd name="connsiteY92" fmla="*/ 145268 h 874716"/>
                <a:gd name="connsiteX93" fmla="*/ 0 w 6857455"/>
                <a:gd name="connsiteY93" fmla="*/ 142056 h 874716"/>
                <a:gd name="connsiteX94" fmla="*/ 0 w 6857455"/>
                <a:gd name="connsiteY94" fmla="*/ 849556 h 874716"/>
                <a:gd name="connsiteX95" fmla="*/ 60652 w 6857455"/>
                <a:gd name="connsiteY95" fmla="*/ 844783 h 874716"/>
                <a:gd name="connsiteX96" fmla="*/ 119068 w 6857455"/>
                <a:gd name="connsiteY96" fmla="*/ 827281 h 874716"/>
                <a:gd name="connsiteX97" fmla="*/ 171840 w 6857455"/>
                <a:gd name="connsiteY97" fmla="*/ 804420 h 874716"/>
                <a:gd name="connsiteX98" fmla="*/ 274329 w 6857455"/>
                <a:gd name="connsiteY98" fmla="*/ 794324 h 874716"/>
                <a:gd name="connsiteX99" fmla="*/ 306715 w 6857455"/>
                <a:gd name="connsiteY99" fmla="*/ 788798 h 874716"/>
                <a:gd name="connsiteX100" fmla="*/ 393967 w 6857455"/>
                <a:gd name="connsiteY100" fmla="*/ 765937 h 874716"/>
                <a:gd name="connsiteX101" fmla="*/ 493793 w 6857455"/>
                <a:gd name="connsiteY101" fmla="*/ 725549 h 874716"/>
                <a:gd name="connsiteX102" fmla="*/ 546373 w 6857455"/>
                <a:gd name="connsiteY102" fmla="*/ 740600 h 874716"/>
                <a:gd name="connsiteX103" fmla="*/ 730211 w 6857455"/>
                <a:gd name="connsiteY103" fmla="*/ 698116 h 874716"/>
                <a:gd name="connsiteX104" fmla="*/ 784889 w 6857455"/>
                <a:gd name="connsiteY104" fmla="*/ 676018 h 874716"/>
                <a:gd name="connsiteX105" fmla="*/ 800509 w 6857455"/>
                <a:gd name="connsiteY105" fmla="*/ 661349 h 874716"/>
                <a:gd name="connsiteX106" fmla="*/ 857661 w 6857455"/>
                <a:gd name="connsiteY106" fmla="*/ 626868 h 874716"/>
                <a:gd name="connsiteX107" fmla="*/ 949102 w 6857455"/>
                <a:gd name="connsiteY107" fmla="*/ 614676 h 874716"/>
                <a:gd name="connsiteX108" fmla="*/ 960342 w 6857455"/>
                <a:gd name="connsiteY108" fmla="*/ 607435 h 874716"/>
                <a:gd name="connsiteX109" fmla="*/ 977109 w 6857455"/>
                <a:gd name="connsiteY109" fmla="*/ 595815 h 874716"/>
                <a:gd name="connsiteX110" fmla="*/ 1071218 w 6857455"/>
                <a:gd name="connsiteY110" fmla="*/ 575240 h 874716"/>
                <a:gd name="connsiteX111" fmla="*/ 1091983 w 6857455"/>
                <a:gd name="connsiteY111" fmla="*/ 568764 h 874716"/>
                <a:gd name="connsiteX112" fmla="*/ 1109321 w 6857455"/>
                <a:gd name="connsiteY112" fmla="*/ 557904 h 874716"/>
                <a:gd name="connsiteX113" fmla="*/ 1162279 w 6857455"/>
                <a:gd name="connsiteY113" fmla="*/ 532949 h 874716"/>
                <a:gd name="connsiteX114" fmla="*/ 1206097 w 6857455"/>
                <a:gd name="connsiteY114" fmla="*/ 532187 h 874716"/>
                <a:gd name="connsiteX115" fmla="*/ 1266867 w 6857455"/>
                <a:gd name="connsiteY115" fmla="*/ 518088 h 874716"/>
                <a:gd name="connsiteX116" fmla="*/ 1380219 w 6857455"/>
                <a:gd name="connsiteY116" fmla="*/ 504182 h 874716"/>
                <a:gd name="connsiteX117" fmla="*/ 1403461 w 6857455"/>
                <a:gd name="connsiteY117" fmla="*/ 496180 h 874716"/>
                <a:gd name="connsiteX118" fmla="*/ 1544054 w 6857455"/>
                <a:gd name="connsiteY118" fmla="*/ 458268 h 874716"/>
                <a:gd name="connsiteX119" fmla="*/ 1656644 w 6857455"/>
                <a:gd name="connsiteY119" fmla="*/ 459032 h 874716"/>
                <a:gd name="connsiteX120" fmla="*/ 1665406 w 6857455"/>
                <a:gd name="connsiteY120" fmla="*/ 460747 h 874716"/>
                <a:gd name="connsiteX121" fmla="*/ 1708461 w 6857455"/>
                <a:gd name="connsiteY121" fmla="*/ 473318 h 874716"/>
                <a:gd name="connsiteX122" fmla="*/ 1775140 w 6857455"/>
                <a:gd name="connsiteY122" fmla="*/ 469891 h 874716"/>
                <a:gd name="connsiteX123" fmla="*/ 1821051 w 6857455"/>
                <a:gd name="connsiteY123" fmla="*/ 452554 h 874716"/>
                <a:gd name="connsiteX124" fmla="*/ 1878203 w 6857455"/>
                <a:gd name="connsiteY124" fmla="*/ 451792 h 874716"/>
                <a:gd name="connsiteX125" fmla="*/ 1943547 w 6857455"/>
                <a:gd name="connsiteY125" fmla="*/ 462651 h 874716"/>
                <a:gd name="connsiteX126" fmla="*/ 1972884 w 6857455"/>
                <a:gd name="connsiteY126" fmla="*/ 464937 h 874716"/>
                <a:gd name="connsiteX127" fmla="*/ 2053469 w 6857455"/>
                <a:gd name="connsiteY127" fmla="*/ 487417 h 874716"/>
                <a:gd name="connsiteX128" fmla="*/ 2101477 w 6857455"/>
                <a:gd name="connsiteY128" fmla="*/ 481893 h 874716"/>
                <a:gd name="connsiteX129" fmla="*/ 2148722 w 6857455"/>
                <a:gd name="connsiteY129" fmla="*/ 467033 h 874716"/>
                <a:gd name="connsiteX130" fmla="*/ 2179011 w 6857455"/>
                <a:gd name="connsiteY130" fmla="*/ 452744 h 874716"/>
                <a:gd name="connsiteX131" fmla="*/ 2240165 w 6857455"/>
                <a:gd name="connsiteY131" fmla="*/ 442648 h 874716"/>
                <a:gd name="connsiteX132" fmla="*/ 2251404 w 6857455"/>
                <a:gd name="connsiteY132" fmla="*/ 444172 h 874716"/>
                <a:gd name="connsiteX133" fmla="*/ 2433912 w 6857455"/>
                <a:gd name="connsiteY133" fmla="*/ 456746 h 874716"/>
                <a:gd name="connsiteX134" fmla="*/ 2506302 w 6857455"/>
                <a:gd name="connsiteY134" fmla="*/ 476939 h 874716"/>
                <a:gd name="connsiteX135" fmla="*/ 2521735 w 6857455"/>
                <a:gd name="connsiteY135" fmla="*/ 479415 h 874716"/>
                <a:gd name="connsiteX136" fmla="*/ 2675854 w 6857455"/>
                <a:gd name="connsiteY136" fmla="*/ 502086 h 874716"/>
                <a:gd name="connsiteX137" fmla="*/ 2692998 w 6857455"/>
                <a:gd name="connsiteY137" fmla="*/ 503038 h 874716"/>
                <a:gd name="connsiteX138" fmla="*/ 2740816 w 6857455"/>
                <a:gd name="connsiteY138" fmla="*/ 499037 h 874716"/>
                <a:gd name="connsiteX139" fmla="*/ 2853596 w 6857455"/>
                <a:gd name="connsiteY139" fmla="*/ 540187 h 874716"/>
                <a:gd name="connsiteX140" fmla="*/ 2966565 w 6857455"/>
                <a:gd name="connsiteY140" fmla="*/ 554286 h 874716"/>
                <a:gd name="connsiteX141" fmla="*/ 3028671 w 6857455"/>
                <a:gd name="connsiteY141" fmla="*/ 554094 h 874716"/>
                <a:gd name="connsiteX142" fmla="*/ 3073059 w 6857455"/>
                <a:gd name="connsiteY142" fmla="*/ 564192 h 874716"/>
                <a:gd name="connsiteX143" fmla="*/ 3182219 w 6857455"/>
                <a:gd name="connsiteY143" fmla="*/ 594862 h 874716"/>
                <a:gd name="connsiteX144" fmla="*/ 3233656 w 6857455"/>
                <a:gd name="connsiteY144" fmla="*/ 599625 h 874716"/>
                <a:gd name="connsiteX145" fmla="*/ 3288332 w 6857455"/>
                <a:gd name="connsiteY145" fmla="*/ 609914 h 874716"/>
                <a:gd name="connsiteX146" fmla="*/ 3423591 w 6857455"/>
                <a:gd name="connsiteY146" fmla="*/ 656015 h 874716"/>
                <a:gd name="connsiteX147" fmla="*/ 3534084 w 6857455"/>
                <a:gd name="connsiteY147" fmla="*/ 653349 h 874716"/>
                <a:gd name="connsiteX148" fmla="*/ 3604571 w 6857455"/>
                <a:gd name="connsiteY148" fmla="*/ 653918 h 874716"/>
                <a:gd name="connsiteX149" fmla="*/ 3688586 w 6857455"/>
                <a:gd name="connsiteY149" fmla="*/ 669160 h 874716"/>
                <a:gd name="connsiteX150" fmla="*/ 3757358 w 6857455"/>
                <a:gd name="connsiteY150" fmla="*/ 691450 h 874716"/>
                <a:gd name="connsiteX151" fmla="*/ 3852421 w 6857455"/>
                <a:gd name="connsiteY151" fmla="*/ 709167 h 874716"/>
                <a:gd name="connsiteX152" fmla="*/ 3947104 w 6857455"/>
                <a:gd name="connsiteY152" fmla="*/ 743267 h 874716"/>
                <a:gd name="connsiteX153" fmla="*/ 4013208 w 6857455"/>
                <a:gd name="connsiteY153" fmla="*/ 769367 h 874716"/>
                <a:gd name="connsiteX154" fmla="*/ 4105222 w 6857455"/>
                <a:gd name="connsiteY154" fmla="*/ 792417 h 874716"/>
                <a:gd name="connsiteX155" fmla="*/ 4246006 w 6857455"/>
                <a:gd name="connsiteY155" fmla="*/ 808610 h 874716"/>
                <a:gd name="connsiteX156" fmla="*/ 4310779 w 6857455"/>
                <a:gd name="connsiteY156" fmla="*/ 810326 h 874716"/>
                <a:gd name="connsiteX157" fmla="*/ 4413272 w 6857455"/>
                <a:gd name="connsiteY157" fmla="*/ 848235 h 874716"/>
                <a:gd name="connsiteX158" fmla="*/ 4457087 w 6857455"/>
                <a:gd name="connsiteY158" fmla="*/ 866524 h 874716"/>
                <a:gd name="connsiteX159" fmla="*/ 4496523 w 6857455"/>
                <a:gd name="connsiteY159" fmla="*/ 851284 h 874716"/>
                <a:gd name="connsiteX160" fmla="*/ 4522050 w 6857455"/>
                <a:gd name="connsiteY160" fmla="*/ 833757 h 874716"/>
                <a:gd name="connsiteX161" fmla="*/ 4602824 w 6857455"/>
                <a:gd name="connsiteY161" fmla="*/ 848618 h 874716"/>
                <a:gd name="connsiteX162" fmla="*/ 4688553 w 6857455"/>
                <a:gd name="connsiteY162" fmla="*/ 864238 h 874716"/>
                <a:gd name="connsiteX163" fmla="*/ 4749895 w 6857455"/>
                <a:gd name="connsiteY163" fmla="*/ 874716 h 874716"/>
                <a:gd name="connsiteX164" fmla="*/ 4826480 w 6857455"/>
                <a:gd name="connsiteY164" fmla="*/ 866334 h 874716"/>
                <a:gd name="connsiteX165" fmla="*/ 4886870 w 6857455"/>
                <a:gd name="connsiteY165" fmla="*/ 862906 h 874716"/>
                <a:gd name="connsiteX166" fmla="*/ 4935639 w 6857455"/>
                <a:gd name="connsiteY166" fmla="*/ 853190 h 874716"/>
                <a:gd name="connsiteX167" fmla="*/ 4952784 w 6857455"/>
                <a:gd name="connsiteY167" fmla="*/ 847473 h 874716"/>
                <a:gd name="connsiteX168" fmla="*/ 5088617 w 6857455"/>
                <a:gd name="connsiteY168" fmla="*/ 802896 h 874716"/>
                <a:gd name="connsiteX169" fmla="*/ 5233781 w 6857455"/>
                <a:gd name="connsiteY169" fmla="*/ 767271 h 874716"/>
                <a:gd name="connsiteX170" fmla="*/ 5327893 w 6857455"/>
                <a:gd name="connsiteY170" fmla="*/ 789752 h 874716"/>
                <a:gd name="connsiteX171" fmla="*/ 5362946 w 6857455"/>
                <a:gd name="connsiteY171" fmla="*/ 789370 h 874716"/>
                <a:gd name="connsiteX172" fmla="*/ 5524115 w 6857455"/>
                <a:gd name="connsiteY172" fmla="*/ 794514 h 874716"/>
                <a:gd name="connsiteX173" fmla="*/ 5552500 w 6857455"/>
                <a:gd name="connsiteY173" fmla="*/ 800038 h 874716"/>
                <a:gd name="connsiteX174" fmla="*/ 5705857 w 6857455"/>
                <a:gd name="connsiteY174" fmla="*/ 777367 h 874716"/>
                <a:gd name="connsiteX175" fmla="*/ 5761485 w 6857455"/>
                <a:gd name="connsiteY175" fmla="*/ 773557 h 874716"/>
                <a:gd name="connsiteX176" fmla="*/ 5812731 w 6857455"/>
                <a:gd name="connsiteY176" fmla="*/ 767271 h 874716"/>
                <a:gd name="connsiteX177" fmla="*/ 5884361 w 6857455"/>
                <a:gd name="connsiteY177" fmla="*/ 765747 h 874716"/>
                <a:gd name="connsiteX178" fmla="*/ 5958660 w 6857455"/>
                <a:gd name="connsiteY178" fmla="*/ 768605 h 874716"/>
                <a:gd name="connsiteX179" fmla="*/ 6041528 w 6857455"/>
                <a:gd name="connsiteY179" fmla="*/ 768033 h 874716"/>
                <a:gd name="connsiteX180" fmla="*/ 6074297 w 6857455"/>
                <a:gd name="connsiteY180" fmla="*/ 763081 h 874716"/>
                <a:gd name="connsiteX181" fmla="*/ 6162880 w 6857455"/>
                <a:gd name="connsiteY181" fmla="*/ 766509 h 874716"/>
                <a:gd name="connsiteX182" fmla="*/ 6209364 w 6857455"/>
                <a:gd name="connsiteY182" fmla="*/ 760795 h 874716"/>
                <a:gd name="connsiteX183" fmla="*/ 6285948 w 6857455"/>
                <a:gd name="connsiteY183" fmla="*/ 759651 h 874716"/>
                <a:gd name="connsiteX184" fmla="*/ 6310905 w 6857455"/>
                <a:gd name="connsiteY184" fmla="*/ 758316 h 874716"/>
                <a:gd name="connsiteX185" fmla="*/ 6333194 w 6857455"/>
                <a:gd name="connsiteY185" fmla="*/ 757554 h 874716"/>
                <a:gd name="connsiteX186" fmla="*/ 6409586 w 6857455"/>
                <a:gd name="connsiteY186" fmla="*/ 773177 h 874716"/>
                <a:gd name="connsiteX187" fmla="*/ 6477407 w 6857455"/>
                <a:gd name="connsiteY187" fmla="*/ 774129 h 874716"/>
                <a:gd name="connsiteX188" fmla="*/ 6596283 w 6857455"/>
                <a:gd name="connsiteY188" fmla="*/ 786703 h 874716"/>
                <a:gd name="connsiteX189" fmla="*/ 6622573 w 6857455"/>
                <a:gd name="connsiteY189" fmla="*/ 782321 h 874716"/>
                <a:gd name="connsiteX190" fmla="*/ 6704872 w 6857455"/>
                <a:gd name="connsiteY190" fmla="*/ 780607 h 874716"/>
                <a:gd name="connsiteX191" fmla="*/ 6751738 w 6857455"/>
                <a:gd name="connsiteY191" fmla="*/ 779273 h 874716"/>
                <a:gd name="connsiteX192" fmla="*/ 6809650 w 6857455"/>
                <a:gd name="connsiteY192" fmla="*/ 788417 h 874716"/>
                <a:gd name="connsiteX193" fmla="*/ 6832976 w 6857455"/>
                <a:gd name="connsiteY193" fmla="*/ 800428 h 874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Lst>
              <a:rect l="l" t="t" r="r" b="b"/>
              <a:pathLst>
                <a:path w="6857455" h="874716">
                  <a:moveTo>
                    <a:pt x="6857455" y="804643"/>
                  </a:moveTo>
                  <a:lnTo>
                    <a:pt x="6857455" y="562246"/>
                  </a:lnTo>
                  <a:lnTo>
                    <a:pt x="6829178" y="551284"/>
                  </a:lnTo>
                  <a:cubicBezTo>
                    <a:pt x="6805745" y="539044"/>
                    <a:pt x="6784885" y="521708"/>
                    <a:pt x="6766024" y="500372"/>
                  </a:cubicBezTo>
                  <a:cubicBezTo>
                    <a:pt x="6755166" y="488179"/>
                    <a:pt x="6746784" y="486845"/>
                    <a:pt x="6734971" y="500944"/>
                  </a:cubicBezTo>
                  <a:cubicBezTo>
                    <a:pt x="6721257" y="517326"/>
                    <a:pt x="6701634" y="510850"/>
                    <a:pt x="6683915" y="507040"/>
                  </a:cubicBezTo>
                  <a:cubicBezTo>
                    <a:pt x="6665629" y="503230"/>
                    <a:pt x="6647148" y="499228"/>
                    <a:pt x="6628860" y="495418"/>
                  </a:cubicBezTo>
                  <a:cubicBezTo>
                    <a:pt x="6615335" y="492752"/>
                    <a:pt x="6601999" y="490466"/>
                    <a:pt x="6588662" y="487227"/>
                  </a:cubicBezTo>
                  <a:cubicBezTo>
                    <a:pt x="6547133" y="477129"/>
                    <a:pt x="6509794" y="480177"/>
                    <a:pt x="6476074" y="511230"/>
                  </a:cubicBezTo>
                  <a:cubicBezTo>
                    <a:pt x="6450356" y="535043"/>
                    <a:pt x="6417399" y="542093"/>
                    <a:pt x="6382345" y="534853"/>
                  </a:cubicBezTo>
                  <a:cubicBezTo>
                    <a:pt x="6377963" y="533901"/>
                    <a:pt x="6372439" y="530091"/>
                    <a:pt x="6369391" y="531615"/>
                  </a:cubicBezTo>
                  <a:cubicBezTo>
                    <a:pt x="6323479" y="553904"/>
                    <a:pt x="6287092" y="514658"/>
                    <a:pt x="6244799" y="512182"/>
                  </a:cubicBezTo>
                  <a:cubicBezTo>
                    <a:pt x="6226130" y="511040"/>
                    <a:pt x="6207079" y="496942"/>
                    <a:pt x="6190315" y="485703"/>
                  </a:cubicBezTo>
                  <a:cubicBezTo>
                    <a:pt x="6167262" y="470271"/>
                    <a:pt x="6146687" y="455412"/>
                    <a:pt x="6115446" y="462270"/>
                  </a:cubicBezTo>
                  <a:cubicBezTo>
                    <a:pt x="6084203" y="469319"/>
                    <a:pt x="6055627" y="456364"/>
                    <a:pt x="6032194" y="434266"/>
                  </a:cubicBezTo>
                  <a:cubicBezTo>
                    <a:pt x="6014287" y="417501"/>
                    <a:pt x="5994665" y="415977"/>
                    <a:pt x="5971042" y="420738"/>
                  </a:cubicBezTo>
                  <a:cubicBezTo>
                    <a:pt x="5941513" y="426645"/>
                    <a:pt x="5910842" y="427027"/>
                    <a:pt x="5880933" y="430646"/>
                  </a:cubicBezTo>
                  <a:cubicBezTo>
                    <a:pt x="5874454" y="431408"/>
                    <a:pt x="5866265" y="434076"/>
                    <a:pt x="5862452" y="438648"/>
                  </a:cubicBezTo>
                  <a:cubicBezTo>
                    <a:pt x="5815779" y="495418"/>
                    <a:pt x="5750055" y="495990"/>
                    <a:pt x="5685283" y="498658"/>
                  </a:cubicBezTo>
                  <a:cubicBezTo>
                    <a:pt x="5646039" y="500372"/>
                    <a:pt x="5606604" y="500372"/>
                    <a:pt x="5567169" y="499420"/>
                  </a:cubicBezTo>
                  <a:cubicBezTo>
                    <a:pt x="5553832" y="499228"/>
                    <a:pt x="5539736" y="496180"/>
                    <a:pt x="5527923" y="490466"/>
                  </a:cubicBezTo>
                  <a:cubicBezTo>
                    <a:pt x="5503348" y="478463"/>
                    <a:pt x="5480680" y="462843"/>
                    <a:pt x="5456292" y="450650"/>
                  </a:cubicBezTo>
                  <a:cubicBezTo>
                    <a:pt x="5447151" y="445886"/>
                    <a:pt x="5435338" y="445696"/>
                    <a:pt x="5424670" y="444934"/>
                  </a:cubicBezTo>
                  <a:cubicBezTo>
                    <a:pt x="5405809" y="443410"/>
                    <a:pt x="5384854" y="447982"/>
                    <a:pt x="5368662" y="441124"/>
                  </a:cubicBezTo>
                  <a:cubicBezTo>
                    <a:pt x="5326559" y="423407"/>
                    <a:pt x="5287123" y="427407"/>
                    <a:pt x="5247118" y="444934"/>
                  </a:cubicBezTo>
                  <a:cubicBezTo>
                    <a:pt x="5191108" y="469509"/>
                    <a:pt x="5138148" y="467605"/>
                    <a:pt x="5088617" y="428742"/>
                  </a:cubicBezTo>
                  <a:cubicBezTo>
                    <a:pt x="5066328" y="411215"/>
                    <a:pt x="5044609" y="419596"/>
                    <a:pt x="5025750" y="433694"/>
                  </a:cubicBezTo>
                  <a:cubicBezTo>
                    <a:pt x="5004032" y="450078"/>
                    <a:pt x="4982885" y="454268"/>
                    <a:pt x="4957930" y="442268"/>
                  </a:cubicBezTo>
                  <a:cubicBezTo>
                    <a:pt x="4952404" y="439600"/>
                    <a:pt x="4944594" y="440933"/>
                    <a:pt x="4938116" y="441886"/>
                  </a:cubicBezTo>
                  <a:cubicBezTo>
                    <a:pt x="4901158" y="446648"/>
                    <a:pt x="4864009" y="454650"/>
                    <a:pt x="4833910" y="421693"/>
                  </a:cubicBezTo>
                  <a:cubicBezTo>
                    <a:pt x="4828004" y="415214"/>
                    <a:pt x="4818097" y="412549"/>
                    <a:pt x="4810095" y="408167"/>
                  </a:cubicBezTo>
                  <a:cubicBezTo>
                    <a:pt x="4776566" y="390258"/>
                    <a:pt x="4777900" y="391974"/>
                    <a:pt x="4747991" y="413691"/>
                  </a:cubicBezTo>
                  <a:cubicBezTo>
                    <a:pt x="4732369" y="425121"/>
                    <a:pt x="4710842" y="436742"/>
                    <a:pt x="4692745" y="435790"/>
                  </a:cubicBezTo>
                  <a:cubicBezTo>
                    <a:pt x="4583584" y="430075"/>
                    <a:pt x="4479758" y="457508"/>
                    <a:pt x="4375933" y="483417"/>
                  </a:cubicBezTo>
                  <a:cubicBezTo>
                    <a:pt x="4311923" y="499420"/>
                    <a:pt x="4249436" y="500372"/>
                    <a:pt x="4185426" y="484179"/>
                  </a:cubicBezTo>
                  <a:cubicBezTo>
                    <a:pt x="4139133" y="472367"/>
                    <a:pt x="4095315" y="491800"/>
                    <a:pt x="4052072" y="505134"/>
                  </a:cubicBezTo>
                  <a:cubicBezTo>
                    <a:pt x="4043117" y="507799"/>
                    <a:pt x="4034735" y="518278"/>
                    <a:pt x="4029973" y="527233"/>
                  </a:cubicBezTo>
                  <a:cubicBezTo>
                    <a:pt x="4012826" y="558858"/>
                    <a:pt x="3984441" y="563810"/>
                    <a:pt x="3948626" y="550666"/>
                  </a:cubicBezTo>
                  <a:cubicBezTo>
                    <a:pt x="3920241" y="540377"/>
                    <a:pt x="3894332" y="526661"/>
                    <a:pt x="3871280" y="502275"/>
                  </a:cubicBezTo>
                  <a:cubicBezTo>
                    <a:pt x="3844229" y="473701"/>
                    <a:pt x="3816224" y="441124"/>
                    <a:pt x="3774312" y="429122"/>
                  </a:cubicBezTo>
                  <a:cubicBezTo>
                    <a:pt x="3756214" y="423979"/>
                    <a:pt x="3740593" y="423217"/>
                    <a:pt x="3721543" y="428552"/>
                  </a:cubicBezTo>
                  <a:cubicBezTo>
                    <a:pt x="3684583" y="438837"/>
                    <a:pt x="3647436" y="446078"/>
                    <a:pt x="3612763" y="414263"/>
                  </a:cubicBezTo>
                  <a:cubicBezTo>
                    <a:pt x="3593712" y="396736"/>
                    <a:pt x="3567994" y="385496"/>
                    <a:pt x="3537323" y="389878"/>
                  </a:cubicBezTo>
                  <a:cubicBezTo>
                    <a:pt x="3499031" y="395402"/>
                    <a:pt x="3464168" y="381496"/>
                    <a:pt x="3431593" y="360921"/>
                  </a:cubicBezTo>
                  <a:cubicBezTo>
                    <a:pt x="3419971" y="353491"/>
                    <a:pt x="3405682" y="349301"/>
                    <a:pt x="3392158" y="345681"/>
                  </a:cubicBezTo>
                  <a:cubicBezTo>
                    <a:pt x="3360915" y="337298"/>
                    <a:pt x="3329480" y="329868"/>
                    <a:pt x="3297856" y="323010"/>
                  </a:cubicBezTo>
                  <a:cubicBezTo>
                    <a:pt x="3271948" y="317296"/>
                    <a:pt x="3245849" y="313104"/>
                    <a:pt x="3219748" y="308151"/>
                  </a:cubicBezTo>
                  <a:cubicBezTo>
                    <a:pt x="3191173" y="302817"/>
                    <a:pt x="3168502" y="290433"/>
                    <a:pt x="3156692" y="261668"/>
                  </a:cubicBezTo>
                  <a:cubicBezTo>
                    <a:pt x="3152882" y="252524"/>
                    <a:pt x="3143737" y="245283"/>
                    <a:pt x="3136497" y="237663"/>
                  </a:cubicBezTo>
                  <a:cubicBezTo>
                    <a:pt x="3131355" y="232139"/>
                    <a:pt x="3124495" y="227947"/>
                    <a:pt x="3119733" y="222233"/>
                  </a:cubicBezTo>
                  <a:cubicBezTo>
                    <a:pt x="3094776" y="192132"/>
                    <a:pt x="3070201" y="161843"/>
                    <a:pt x="3045436" y="131742"/>
                  </a:cubicBezTo>
                  <a:cubicBezTo>
                    <a:pt x="3042958" y="128884"/>
                    <a:pt x="3040292" y="125455"/>
                    <a:pt x="3037054" y="124121"/>
                  </a:cubicBezTo>
                  <a:cubicBezTo>
                    <a:pt x="3003525" y="110215"/>
                    <a:pt x="2969614" y="97070"/>
                    <a:pt x="2936466" y="82400"/>
                  </a:cubicBezTo>
                  <a:cubicBezTo>
                    <a:pt x="2923702" y="76686"/>
                    <a:pt x="2910558" y="69637"/>
                    <a:pt x="2901031" y="59731"/>
                  </a:cubicBezTo>
                  <a:cubicBezTo>
                    <a:pt x="2879314" y="37250"/>
                    <a:pt x="2859502" y="12866"/>
                    <a:pt x="2828259" y="3149"/>
                  </a:cubicBezTo>
                  <a:cubicBezTo>
                    <a:pt x="2819114" y="293"/>
                    <a:pt x="2808256" y="-1231"/>
                    <a:pt x="2799492" y="1245"/>
                  </a:cubicBezTo>
                  <a:cubicBezTo>
                    <a:pt x="2763867" y="11532"/>
                    <a:pt x="2729005" y="24296"/>
                    <a:pt x="2693570" y="35154"/>
                  </a:cubicBezTo>
                  <a:cubicBezTo>
                    <a:pt x="2671092" y="41823"/>
                    <a:pt x="2650707" y="49825"/>
                    <a:pt x="2639847" y="73448"/>
                  </a:cubicBezTo>
                  <a:cubicBezTo>
                    <a:pt x="2636801" y="80114"/>
                    <a:pt x="2628226" y="87354"/>
                    <a:pt x="2621178" y="88688"/>
                  </a:cubicBezTo>
                  <a:cubicBezTo>
                    <a:pt x="2575839" y="97260"/>
                    <a:pt x="2531069" y="101451"/>
                    <a:pt x="2489348" y="72304"/>
                  </a:cubicBezTo>
                  <a:cubicBezTo>
                    <a:pt x="2480585" y="66017"/>
                    <a:pt x="2464201" y="66017"/>
                    <a:pt x="2452580" y="68683"/>
                  </a:cubicBezTo>
                  <a:cubicBezTo>
                    <a:pt x="2407811" y="78590"/>
                    <a:pt x="2365328" y="82020"/>
                    <a:pt x="2326464" y="50395"/>
                  </a:cubicBezTo>
                  <a:cubicBezTo>
                    <a:pt x="2321892" y="46585"/>
                    <a:pt x="2307224" y="50015"/>
                    <a:pt x="2300365" y="54777"/>
                  </a:cubicBezTo>
                  <a:cubicBezTo>
                    <a:pt x="2234259" y="101261"/>
                    <a:pt x="2198064" y="102405"/>
                    <a:pt x="2130434" y="58397"/>
                  </a:cubicBezTo>
                  <a:cubicBezTo>
                    <a:pt x="2126052" y="55539"/>
                    <a:pt x="2120337" y="52301"/>
                    <a:pt x="2118621" y="47919"/>
                  </a:cubicBezTo>
                  <a:cubicBezTo>
                    <a:pt x="2107001" y="19914"/>
                    <a:pt x="2082236" y="19152"/>
                    <a:pt x="2057659" y="16866"/>
                  </a:cubicBezTo>
                  <a:cubicBezTo>
                    <a:pt x="2030608" y="14390"/>
                    <a:pt x="2003555" y="11152"/>
                    <a:pt x="1976314" y="8865"/>
                  </a:cubicBezTo>
                  <a:cubicBezTo>
                    <a:pt x="1971550" y="8483"/>
                    <a:pt x="1966216" y="10007"/>
                    <a:pt x="1961454" y="11724"/>
                  </a:cubicBezTo>
                  <a:cubicBezTo>
                    <a:pt x="1943165" y="18010"/>
                    <a:pt x="1925449" y="27154"/>
                    <a:pt x="1906588" y="30964"/>
                  </a:cubicBezTo>
                  <a:cubicBezTo>
                    <a:pt x="1865821" y="39156"/>
                    <a:pt x="1826385" y="55539"/>
                    <a:pt x="1783330" y="48871"/>
                  </a:cubicBezTo>
                  <a:cubicBezTo>
                    <a:pt x="1775902" y="47729"/>
                    <a:pt x="1767327" y="53253"/>
                    <a:pt x="1759327" y="55349"/>
                  </a:cubicBezTo>
                  <a:cubicBezTo>
                    <a:pt x="1744849" y="58969"/>
                    <a:pt x="1730750" y="64111"/>
                    <a:pt x="1716082" y="65445"/>
                  </a:cubicBezTo>
                  <a:cubicBezTo>
                    <a:pt x="1677218" y="68875"/>
                    <a:pt x="1637975" y="71924"/>
                    <a:pt x="1598920" y="72114"/>
                  </a:cubicBezTo>
                  <a:cubicBezTo>
                    <a:pt x="1580061" y="72304"/>
                    <a:pt x="1561201" y="65065"/>
                    <a:pt x="1542150" y="62207"/>
                  </a:cubicBezTo>
                  <a:cubicBezTo>
                    <a:pt x="1533578" y="60873"/>
                    <a:pt x="1519669" y="58587"/>
                    <a:pt x="1516813" y="62779"/>
                  </a:cubicBezTo>
                  <a:cubicBezTo>
                    <a:pt x="1494714" y="94592"/>
                    <a:pt x="1463661" y="88496"/>
                    <a:pt x="1432228" y="88116"/>
                  </a:cubicBezTo>
                  <a:cubicBezTo>
                    <a:pt x="1362884" y="87354"/>
                    <a:pt x="1295826" y="60493"/>
                    <a:pt x="1224765" y="71924"/>
                  </a:cubicBezTo>
                  <a:cubicBezTo>
                    <a:pt x="1204191" y="75162"/>
                    <a:pt x="1181330" y="62397"/>
                    <a:pt x="1159231" y="58207"/>
                  </a:cubicBezTo>
                  <a:cubicBezTo>
                    <a:pt x="1147801" y="56111"/>
                    <a:pt x="1135228" y="53633"/>
                    <a:pt x="1124370" y="56301"/>
                  </a:cubicBezTo>
                  <a:cubicBezTo>
                    <a:pt x="1107605" y="60493"/>
                    <a:pt x="1091411" y="68113"/>
                    <a:pt x="1075600" y="75542"/>
                  </a:cubicBezTo>
                  <a:cubicBezTo>
                    <a:pt x="1046261" y="89258"/>
                    <a:pt x="1016162" y="89258"/>
                    <a:pt x="986633" y="79162"/>
                  </a:cubicBezTo>
                  <a:cubicBezTo>
                    <a:pt x="944722" y="64873"/>
                    <a:pt x="903193" y="64873"/>
                    <a:pt x="861089" y="76304"/>
                  </a:cubicBezTo>
                  <a:cubicBezTo>
                    <a:pt x="826990" y="85638"/>
                    <a:pt x="791935" y="92116"/>
                    <a:pt x="759168" y="104689"/>
                  </a:cubicBezTo>
                  <a:cubicBezTo>
                    <a:pt x="744689" y="110215"/>
                    <a:pt x="732497" y="126597"/>
                    <a:pt x="723735" y="140696"/>
                  </a:cubicBezTo>
                  <a:cubicBezTo>
                    <a:pt x="706018" y="169271"/>
                    <a:pt x="674013" y="169081"/>
                    <a:pt x="647532" y="147934"/>
                  </a:cubicBezTo>
                  <a:cubicBezTo>
                    <a:pt x="619717" y="125645"/>
                    <a:pt x="584664" y="112501"/>
                    <a:pt x="552659" y="95926"/>
                  </a:cubicBezTo>
                  <a:cubicBezTo>
                    <a:pt x="549993" y="94592"/>
                    <a:pt x="545039" y="96116"/>
                    <a:pt x="541800" y="97640"/>
                  </a:cubicBezTo>
                  <a:cubicBezTo>
                    <a:pt x="488649" y="122407"/>
                    <a:pt x="433593" y="126979"/>
                    <a:pt x="375107" y="123169"/>
                  </a:cubicBezTo>
                  <a:cubicBezTo>
                    <a:pt x="341960" y="121073"/>
                    <a:pt x="307289" y="137076"/>
                    <a:pt x="273567" y="145458"/>
                  </a:cubicBezTo>
                  <a:cubicBezTo>
                    <a:pt x="269757" y="146410"/>
                    <a:pt x="266519" y="151174"/>
                    <a:pt x="264043" y="154792"/>
                  </a:cubicBezTo>
                  <a:cubicBezTo>
                    <a:pt x="240228" y="190800"/>
                    <a:pt x="208223" y="200706"/>
                    <a:pt x="169360" y="177273"/>
                  </a:cubicBezTo>
                  <a:cubicBezTo>
                    <a:pt x="143643" y="161651"/>
                    <a:pt x="118114" y="158032"/>
                    <a:pt x="89347" y="157460"/>
                  </a:cubicBezTo>
                  <a:cubicBezTo>
                    <a:pt x="71059" y="157078"/>
                    <a:pt x="52962" y="147934"/>
                    <a:pt x="34291" y="145268"/>
                  </a:cubicBezTo>
                  <a:lnTo>
                    <a:pt x="0" y="142056"/>
                  </a:lnTo>
                  <a:lnTo>
                    <a:pt x="0" y="849556"/>
                  </a:lnTo>
                  <a:lnTo>
                    <a:pt x="60652" y="844783"/>
                  </a:lnTo>
                  <a:cubicBezTo>
                    <a:pt x="80251" y="839473"/>
                    <a:pt x="99446" y="832043"/>
                    <a:pt x="119068" y="827281"/>
                  </a:cubicBezTo>
                  <a:cubicBezTo>
                    <a:pt x="137355" y="822899"/>
                    <a:pt x="154501" y="812802"/>
                    <a:pt x="171840" y="804420"/>
                  </a:cubicBezTo>
                  <a:cubicBezTo>
                    <a:pt x="204985" y="788417"/>
                    <a:pt x="240420" y="798514"/>
                    <a:pt x="274329" y="794324"/>
                  </a:cubicBezTo>
                  <a:cubicBezTo>
                    <a:pt x="285188" y="792990"/>
                    <a:pt x="296046" y="791466"/>
                    <a:pt x="306715" y="788798"/>
                  </a:cubicBezTo>
                  <a:cubicBezTo>
                    <a:pt x="335864" y="781749"/>
                    <a:pt x="365583" y="775653"/>
                    <a:pt x="393967" y="765937"/>
                  </a:cubicBezTo>
                  <a:cubicBezTo>
                    <a:pt x="426165" y="755078"/>
                    <a:pt x="457028" y="740600"/>
                    <a:pt x="493793" y="725549"/>
                  </a:cubicBezTo>
                  <a:cubicBezTo>
                    <a:pt x="506557" y="729360"/>
                    <a:pt x="526180" y="739648"/>
                    <a:pt x="546373" y="740600"/>
                  </a:cubicBezTo>
                  <a:cubicBezTo>
                    <a:pt x="611337" y="743838"/>
                    <a:pt x="672107" y="726121"/>
                    <a:pt x="730211" y="698116"/>
                  </a:cubicBezTo>
                  <a:cubicBezTo>
                    <a:pt x="747927" y="689734"/>
                    <a:pt x="766980" y="684210"/>
                    <a:pt x="784889" y="676018"/>
                  </a:cubicBezTo>
                  <a:cubicBezTo>
                    <a:pt x="791173" y="673161"/>
                    <a:pt x="799365" y="667065"/>
                    <a:pt x="800509" y="661349"/>
                  </a:cubicBezTo>
                  <a:cubicBezTo>
                    <a:pt x="807175" y="628201"/>
                    <a:pt x="831942" y="628772"/>
                    <a:pt x="857661" y="626868"/>
                  </a:cubicBezTo>
                  <a:cubicBezTo>
                    <a:pt x="888332" y="624582"/>
                    <a:pt x="918621" y="619248"/>
                    <a:pt x="949102" y="614676"/>
                  </a:cubicBezTo>
                  <a:cubicBezTo>
                    <a:pt x="953104" y="614104"/>
                    <a:pt x="956722" y="610104"/>
                    <a:pt x="960342" y="607435"/>
                  </a:cubicBezTo>
                  <a:cubicBezTo>
                    <a:pt x="965867" y="603435"/>
                    <a:pt x="971011" y="597339"/>
                    <a:pt x="977109" y="595815"/>
                  </a:cubicBezTo>
                  <a:cubicBezTo>
                    <a:pt x="1008350" y="588385"/>
                    <a:pt x="1039783" y="582099"/>
                    <a:pt x="1071218" y="575240"/>
                  </a:cubicBezTo>
                  <a:cubicBezTo>
                    <a:pt x="1078266" y="573716"/>
                    <a:pt x="1085505" y="571812"/>
                    <a:pt x="1091983" y="568764"/>
                  </a:cubicBezTo>
                  <a:cubicBezTo>
                    <a:pt x="1098079" y="565906"/>
                    <a:pt x="1103223" y="560952"/>
                    <a:pt x="1109321" y="557904"/>
                  </a:cubicBezTo>
                  <a:cubicBezTo>
                    <a:pt x="1125892" y="549714"/>
                    <a:pt x="1142851" y="542093"/>
                    <a:pt x="1162279" y="532949"/>
                  </a:cubicBezTo>
                  <a:cubicBezTo>
                    <a:pt x="1173138" y="550094"/>
                    <a:pt x="1187810" y="540377"/>
                    <a:pt x="1206097" y="532187"/>
                  </a:cubicBezTo>
                  <a:cubicBezTo>
                    <a:pt x="1224765" y="523805"/>
                    <a:pt x="1246292" y="521137"/>
                    <a:pt x="1266867" y="518088"/>
                  </a:cubicBezTo>
                  <a:cubicBezTo>
                    <a:pt x="1304588" y="512564"/>
                    <a:pt x="1342499" y="509134"/>
                    <a:pt x="1380219" y="504182"/>
                  </a:cubicBezTo>
                  <a:cubicBezTo>
                    <a:pt x="1388221" y="503038"/>
                    <a:pt x="1397365" y="500944"/>
                    <a:pt x="1403461" y="496180"/>
                  </a:cubicBezTo>
                  <a:cubicBezTo>
                    <a:pt x="1445181" y="464175"/>
                    <a:pt x="1495858" y="455222"/>
                    <a:pt x="1544054" y="458268"/>
                  </a:cubicBezTo>
                  <a:cubicBezTo>
                    <a:pt x="1581965" y="460557"/>
                    <a:pt x="1619114" y="462270"/>
                    <a:pt x="1656644" y="459032"/>
                  </a:cubicBezTo>
                  <a:cubicBezTo>
                    <a:pt x="1659502" y="458841"/>
                    <a:pt x="1663312" y="459223"/>
                    <a:pt x="1665406" y="460747"/>
                  </a:cubicBezTo>
                  <a:cubicBezTo>
                    <a:pt x="1678360" y="470843"/>
                    <a:pt x="1691887" y="471605"/>
                    <a:pt x="1708461" y="473318"/>
                  </a:cubicBezTo>
                  <a:cubicBezTo>
                    <a:pt x="1731894" y="475797"/>
                    <a:pt x="1753421" y="474081"/>
                    <a:pt x="1775140" y="469891"/>
                  </a:cubicBezTo>
                  <a:cubicBezTo>
                    <a:pt x="1790952" y="466843"/>
                    <a:pt x="1806953" y="460557"/>
                    <a:pt x="1821051" y="452554"/>
                  </a:cubicBezTo>
                  <a:cubicBezTo>
                    <a:pt x="1840672" y="441314"/>
                    <a:pt x="1859535" y="436934"/>
                    <a:pt x="1878203" y="451792"/>
                  </a:cubicBezTo>
                  <a:cubicBezTo>
                    <a:pt x="1898396" y="467605"/>
                    <a:pt x="1921257" y="462081"/>
                    <a:pt x="1943547" y="462651"/>
                  </a:cubicBezTo>
                  <a:cubicBezTo>
                    <a:pt x="1953262" y="462843"/>
                    <a:pt x="1963550" y="462461"/>
                    <a:pt x="1972884" y="464937"/>
                  </a:cubicBezTo>
                  <a:cubicBezTo>
                    <a:pt x="1999935" y="471987"/>
                    <a:pt x="2026036" y="482655"/>
                    <a:pt x="2053469" y="487417"/>
                  </a:cubicBezTo>
                  <a:cubicBezTo>
                    <a:pt x="2068710" y="490084"/>
                    <a:pt x="2085664" y="485321"/>
                    <a:pt x="2101477" y="481893"/>
                  </a:cubicBezTo>
                  <a:cubicBezTo>
                    <a:pt x="2117479" y="478273"/>
                    <a:pt x="2133290" y="472749"/>
                    <a:pt x="2148722" y="467033"/>
                  </a:cubicBezTo>
                  <a:cubicBezTo>
                    <a:pt x="2159199" y="463223"/>
                    <a:pt x="2170629" y="459603"/>
                    <a:pt x="2179011" y="452744"/>
                  </a:cubicBezTo>
                  <a:cubicBezTo>
                    <a:pt x="2198064" y="437124"/>
                    <a:pt x="2217685" y="434455"/>
                    <a:pt x="2240165" y="442648"/>
                  </a:cubicBezTo>
                  <a:cubicBezTo>
                    <a:pt x="2243593" y="443982"/>
                    <a:pt x="2247594" y="443982"/>
                    <a:pt x="2251404" y="444172"/>
                  </a:cubicBezTo>
                  <a:cubicBezTo>
                    <a:pt x="2312370" y="448172"/>
                    <a:pt x="2373330" y="450650"/>
                    <a:pt x="2433912" y="456746"/>
                  </a:cubicBezTo>
                  <a:cubicBezTo>
                    <a:pt x="2458485" y="459223"/>
                    <a:pt x="2482107" y="470081"/>
                    <a:pt x="2506302" y="476939"/>
                  </a:cubicBezTo>
                  <a:cubicBezTo>
                    <a:pt x="2511256" y="478273"/>
                    <a:pt x="2516783" y="480369"/>
                    <a:pt x="2521735" y="479415"/>
                  </a:cubicBezTo>
                  <a:cubicBezTo>
                    <a:pt x="2575647" y="469891"/>
                    <a:pt x="2626132" y="483797"/>
                    <a:pt x="2675854" y="502086"/>
                  </a:cubicBezTo>
                  <a:cubicBezTo>
                    <a:pt x="2680996" y="503992"/>
                    <a:pt x="2687282" y="503419"/>
                    <a:pt x="2692998" y="503038"/>
                  </a:cubicBezTo>
                  <a:cubicBezTo>
                    <a:pt x="2709003" y="501706"/>
                    <a:pt x="2726337" y="495038"/>
                    <a:pt x="2740816" y="499037"/>
                  </a:cubicBezTo>
                  <a:cubicBezTo>
                    <a:pt x="2779297" y="510088"/>
                    <a:pt x="2817398" y="523423"/>
                    <a:pt x="2853596" y="540187"/>
                  </a:cubicBezTo>
                  <a:cubicBezTo>
                    <a:pt x="2890365" y="557142"/>
                    <a:pt x="2924464" y="571430"/>
                    <a:pt x="2966565" y="554286"/>
                  </a:cubicBezTo>
                  <a:cubicBezTo>
                    <a:pt x="2984472" y="547045"/>
                    <a:pt x="3008095" y="552190"/>
                    <a:pt x="3028671" y="554094"/>
                  </a:cubicBezTo>
                  <a:cubicBezTo>
                    <a:pt x="3043720" y="555618"/>
                    <a:pt x="3058198" y="564192"/>
                    <a:pt x="3073059" y="564192"/>
                  </a:cubicBezTo>
                  <a:cubicBezTo>
                    <a:pt x="3112686" y="564192"/>
                    <a:pt x="3147927" y="574288"/>
                    <a:pt x="3182219" y="594862"/>
                  </a:cubicBezTo>
                  <a:cubicBezTo>
                    <a:pt x="3195557" y="602863"/>
                    <a:pt x="3216322" y="597529"/>
                    <a:pt x="3233656" y="599625"/>
                  </a:cubicBezTo>
                  <a:cubicBezTo>
                    <a:pt x="3251947" y="602101"/>
                    <a:pt x="3270804" y="604387"/>
                    <a:pt x="3288332" y="609914"/>
                  </a:cubicBezTo>
                  <a:cubicBezTo>
                    <a:pt x="3333672" y="624392"/>
                    <a:pt x="3378441" y="640774"/>
                    <a:pt x="3423591" y="656015"/>
                  </a:cubicBezTo>
                  <a:cubicBezTo>
                    <a:pt x="3460738" y="668590"/>
                    <a:pt x="3497317" y="658683"/>
                    <a:pt x="3534084" y="653349"/>
                  </a:cubicBezTo>
                  <a:cubicBezTo>
                    <a:pt x="3557137" y="649919"/>
                    <a:pt x="3578662" y="641727"/>
                    <a:pt x="3604571" y="653918"/>
                  </a:cubicBezTo>
                  <a:cubicBezTo>
                    <a:pt x="3629338" y="665541"/>
                    <a:pt x="3660771" y="662873"/>
                    <a:pt x="3688586" y="669160"/>
                  </a:cubicBezTo>
                  <a:cubicBezTo>
                    <a:pt x="3712020" y="674494"/>
                    <a:pt x="3734687" y="683068"/>
                    <a:pt x="3757358" y="691450"/>
                  </a:cubicBezTo>
                  <a:cubicBezTo>
                    <a:pt x="3788221" y="702881"/>
                    <a:pt x="3818700" y="714881"/>
                    <a:pt x="3852421" y="709167"/>
                  </a:cubicBezTo>
                  <a:cubicBezTo>
                    <a:pt x="3890714" y="702689"/>
                    <a:pt x="3917001" y="727073"/>
                    <a:pt x="3947104" y="743267"/>
                  </a:cubicBezTo>
                  <a:cubicBezTo>
                    <a:pt x="3967869" y="754316"/>
                    <a:pt x="3990538" y="762509"/>
                    <a:pt x="4013208" y="769367"/>
                  </a:cubicBezTo>
                  <a:cubicBezTo>
                    <a:pt x="4043497" y="778321"/>
                    <a:pt x="4074740" y="783655"/>
                    <a:pt x="4105222" y="792417"/>
                  </a:cubicBezTo>
                  <a:cubicBezTo>
                    <a:pt x="4151325" y="805561"/>
                    <a:pt x="4198001" y="815850"/>
                    <a:pt x="4246006" y="808610"/>
                  </a:cubicBezTo>
                  <a:cubicBezTo>
                    <a:pt x="4268105" y="805372"/>
                    <a:pt x="4288682" y="805561"/>
                    <a:pt x="4310779" y="810326"/>
                  </a:cubicBezTo>
                  <a:cubicBezTo>
                    <a:pt x="4346974" y="818136"/>
                    <a:pt x="4384123" y="819089"/>
                    <a:pt x="4413272" y="848235"/>
                  </a:cubicBezTo>
                  <a:cubicBezTo>
                    <a:pt x="4423558" y="858524"/>
                    <a:pt x="4442037" y="861190"/>
                    <a:pt x="4457087" y="866524"/>
                  </a:cubicBezTo>
                  <a:cubicBezTo>
                    <a:pt x="4474424" y="872812"/>
                    <a:pt x="4487186" y="869572"/>
                    <a:pt x="4496523" y="851284"/>
                  </a:cubicBezTo>
                  <a:cubicBezTo>
                    <a:pt x="4500713" y="843093"/>
                    <a:pt x="4512715" y="835091"/>
                    <a:pt x="4522050" y="833757"/>
                  </a:cubicBezTo>
                  <a:cubicBezTo>
                    <a:pt x="4550055" y="829757"/>
                    <a:pt x="4575773" y="835663"/>
                    <a:pt x="4602824" y="848618"/>
                  </a:cubicBezTo>
                  <a:cubicBezTo>
                    <a:pt x="4628161" y="860810"/>
                    <a:pt x="4659786" y="859476"/>
                    <a:pt x="4688553" y="864238"/>
                  </a:cubicBezTo>
                  <a:cubicBezTo>
                    <a:pt x="4708936" y="867668"/>
                    <a:pt x="4729321" y="874716"/>
                    <a:pt x="4749895" y="874716"/>
                  </a:cubicBezTo>
                  <a:cubicBezTo>
                    <a:pt x="4775424" y="874716"/>
                    <a:pt x="4800761" y="868620"/>
                    <a:pt x="4826480" y="866334"/>
                  </a:cubicBezTo>
                  <a:cubicBezTo>
                    <a:pt x="4846482" y="864430"/>
                    <a:pt x="4866867" y="865192"/>
                    <a:pt x="4886870" y="862906"/>
                  </a:cubicBezTo>
                  <a:cubicBezTo>
                    <a:pt x="4903254" y="861190"/>
                    <a:pt x="4919447" y="856810"/>
                    <a:pt x="4935639" y="853190"/>
                  </a:cubicBezTo>
                  <a:cubicBezTo>
                    <a:pt x="4941546" y="851856"/>
                    <a:pt x="4947452" y="846711"/>
                    <a:pt x="4952784" y="847473"/>
                  </a:cubicBezTo>
                  <a:cubicBezTo>
                    <a:pt x="5005745" y="855666"/>
                    <a:pt x="5043847" y="819089"/>
                    <a:pt x="5088617" y="802896"/>
                  </a:cubicBezTo>
                  <a:cubicBezTo>
                    <a:pt x="5135672" y="785749"/>
                    <a:pt x="5181204" y="759461"/>
                    <a:pt x="5233781" y="767271"/>
                  </a:cubicBezTo>
                  <a:cubicBezTo>
                    <a:pt x="5265596" y="772033"/>
                    <a:pt x="5296267" y="783083"/>
                    <a:pt x="5327893" y="789752"/>
                  </a:cubicBezTo>
                  <a:cubicBezTo>
                    <a:pt x="5339132" y="792038"/>
                    <a:pt x="5351705" y="791656"/>
                    <a:pt x="5362946" y="789370"/>
                  </a:cubicBezTo>
                  <a:cubicBezTo>
                    <a:pt x="5417240" y="778891"/>
                    <a:pt x="5470771" y="777367"/>
                    <a:pt x="5524115" y="794514"/>
                  </a:cubicBezTo>
                  <a:cubicBezTo>
                    <a:pt x="5533257" y="797372"/>
                    <a:pt x="5542974" y="800038"/>
                    <a:pt x="5552500" y="800038"/>
                  </a:cubicBezTo>
                  <a:cubicBezTo>
                    <a:pt x="5604697" y="800038"/>
                    <a:pt x="5655944" y="796038"/>
                    <a:pt x="5705857" y="777367"/>
                  </a:cubicBezTo>
                  <a:cubicBezTo>
                    <a:pt x="5722622" y="771080"/>
                    <a:pt x="5743006" y="775081"/>
                    <a:pt x="5761485" y="773557"/>
                  </a:cubicBezTo>
                  <a:cubicBezTo>
                    <a:pt x="5778629" y="772224"/>
                    <a:pt x="5796156" y="771653"/>
                    <a:pt x="5812731" y="767271"/>
                  </a:cubicBezTo>
                  <a:cubicBezTo>
                    <a:pt x="5836925" y="760795"/>
                    <a:pt x="5859404" y="760033"/>
                    <a:pt x="5884361" y="765747"/>
                  </a:cubicBezTo>
                  <a:cubicBezTo>
                    <a:pt x="5908174" y="771080"/>
                    <a:pt x="5933892" y="768415"/>
                    <a:pt x="5958660" y="768605"/>
                  </a:cubicBezTo>
                  <a:cubicBezTo>
                    <a:pt x="5986282" y="768795"/>
                    <a:pt x="6013906" y="768984"/>
                    <a:pt x="6041528" y="768033"/>
                  </a:cubicBezTo>
                  <a:cubicBezTo>
                    <a:pt x="6052579" y="767653"/>
                    <a:pt x="6065151" y="760033"/>
                    <a:pt x="6074297" y="763081"/>
                  </a:cubicBezTo>
                  <a:cubicBezTo>
                    <a:pt x="6103824" y="773366"/>
                    <a:pt x="6133353" y="760985"/>
                    <a:pt x="6162880" y="766509"/>
                  </a:cubicBezTo>
                  <a:cubicBezTo>
                    <a:pt x="6177360" y="769367"/>
                    <a:pt x="6193743" y="761557"/>
                    <a:pt x="6209364" y="760795"/>
                  </a:cubicBezTo>
                  <a:cubicBezTo>
                    <a:pt x="6234892" y="759461"/>
                    <a:pt x="6260419" y="760033"/>
                    <a:pt x="6285948" y="759651"/>
                  </a:cubicBezTo>
                  <a:cubicBezTo>
                    <a:pt x="6294330" y="759461"/>
                    <a:pt x="6302523" y="758699"/>
                    <a:pt x="6310905" y="758316"/>
                  </a:cubicBezTo>
                  <a:cubicBezTo>
                    <a:pt x="6318335" y="757936"/>
                    <a:pt x="6326145" y="756222"/>
                    <a:pt x="6333194" y="757554"/>
                  </a:cubicBezTo>
                  <a:cubicBezTo>
                    <a:pt x="6358723" y="762318"/>
                    <a:pt x="6383869" y="770129"/>
                    <a:pt x="6409586" y="773177"/>
                  </a:cubicBezTo>
                  <a:cubicBezTo>
                    <a:pt x="6431875" y="775843"/>
                    <a:pt x="6454928" y="772224"/>
                    <a:pt x="6477407" y="774129"/>
                  </a:cubicBezTo>
                  <a:cubicBezTo>
                    <a:pt x="6517032" y="777367"/>
                    <a:pt x="6556657" y="783083"/>
                    <a:pt x="6596283" y="786703"/>
                  </a:cubicBezTo>
                  <a:cubicBezTo>
                    <a:pt x="6604857" y="787465"/>
                    <a:pt x="6613809" y="782701"/>
                    <a:pt x="6622573" y="782321"/>
                  </a:cubicBezTo>
                  <a:cubicBezTo>
                    <a:pt x="6650006" y="781369"/>
                    <a:pt x="6677439" y="781177"/>
                    <a:pt x="6704872" y="780607"/>
                  </a:cubicBezTo>
                  <a:cubicBezTo>
                    <a:pt x="6720493" y="780415"/>
                    <a:pt x="6736305" y="780987"/>
                    <a:pt x="6751738" y="779273"/>
                  </a:cubicBezTo>
                  <a:cubicBezTo>
                    <a:pt x="6772120" y="776987"/>
                    <a:pt x="6790599" y="773557"/>
                    <a:pt x="6809650" y="788417"/>
                  </a:cubicBezTo>
                  <a:cubicBezTo>
                    <a:pt x="6816984" y="794180"/>
                    <a:pt x="6824819" y="797942"/>
                    <a:pt x="6832976" y="800428"/>
                  </a:cubicBezTo>
                  <a:close/>
                </a:path>
              </a:pathLst>
            </a:custGeom>
            <a:blipFill dpi="0" rotWithShape="1">
              <a:blip r:embed="rId3">
                <a:alphaModFix amt="57000"/>
              </a:blip>
              <a:srcRect/>
              <a:tile tx="0" ty="0" sx="100000" sy="100000" flip="none" algn="tl"/>
            </a:blip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Tree>
    <p:extLst>
      <p:ext uri="{BB962C8B-B14F-4D97-AF65-F5344CB8AC3E}">
        <p14:creationId xmlns:p14="http://schemas.microsoft.com/office/powerpoint/2010/main" val="19225199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5A0118C5-4F8D-4CF4-BADD-53FEACC6C4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97D7B9E7-34DB-0C5A-2968-9442A4B71F8C}"/>
              </a:ext>
            </a:extLst>
          </p:cNvPr>
          <p:cNvSpPr>
            <a:spLocks noGrp="1"/>
          </p:cNvSpPr>
          <p:nvPr>
            <p:ph type="title"/>
          </p:nvPr>
        </p:nvSpPr>
        <p:spPr>
          <a:xfrm>
            <a:off x="1102368" y="694268"/>
            <a:ext cx="3553510" cy="5477932"/>
          </a:xfrm>
        </p:spPr>
        <p:txBody>
          <a:bodyPr>
            <a:normAutofit/>
          </a:bodyPr>
          <a:lstStyle/>
          <a:p>
            <a:pPr algn="ctr"/>
            <a:r>
              <a:rPr lang="en-US" dirty="0">
                <a:solidFill>
                  <a:schemeClr val="bg1"/>
                </a:solidFill>
              </a:rPr>
              <a:t>In a nutshell</a:t>
            </a:r>
          </a:p>
        </p:txBody>
      </p:sp>
      <p:grpSp>
        <p:nvGrpSpPr>
          <p:cNvPr id="25" name="Graphic 38">
            <a:extLst>
              <a:ext uri="{FF2B5EF4-FFF2-40B4-BE49-F238E27FC236}">
                <a16:creationId xmlns:a16="http://schemas.microsoft.com/office/drawing/2014/main" id="{1E8369D0-2C3B-4E27-AC6C-A246AC28CDA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202912"/>
            <a:ext cx="1910252" cy="709660"/>
            <a:chOff x="2267504" y="2540250"/>
            <a:chExt cx="1990951" cy="739640"/>
          </a:xfrm>
          <a:solidFill>
            <a:schemeClr val="bg1"/>
          </a:solidFill>
        </p:grpSpPr>
        <p:sp>
          <p:nvSpPr>
            <p:cNvPr id="26" name="Freeform: Shape 25">
              <a:extLst>
                <a:ext uri="{FF2B5EF4-FFF2-40B4-BE49-F238E27FC236}">
                  <a16:creationId xmlns:a16="http://schemas.microsoft.com/office/drawing/2014/main" id="{A3D5586F-4573-4C57-9793-1EBFDC89634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267504" y="2540250"/>
              <a:ext cx="1990951" cy="286230"/>
            </a:xfrm>
            <a:custGeom>
              <a:avLst/>
              <a:gdLst>
                <a:gd name="connsiteX0" fmla="*/ 1489414 w 1990951"/>
                <a:gd name="connsiteY0" fmla="*/ 286231 h 286230"/>
                <a:gd name="connsiteX1" fmla="*/ 1243712 w 1990951"/>
                <a:gd name="connsiteY1" fmla="*/ 40528 h 286230"/>
                <a:gd name="connsiteX2" fmla="*/ 995476 w 1990951"/>
                <a:gd name="connsiteY2" fmla="*/ 286231 h 286230"/>
                <a:gd name="connsiteX3" fmla="*/ 749773 w 1990951"/>
                <a:gd name="connsiteY3" fmla="*/ 40528 h 286230"/>
                <a:gd name="connsiteX4" fmla="*/ 504071 w 1990951"/>
                <a:gd name="connsiteY4" fmla="*/ 286231 h 286230"/>
                <a:gd name="connsiteX5" fmla="*/ 255835 w 1990951"/>
                <a:gd name="connsiteY5" fmla="*/ 40528 h 286230"/>
                <a:gd name="connsiteX6" fmla="*/ 20264 w 1990951"/>
                <a:gd name="connsiteY6" fmla="*/ 276099 h 286230"/>
                <a:gd name="connsiteX7" fmla="*/ 0 w 1990951"/>
                <a:gd name="connsiteY7" fmla="*/ 255835 h 286230"/>
                <a:gd name="connsiteX8" fmla="*/ 255835 w 1990951"/>
                <a:gd name="connsiteY8" fmla="*/ 0 h 286230"/>
                <a:gd name="connsiteX9" fmla="*/ 504071 w 1990951"/>
                <a:gd name="connsiteY9" fmla="*/ 245703 h 286230"/>
                <a:gd name="connsiteX10" fmla="*/ 749773 w 1990951"/>
                <a:gd name="connsiteY10" fmla="*/ 0 h 286230"/>
                <a:gd name="connsiteX11" fmla="*/ 995476 w 1990951"/>
                <a:gd name="connsiteY11" fmla="*/ 245703 h 286230"/>
                <a:gd name="connsiteX12" fmla="*/ 1243712 w 1990951"/>
                <a:gd name="connsiteY12" fmla="*/ 0 h 286230"/>
                <a:gd name="connsiteX13" fmla="*/ 1489414 w 1990951"/>
                <a:gd name="connsiteY13" fmla="*/ 245703 h 286230"/>
                <a:gd name="connsiteX14" fmla="*/ 1735117 w 1990951"/>
                <a:gd name="connsiteY14" fmla="*/ 0 h 286230"/>
                <a:gd name="connsiteX15" fmla="*/ 1990952 w 1990951"/>
                <a:gd name="connsiteY15" fmla="*/ 255835 h 286230"/>
                <a:gd name="connsiteX16" fmla="*/ 1973221 w 1990951"/>
                <a:gd name="connsiteY16" fmla="*/ 276099 h 286230"/>
                <a:gd name="connsiteX17" fmla="*/ 1735117 w 1990951"/>
                <a:gd name="connsiteY17" fmla="*/ 40528 h 2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90951" h="286230">
                  <a:moveTo>
                    <a:pt x="1489414" y="286231"/>
                  </a:moveTo>
                  <a:lnTo>
                    <a:pt x="1243712" y="40528"/>
                  </a:lnTo>
                  <a:lnTo>
                    <a:pt x="995476" y="286231"/>
                  </a:lnTo>
                  <a:lnTo>
                    <a:pt x="749773" y="40528"/>
                  </a:lnTo>
                  <a:lnTo>
                    <a:pt x="504071" y="286231"/>
                  </a:lnTo>
                  <a:lnTo>
                    <a:pt x="255835" y="40528"/>
                  </a:lnTo>
                  <a:lnTo>
                    <a:pt x="20264" y="276099"/>
                  </a:lnTo>
                  <a:lnTo>
                    <a:pt x="0" y="255835"/>
                  </a:lnTo>
                  <a:lnTo>
                    <a:pt x="255835" y="0"/>
                  </a:lnTo>
                  <a:lnTo>
                    <a:pt x="504071" y="245703"/>
                  </a:lnTo>
                  <a:lnTo>
                    <a:pt x="749773" y="0"/>
                  </a:lnTo>
                  <a:lnTo>
                    <a:pt x="995476" y="245703"/>
                  </a:lnTo>
                  <a:lnTo>
                    <a:pt x="1243712" y="0"/>
                  </a:lnTo>
                  <a:lnTo>
                    <a:pt x="1489414" y="245703"/>
                  </a:lnTo>
                  <a:lnTo>
                    <a:pt x="1735117" y="0"/>
                  </a:lnTo>
                  <a:lnTo>
                    <a:pt x="1990952" y="255835"/>
                  </a:lnTo>
                  <a:lnTo>
                    <a:pt x="1973221" y="276099"/>
                  </a:lnTo>
                  <a:lnTo>
                    <a:pt x="1735117" y="40528"/>
                  </a:lnTo>
                  <a:close/>
                </a:path>
              </a:pathLst>
            </a:custGeom>
            <a:grpFill/>
            <a:ln w="25320" cap="flat">
              <a:noFill/>
              <a:prstDash val="solid"/>
              <a:miter/>
            </a:ln>
          </p:spPr>
          <p:txBody>
            <a:bodyPr rtlCol="0" anchor="ctr"/>
            <a:lstStyle/>
            <a:p>
              <a:endParaRPr lang="en-US" dirty="0"/>
            </a:p>
          </p:txBody>
        </p:sp>
        <p:sp>
          <p:nvSpPr>
            <p:cNvPr id="27" name="Freeform: Shape 26">
              <a:extLst>
                <a:ext uri="{FF2B5EF4-FFF2-40B4-BE49-F238E27FC236}">
                  <a16:creationId xmlns:a16="http://schemas.microsoft.com/office/drawing/2014/main" id="{5EED35EF-93A0-4921-941C-ECC67AE2A4D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267504" y="2993660"/>
              <a:ext cx="1990951" cy="286230"/>
            </a:xfrm>
            <a:custGeom>
              <a:avLst/>
              <a:gdLst>
                <a:gd name="connsiteX0" fmla="*/ 1489414 w 1990951"/>
                <a:gd name="connsiteY0" fmla="*/ 286231 h 286230"/>
                <a:gd name="connsiteX1" fmla="*/ 1243712 w 1990951"/>
                <a:gd name="connsiteY1" fmla="*/ 40528 h 286230"/>
                <a:gd name="connsiteX2" fmla="*/ 995476 w 1990951"/>
                <a:gd name="connsiteY2" fmla="*/ 286231 h 286230"/>
                <a:gd name="connsiteX3" fmla="*/ 749773 w 1990951"/>
                <a:gd name="connsiteY3" fmla="*/ 40528 h 286230"/>
                <a:gd name="connsiteX4" fmla="*/ 504071 w 1990951"/>
                <a:gd name="connsiteY4" fmla="*/ 286231 h 286230"/>
                <a:gd name="connsiteX5" fmla="*/ 255835 w 1990951"/>
                <a:gd name="connsiteY5" fmla="*/ 40528 h 286230"/>
                <a:gd name="connsiteX6" fmla="*/ 20264 w 1990951"/>
                <a:gd name="connsiteY6" fmla="*/ 276099 h 286230"/>
                <a:gd name="connsiteX7" fmla="*/ 0 w 1990951"/>
                <a:gd name="connsiteY7" fmla="*/ 258368 h 286230"/>
                <a:gd name="connsiteX8" fmla="*/ 255835 w 1990951"/>
                <a:gd name="connsiteY8" fmla="*/ 0 h 286230"/>
                <a:gd name="connsiteX9" fmla="*/ 504071 w 1990951"/>
                <a:gd name="connsiteY9" fmla="*/ 248236 h 286230"/>
                <a:gd name="connsiteX10" fmla="*/ 749773 w 1990951"/>
                <a:gd name="connsiteY10" fmla="*/ 0 h 286230"/>
                <a:gd name="connsiteX11" fmla="*/ 995476 w 1990951"/>
                <a:gd name="connsiteY11" fmla="*/ 248236 h 286230"/>
                <a:gd name="connsiteX12" fmla="*/ 1243712 w 1990951"/>
                <a:gd name="connsiteY12" fmla="*/ 0 h 286230"/>
                <a:gd name="connsiteX13" fmla="*/ 1489414 w 1990951"/>
                <a:gd name="connsiteY13" fmla="*/ 248236 h 286230"/>
                <a:gd name="connsiteX14" fmla="*/ 1735117 w 1990951"/>
                <a:gd name="connsiteY14" fmla="*/ 0 h 286230"/>
                <a:gd name="connsiteX15" fmla="*/ 1990952 w 1990951"/>
                <a:gd name="connsiteY15" fmla="*/ 258368 h 286230"/>
                <a:gd name="connsiteX16" fmla="*/ 1973221 w 1990951"/>
                <a:gd name="connsiteY16" fmla="*/ 276099 h 286230"/>
                <a:gd name="connsiteX17" fmla="*/ 1735117 w 1990951"/>
                <a:gd name="connsiteY17" fmla="*/ 40528 h 2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90951" h="286230">
                  <a:moveTo>
                    <a:pt x="1489414" y="286231"/>
                  </a:moveTo>
                  <a:lnTo>
                    <a:pt x="1243712" y="40528"/>
                  </a:lnTo>
                  <a:lnTo>
                    <a:pt x="995476" y="286231"/>
                  </a:lnTo>
                  <a:lnTo>
                    <a:pt x="749773" y="40528"/>
                  </a:lnTo>
                  <a:lnTo>
                    <a:pt x="504071" y="286231"/>
                  </a:lnTo>
                  <a:lnTo>
                    <a:pt x="255835" y="40528"/>
                  </a:lnTo>
                  <a:lnTo>
                    <a:pt x="20264" y="276099"/>
                  </a:lnTo>
                  <a:lnTo>
                    <a:pt x="0" y="258368"/>
                  </a:lnTo>
                  <a:lnTo>
                    <a:pt x="255835" y="0"/>
                  </a:lnTo>
                  <a:lnTo>
                    <a:pt x="504071" y="248236"/>
                  </a:lnTo>
                  <a:lnTo>
                    <a:pt x="749773" y="0"/>
                  </a:lnTo>
                  <a:lnTo>
                    <a:pt x="995476" y="248236"/>
                  </a:lnTo>
                  <a:lnTo>
                    <a:pt x="1243712" y="0"/>
                  </a:lnTo>
                  <a:lnTo>
                    <a:pt x="1489414" y="248236"/>
                  </a:lnTo>
                  <a:lnTo>
                    <a:pt x="1735117" y="0"/>
                  </a:lnTo>
                  <a:lnTo>
                    <a:pt x="1990952" y="258368"/>
                  </a:lnTo>
                  <a:lnTo>
                    <a:pt x="1973221" y="276099"/>
                  </a:lnTo>
                  <a:lnTo>
                    <a:pt x="1735117" y="40528"/>
                  </a:lnTo>
                  <a:close/>
                </a:path>
              </a:pathLst>
            </a:custGeom>
            <a:grpFill/>
            <a:ln w="25320" cap="flat">
              <a:noFill/>
              <a:prstDash val="solid"/>
              <a:miter/>
            </a:ln>
          </p:spPr>
          <p:txBody>
            <a:bodyPr rtlCol="0" anchor="ctr"/>
            <a:lstStyle/>
            <a:p>
              <a:endParaRPr lang="en-US"/>
            </a:p>
          </p:txBody>
        </p:sp>
      </p:grpSp>
      <p:grpSp>
        <p:nvGrpSpPr>
          <p:cNvPr id="29" name="Graphic 4">
            <a:extLst>
              <a:ext uri="{FF2B5EF4-FFF2-40B4-BE49-F238E27FC236}">
                <a16:creationId xmlns:a16="http://schemas.microsoft.com/office/drawing/2014/main" id="{C6F74901-2A71-43C3-837C-27CCD6B6D63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737426" y="2203010"/>
            <a:ext cx="975169" cy="975171"/>
            <a:chOff x="5829300" y="3162300"/>
            <a:chExt cx="532256" cy="532257"/>
          </a:xfrm>
          <a:solidFill>
            <a:schemeClr val="bg1"/>
          </a:solidFill>
        </p:grpSpPr>
        <p:sp>
          <p:nvSpPr>
            <p:cNvPr id="30" name="Freeform: Shape 29">
              <a:extLst>
                <a:ext uri="{FF2B5EF4-FFF2-40B4-BE49-F238E27FC236}">
                  <a16:creationId xmlns:a16="http://schemas.microsoft.com/office/drawing/2014/main" id="{A92DF49A-063A-4F60-BE30-D268264925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9208" y="3192208"/>
              <a:ext cx="112966" cy="112966"/>
            </a:xfrm>
            <a:custGeom>
              <a:avLst/>
              <a:gdLst>
                <a:gd name="connsiteX0" fmla="*/ 112967 w 112966"/>
                <a:gd name="connsiteY0" fmla="*/ 0 h 112966"/>
                <a:gd name="connsiteX1" fmla="*/ 0 w 112966"/>
                <a:gd name="connsiteY1" fmla="*/ 112967 h 112966"/>
                <a:gd name="connsiteX2" fmla="*/ 112967 w 112966"/>
                <a:gd name="connsiteY2" fmla="*/ 0 h 112966"/>
              </a:gdLst>
              <a:ahLst/>
              <a:cxnLst>
                <a:cxn ang="0">
                  <a:pos x="connsiteX0" y="connsiteY0"/>
                </a:cxn>
                <a:cxn ang="0">
                  <a:pos x="connsiteX1" y="connsiteY1"/>
                </a:cxn>
                <a:cxn ang="0">
                  <a:pos x="connsiteX2" y="connsiteY2"/>
                </a:cxn>
              </a:cxnLst>
              <a:rect l="l" t="t" r="r" b="b"/>
              <a:pathLst>
                <a:path w="112966" h="112966">
                  <a:moveTo>
                    <a:pt x="112967" y="0"/>
                  </a:moveTo>
                  <a:lnTo>
                    <a:pt x="0" y="112967"/>
                  </a:lnTo>
                  <a:cubicBezTo>
                    <a:pt x="25356" y="64747"/>
                    <a:pt x="64747" y="25356"/>
                    <a:pt x="112967" y="0"/>
                  </a:cubicBezTo>
                  <a:close/>
                </a:path>
              </a:pathLst>
            </a:custGeom>
            <a:grpFill/>
            <a:ln w="9525"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70DCBBE0-7DEE-43ED-BEE3-ABB179CFC1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31205" y="3164205"/>
              <a:ext cx="230314" cy="230314"/>
            </a:xfrm>
            <a:custGeom>
              <a:avLst/>
              <a:gdLst>
                <a:gd name="connsiteX0" fmla="*/ 230314 w 230314"/>
                <a:gd name="connsiteY0" fmla="*/ 0 h 230314"/>
                <a:gd name="connsiteX1" fmla="*/ 0 w 230314"/>
                <a:gd name="connsiteY1" fmla="*/ 230314 h 230314"/>
                <a:gd name="connsiteX2" fmla="*/ 3524 w 230314"/>
                <a:gd name="connsiteY2" fmla="*/ 209550 h 230314"/>
                <a:gd name="connsiteX3" fmla="*/ 209550 w 230314"/>
                <a:gd name="connsiteY3" fmla="*/ 3524 h 230314"/>
                <a:gd name="connsiteX4" fmla="*/ 230314 w 230314"/>
                <a:gd name="connsiteY4" fmla="*/ 0 h 2303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0314" h="230314">
                  <a:moveTo>
                    <a:pt x="230314" y="0"/>
                  </a:moveTo>
                  <a:lnTo>
                    <a:pt x="0" y="230314"/>
                  </a:lnTo>
                  <a:cubicBezTo>
                    <a:pt x="953" y="223361"/>
                    <a:pt x="2095" y="216408"/>
                    <a:pt x="3524" y="209550"/>
                  </a:cubicBezTo>
                  <a:lnTo>
                    <a:pt x="209550" y="3524"/>
                  </a:lnTo>
                  <a:cubicBezTo>
                    <a:pt x="216408" y="2095"/>
                    <a:pt x="223361" y="953"/>
                    <a:pt x="230314" y="0"/>
                  </a:cubicBezTo>
                  <a:close/>
                </a:path>
              </a:pathLst>
            </a:custGeom>
            <a:grpFill/>
            <a:ln w="9525"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539FE8DF-D1B2-4074-9BDF-C458EA0123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29300" y="3162300"/>
              <a:ext cx="294131" cy="294131"/>
            </a:xfrm>
            <a:custGeom>
              <a:avLst/>
              <a:gdLst>
                <a:gd name="connsiteX0" fmla="*/ 294132 w 294131"/>
                <a:gd name="connsiteY0" fmla="*/ 1238 h 294131"/>
                <a:gd name="connsiteX1" fmla="*/ 1238 w 294131"/>
                <a:gd name="connsiteY1" fmla="*/ 294132 h 294131"/>
                <a:gd name="connsiteX2" fmla="*/ 0 w 294131"/>
                <a:gd name="connsiteY2" fmla="*/ 278225 h 294131"/>
                <a:gd name="connsiteX3" fmla="*/ 278225 w 294131"/>
                <a:gd name="connsiteY3" fmla="*/ 0 h 294131"/>
                <a:gd name="connsiteX4" fmla="*/ 294132 w 294131"/>
                <a:gd name="connsiteY4" fmla="*/ 1238 h 294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4131" h="294131">
                  <a:moveTo>
                    <a:pt x="294132" y="1238"/>
                  </a:moveTo>
                  <a:lnTo>
                    <a:pt x="1238" y="294132"/>
                  </a:lnTo>
                  <a:cubicBezTo>
                    <a:pt x="667" y="288893"/>
                    <a:pt x="0" y="283559"/>
                    <a:pt x="0" y="278225"/>
                  </a:cubicBezTo>
                  <a:lnTo>
                    <a:pt x="278225" y="0"/>
                  </a:lnTo>
                  <a:cubicBezTo>
                    <a:pt x="283559" y="0"/>
                    <a:pt x="288893" y="667"/>
                    <a:pt x="294132" y="1238"/>
                  </a:cubicBezTo>
                  <a:close/>
                </a:path>
              </a:pathLst>
            </a:custGeom>
            <a:grpFill/>
            <a:ln w="9525"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61C143B5-6E24-417D-A035-65747A8E9D5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37205" y="3170110"/>
              <a:ext cx="337184" cy="337280"/>
            </a:xfrm>
            <a:custGeom>
              <a:avLst/>
              <a:gdLst>
                <a:gd name="connsiteX0" fmla="*/ 337185 w 337184"/>
                <a:gd name="connsiteY0" fmla="*/ 3905 h 337280"/>
                <a:gd name="connsiteX1" fmla="*/ 3810 w 337184"/>
                <a:gd name="connsiteY1" fmla="*/ 337280 h 337280"/>
                <a:gd name="connsiteX2" fmla="*/ 0 w 337184"/>
                <a:gd name="connsiteY2" fmla="*/ 323850 h 337280"/>
                <a:gd name="connsiteX3" fmla="*/ 323850 w 337184"/>
                <a:gd name="connsiteY3" fmla="*/ 0 h 337280"/>
                <a:gd name="connsiteX4" fmla="*/ 337185 w 337184"/>
                <a:gd name="connsiteY4" fmla="*/ 3905 h 337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184" h="337280">
                  <a:moveTo>
                    <a:pt x="337185" y="3905"/>
                  </a:moveTo>
                  <a:lnTo>
                    <a:pt x="3810" y="337280"/>
                  </a:lnTo>
                  <a:cubicBezTo>
                    <a:pt x="2381" y="332899"/>
                    <a:pt x="1143" y="328422"/>
                    <a:pt x="0" y="323850"/>
                  </a:cubicBezTo>
                  <a:lnTo>
                    <a:pt x="323850" y="0"/>
                  </a:lnTo>
                  <a:cubicBezTo>
                    <a:pt x="328327" y="1715"/>
                    <a:pt x="332804" y="2477"/>
                    <a:pt x="337185" y="3905"/>
                  </a:cubicBezTo>
                  <a:close/>
                </a:path>
              </a:pathLst>
            </a:custGeom>
            <a:grpFill/>
            <a:ln w="9525"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0331ED8C-8819-4FFB-BF3C-FDA6A90D4B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3207" y="3186207"/>
              <a:ext cx="364617" cy="364617"/>
            </a:xfrm>
            <a:custGeom>
              <a:avLst/>
              <a:gdLst>
                <a:gd name="connsiteX0" fmla="*/ 364617 w 364617"/>
                <a:gd name="connsiteY0" fmla="*/ 5620 h 364617"/>
                <a:gd name="connsiteX1" fmla="*/ 5620 w 364617"/>
                <a:gd name="connsiteY1" fmla="*/ 364617 h 364617"/>
                <a:gd name="connsiteX2" fmla="*/ 0 w 364617"/>
                <a:gd name="connsiteY2" fmla="*/ 353187 h 364617"/>
                <a:gd name="connsiteX3" fmla="*/ 353187 w 364617"/>
                <a:gd name="connsiteY3" fmla="*/ 0 h 364617"/>
                <a:gd name="connsiteX4" fmla="*/ 364617 w 364617"/>
                <a:gd name="connsiteY4" fmla="*/ 5620 h 3646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4617" h="364617">
                  <a:moveTo>
                    <a:pt x="364617" y="5620"/>
                  </a:moveTo>
                  <a:lnTo>
                    <a:pt x="5620" y="364617"/>
                  </a:lnTo>
                  <a:cubicBezTo>
                    <a:pt x="3620" y="360902"/>
                    <a:pt x="1715" y="357092"/>
                    <a:pt x="0" y="353187"/>
                  </a:cubicBezTo>
                  <a:lnTo>
                    <a:pt x="353187" y="0"/>
                  </a:lnTo>
                  <a:cubicBezTo>
                    <a:pt x="357092" y="1715"/>
                    <a:pt x="360902" y="3715"/>
                    <a:pt x="364617" y="5620"/>
                  </a:cubicBezTo>
                  <a:close/>
                </a:path>
              </a:pathLst>
            </a:custGeom>
            <a:grpFill/>
            <a:ln w="9525" cap="flat">
              <a:noFill/>
              <a:prstDash val="solid"/>
              <a:miter/>
            </a:ln>
          </p:spPr>
          <p:txBody>
            <a:bodyPr rtlCol="0" anchor="ctr"/>
            <a:lstStyle/>
            <a:p>
              <a:endParaRPr lang="en-US"/>
            </a:p>
          </p:txBody>
        </p:sp>
        <p:sp>
          <p:nvSpPr>
            <p:cNvPr id="35" name="Freeform: Shape 34">
              <a:extLst>
                <a:ext uri="{FF2B5EF4-FFF2-40B4-BE49-F238E27FC236}">
                  <a16:creationId xmlns:a16="http://schemas.microsoft.com/office/drawing/2014/main" id="{2A39574D-5ECC-4A94-9CB6-646D90DA5A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5305" y="3208305"/>
              <a:ext cx="380238" cy="380238"/>
            </a:xfrm>
            <a:custGeom>
              <a:avLst/>
              <a:gdLst>
                <a:gd name="connsiteX0" fmla="*/ 380238 w 380238"/>
                <a:gd name="connsiteY0" fmla="*/ 7239 h 380238"/>
                <a:gd name="connsiteX1" fmla="*/ 7239 w 380238"/>
                <a:gd name="connsiteY1" fmla="*/ 380238 h 380238"/>
                <a:gd name="connsiteX2" fmla="*/ 0 w 380238"/>
                <a:gd name="connsiteY2" fmla="*/ 370713 h 380238"/>
                <a:gd name="connsiteX3" fmla="*/ 370237 w 380238"/>
                <a:gd name="connsiteY3" fmla="*/ 0 h 380238"/>
                <a:gd name="connsiteX4" fmla="*/ 380238 w 380238"/>
                <a:gd name="connsiteY4" fmla="*/ 7239 h 380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238" h="380238">
                  <a:moveTo>
                    <a:pt x="380238" y="7239"/>
                  </a:moveTo>
                  <a:lnTo>
                    <a:pt x="7239" y="380238"/>
                  </a:lnTo>
                  <a:cubicBezTo>
                    <a:pt x="4763" y="377000"/>
                    <a:pt x="2381" y="373571"/>
                    <a:pt x="0" y="370713"/>
                  </a:cubicBezTo>
                  <a:lnTo>
                    <a:pt x="370237" y="0"/>
                  </a:lnTo>
                  <a:cubicBezTo>
                    <a:pt x="373571" y="2381"/>
                    <a:pt x="377000" y="4763"/>
                    <a:pt x="380238" y="7239"/>
                  </a:cubicBezTo>
                  <a:close/>
                </a:path>
              </a:pathLst>
            </a:custGeom>
            <a:grpFill/>
            <a:ln w="9525" cap="flat">
              <a:noFill/>
              <a:prstDash val="solid"/>
              <a:miter/>
            </a:ln>
          </p:spPr>
          <p:txBody>
            <a:bodyPr rtlCol="0" anchor="ctr"/>
            <a:lstStyle/>
            <a:p>
              <a:endParaRPr lang="en-US"/>
            </a:p>
          </p:txBody>
        </p:sp>
        <p:sp>
          <p:nvSpPr>
            <p:cNvPr id="36" name="Freeform: Shape 35">
              <a:extLst>
                <a:ext uri="{FF2B5EF4-FFF2-40B4-BE49-F238E27FC236}">
                  <a16:creationId xmlns:a16="http://schemas.microsoft.com/office/drawing/2014/main" id="{6A73D6F7-977D-4026-8F68-CA63C162C6D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02832" y="3235832"/>
              <a:ext cx="385191" cy="385191"/>
            </a:xfrm>
            <a:custGeom>
              <a:avLst/>
              <a:gdLst>
                <a:gd name="connsiteX0" fmla="*/ 380905 w 385191"/>
                <a:gd name="connsiteY0" fmla="*/ 4286 h 385191"/>
                <a:gd name="connsiteX1" fmla="*/ 385191 w 385191"/>
                <a:gd name="connsiteY1" fmla="*/ 8573 h 385191"/>
                <a:gd name="connsiteX2" fmla="*/ 8573 w 385191"/>
                <a:gd name="connsiteY2" fmla="*/ 385191 h 385191"/>
                <a:gd name="connsiteX3" fmla="*/ 4286 w 385191"/>
                <a:gd name="connsiteY3" fmla="*/ 380905 h 385191"/>
                <a:gd name="connsiteX4" fmla="*/ 0 w 385191"/>
                <a:gd name="connsiteY4" fmla="*/ 376523 h 385191"/>
                <a:gd name="connsiteX5" fmla="*/ 376523 w 385191"/>
                <a:gd name="connsiteY5" fmla="*/ 0 h 385191"/>
                <a:gd name="connsiteX6" fmla="*/ 380905 w 385191"/>
                <a:gd name="connsiteY6" fmla="*/ 4286 h 385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5191" h="385191">
                  <a:moveTo>
                    <a:pt x="380905" y="4286"/>
                  </a:moveTo>
                  <a:lnTo>
                    <a:pt x="385191" y="8573"/>
                  </a:lnTo>
                  <a:lnTo>
                    <a:pt x="8573" y="385191"/>
                  </a:lnTo>
                  <a:lnTo>
                    <a:pt x="4286" y="380905"/>
                  </a:lnTo>
                  <a:cubicBezTo>
                    <a:pt x="2762" y="379476"/>
                    <a:pt x="1334" y="377952"/>
                    <a:pt x="0" y="376523"/>
                  </a:cubicBezTo>
                  <a:lnTo>
                    <a:pt x="376523" y="0"/>
                  </a:lnTo>
                  <a:cubicBezTo>
                    <a:pt x="377952" y="1334"/>
                    <a:pt x="379476" y="2667"/>
                    <a:pt x="380905" y="4286"/>
                  </a:cubicBezTo>
                  <a:close/>
                </a:path>
              </a:pathLst>
            </a:custGeom>
            <a:grpFill/>
            <a:ln w="9525" cap="flat">
              <a:noFill/>
              <a:prstDash val="solid"/>
              <a:miter/>
            </a:ln>
          </p:spPr>
          <p:txBody>
            <a:bodyPr rtlCol="0" anchor="ctr"/>
            <a:lstStyle/>
            <a:p>
              <a:endParaRPr lang="en-US"/>
            </a:p>
          </p:txBody>
        </p:sp>
        <p:sp>
          <p:nvSpPr>
            <p:cNvPr id="37" name="Freeform: Shape 36">
              <a:extLst>
                <a:ext uri="{FF2B5EF4-FFF2-40B4-BE49-F238E27FC236}">
                  <a16:creationId xmlns:a16="http://schemas.microsoft.com/office/drawing/2014/main" id="{56348370-4FD9-4A99-BB05-944D5B0B0E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35789" y="3268313"/>
              <a:ext cx="379761" cy="380237"/>
            </a:xfrm>
            <a:custGeom>
              <a:avLst/>
              <a:gdLst>
                <a:gd name="connsiteX0" fmla="*/ 372428 w 379761"/>
                <a:gd name="connsiteY0" fmla="*/ 0 h 380237"/>
                <a:gd name="connsiteX1" fmla="*/ 379762 w 379761"/>
                <a:gd name="connsiteY1" fmla="*/ 9525 h 380237"/>
                <a:gd name="connsiteX2" fmla="*/ 9525 w 379761"/>
                <a:gd name="connsiteY2" fmla="*/ 380238 h 380237"/>
                <a:gd name="connsiteX3" fmla="*/ 0 w 379761"/>
                <a:gd name="connsiteY3" fmla="*/ 372904 h 380237"/>
              </a:gdLst>
              <a:ahLst/>
              <a:cxnLst>
                <a:cxn ang="0">
                  <a:pos x="connsiteX0" y="connsiteY0"/>
                </a:cxn>
                <a:cxn ang="0">
                  <a:pos x="connsiteX1" y="connsiteY1"/>
                </a:cxn>
                <a:cxn ang="0">
                  <a:pos x="connsiteX2" y="connsiteY2"/>
                </a:cxn>
                <a:cxn ang="0">
                  <a:pos x="connsiteX3" y="connsiteY3"/>
                </a:cxn>
              </a:cxnLst>
              <a:rect l="l" t="t" r="r" b="b"/>
              <a:pathLst>
                <a:path w="379761" h="380237">
                  <a:moveTo>
                    <a:pt x="372428" y="0"/>
                  </a:moveTo>
                  <a:cubicBezTo>
                    <a:pt x="374999" y="3239"/>
                    <a:pt x="377381" y="6572"/>
                    <a:pt x="379762" y="9525"/>
                  </a:cubicBezTo>
                  <a:lnTo>
                    <a:pt x="9525" y="380238"/>
                  </a:lnTo>
                  <a:cubicBezTo>
                    <a:pt x="6096" y="377857"/>
                    <a:pt x="2762" y="375476"/>
                    <a:pt x="0" y="372904"/>
                  </a:cubicBezTo>
                  <a:close/>
                </a:path>
              </a:pathLst>
            </a:custGeom>
            <a:grpFill/>
            <a:ln w="9525" cap="flat">
              <a:noFill/>
              <a:prstDash val="solid"/>
              <a:miter/>
            </a:ln>
          </p:spPr>
          <p:txBody>
            <a:bodyPr rtlCol="0" anchor="ctr"/>
            <a:lstStyle/>
            <a:p>
              <a:endParaRPr lang="en-US"/>
            </a:p>
          </p:txBody>
        </p:sp>
        <p:sp>
          <p:nvSpPr>
            <p:cNvPr id="38" name="Freeform: Shape 37">
              <a:extLst>
                <a:ext uri="{FF2B5EF4-FFF2-40B4-BE49-F238E27FC236}">
                  <a16:creationId xmlns:a16="http://schemas.microsoft.com/office/drawing/2014/main" id="{D1146D46-43DB-4487-A191-0970511C33C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2841" y="3305841"/>
              <a:ext cx="364807" cy="364807"/>
            </a:xfrm>
            <a:custGeom>
              <a:avLst/>
              <a:gdLst>
                <a:gd name="connsiteX0" fmla="*/ 359188 w 364807"/>
                <a:gd name="connsiteY0" fmla="*/ 0 h 364807"/>
                <a:gd name="connsiteX1" fmla="*/ 364808 w 364807"/>
                <a:gd name="connsiteY1" fmla="*/ 11621 h 364807"/>
                <a:gd name="connsiteX2" fmla="*/ 11621 w 364807"/>
                <a:gd name="connsiteY2" fmla="*/ 364808 h 364807"/>
                <a:gd name="connsiteX3" fmla="*/ 0 w 364807"/>
                <a:gd name="connsiteY3" fmla="*/ 359188 h 364807"/>
              </a:gdLst>
              <a:ahLst/>
              <a:cxnLst>
                <a:cxn ang="0">
                  <a:pos x="connsiteX0" y="connsiteY0"/>
                </a:cxn>
                <a:cxn ang="0">
                  <a:pos x="connsiteX1" y="connsiteY1"/>
                </a:cxn>
                <a:cxn ang="0">
                  <a:pos x="connsiteX2" y="connsiteY2"/>
                </a:cxn>
                <a:cxn ang="0">
                  <a:pos x="connsiteX3" y="connsiteY3"/>
                </a:cxn>
              </a:cxnLst>
              <a:rect l="l" t="t" r="r" b="b"/>
              <a:pathLst>
                <a:path w="364807" h="364807">
                  <a:moveTo>
                    <a:pt x="359188" y="0"/>
                  </a:moveTo>
                  <a:cubicBezTo>
                    <a:pt x="361188" y="3905"/>
                    <a:pt x="362998" y="7715"/>
                    <a:pt x="364808" y="11621"/>
                  </a:cubicBezTo>
                  <a:lnTo>
                    <a:pt x="11621" y="364808"/>
                  </a:lnTo>
                  <a:cubicBezTo>
                    <a:pt x="7715" y="362998"/>
                    <a:pt x="3905" y="361188"/>
                    <a:pt x="0" y="359188"/>
                  </a:cubicBezTo>
                  <a:close/>
                </a:path>
              </a:pathLst>
            </a:custGeom>
            <a:grpFill/>
            <a:ln w="9525" cap="flat">
              <a:noFill/>
              <a:prstDash val="solid"/>
              <a:miter/>
            </a:ln>
          </p:spPr>
          <p:txBody>
            <a:bodyPr rtlCol="0" anchor="ctr"/>
            <a:lstStyle/>
            <a:p>
              <a:endParaRPr lang="en-US"/>
            </a:p>
          </p:txBody>
        </p:sp>
        <p:sp>
          <p:nvSpPr>
            <p:cNvPr id="39" name="Freeform: Shape 38">
              <a:extLst>
                <a:ext uri="{FF2B5EF4-FFF2-40B4-BE49-F238E27FC236}">
                  <a16:creationId xmlns:a16="http://schemas.microsoft.com/office/drawing/2014/main" id="{517B7142-9D64-4D34-B23C-9471326AD6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16370" y="3349466"/>
              <a:ext cx="337280" cy="337280"/>
            </a:xfrm>
            <a:custGeom>
              <a:avLst/>
              <a:gdLst>
                <a:gd name="connsiteX0" fmla="*/ 333470 w 337280"/>
                <a:gd name="connsiteY0" fmla="*/ 0 h 337280"/>
                <a:gd name="connsiteX1" fmla="*/ 337280 w 337280"/>
                <a:gd name="connsiteY1" fmla="*/ 13430 h 337280"/>
                <a:gd name="connsiteX2" fmla="*/ 13430 w 337280"/>
                <a:gd name="connsiteY2" fmla="*/ 337280 h 337280"/>
                <a:gd name="connsiteX3" fmla="*/ 0 w 337280"/>
                <a:gd name="connsiteY3" fmla="*/ 333470 h 337280"/>
              </a:gdLst>
              <a:ahLst/>
              <a:cxnLst>
                <a:cxn ang="0">
                  <a:pos x="connsiteX0" y="connsiteY0"/>
                </a:cxn>
                <a:cxn ang="0">
                  <a:pos x="connsiteX1" y="connsiteY1"/>
                </a:cxn>
                <a:cxn ang="0">
                  <a:pos x="connsiteX2" y="connsiteY2"/>
                </a:cxn>
                <a:cxn ang="0">
                  <a:pos x="connsiteX3" y="connsiteY3"/>
                </a:cxn>
              </a:cxnLst>
              <a:rect l="l" t="t" r="r" b="b"/>
              <a:pathLst>
                <a:path w="337280" h="337280">
                  <a:moveTo>
                    <a:pt x="333470" y="0"/>
                  </a:moveTo>
                  <a:cubicBezTo>
                    <a:pt x="334899" y="4382"/>
                    <a:pt x="336137" y="8858"/>
                    <a:pt x="337280" y="13430"/>
                  </a:cubicBezTo>
                  <a:lnTo>
                    <a:pt x="13430" y="337280"/>
                  </a:lnTo>
                  <a:cubicBezTo>
                    <a:pt x="8858" y="336137"/>
                    <a:pt x="4382" y="334899"/>
                    <a:pt x="0" y="333470"/>
                  </a:cubicBezTo>
                  <a:close/>
                </a:path>
              </a:pathLst>
            </a:custGeom>
            <a:grpFill/>
            <a:ln w="9525" cap="flat">
              <a:noFill/>
              <a:prstDash val="solid"/>
              <a:miter/>
            </a:ln>
          </p:spPr>
          <p:txBody>
            <a:bodyPr rtlCol="0" anchor="ctr"/>
            <a:lstStyle/>
            <a:p>
              <a:endParaRPr lang="en-US"/>
            </a:p>
          </p:txBody>
        </p:sp>
        <p:sp>
          <p:nvSpPr>
            <p:cNvPr id="40" name="Freeform: Shape 39">
              <a:extLst>
                <a:ext uri="{FF2B5EF4-FFF2-40B4-BE49-F238E27FC236}">
                  <a16:creationId xmlns:a16="http://schemas.microsoft.com/office/drawing/2014/main" id="{E8EB71CD-AB26-440E-A0D5-E1081DB55A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67329" y="3400425"/>
              <a:ext cx="294227" cy="294132"/>
            </a:xfrm>
            <a:custGeom>
              <a:avLst/>
              <a:gdLst>
                <a:gd name="connsiteX0" fmla="*/ 292989 w 294227"/>
                <a:gd name="connsiteY0" fmla="*/ 0 h 294132"/>
                <a:gd name="connsiteX1" fmla="*/ 294227 w 294227"/>
                <a:gd name="connsiteY1" fmla="*/ 15907 h 294132"/>
                <a:gd name="connsiteX2" fmla="*/ 15907 w 294227"/>
                <a:gd name="connsiteY2" fmla="*/ 294132 h 294132"/>
                <a:gd name="connsiteX3" fmla="*/ 0 w 294227"/>
                <a:gd name="connsiteY3" fmla="*/ 292894 h 294132"/>
              </a:gdLst>
              <a:ahLst/>
              <a:cxnLst>
                <a:cxn ang="0">
                  <a:pos x="connsiteX0" y="connsiteY0"/>
                </a:cxn>
                <a:cxn ang="0">
                  <a:pos x="connsiteX1" y="connsiteY1"/>
                </a:cxn>
                <a:cxn ang="0">
                  <a:pos x="connsiteX2" y="connsiteY2"/>
                </a:cxn>
                <a:cxn ang="0">
                  <a:pos x="connsiteX3" y="connsiteY3"/>
                </a:cxn>
              </a:cxnLst>
              <a:rect l="l" t="t" r="r" b="b"/>
              <a:pathLst>
                <a:path w="294227" h="294132">
                  <a:moveTo>
                    <a:pt x="292989" y="0"/>
                  </a:moveTo>
                  <a:cubicBezTo>
                    <a:pt x="293561" y="5334"/>
                    <a:pt x="293942" y="10668"/>
                    <a:pt x="294227" y="15907"/>
                  </a:cubicBezTo>
                  <a:lnTo>
                    <a:pt x="15907" y="294132"/>
                  </a:lnTo>
                  <a:cubicBezTo>
                    <a:pt x="10668" y="294132"/>
                    <a:pt x="5334" y="293465"/>
                    <a:pt x="0" y="292894"/>
                  </a:cubicBezTo>
                  <a:close/>
                </a:path>
              </a:pathLst>
            </a:custGeom>
            <a:grpFill/>
            <a:ln w="9525" cap="flat">
              <a:noFill/>
              <a:prstDash val="solid"/>
              <a:miter/>
            </a:ln>
          </p:spPr>
          <p:txBody>
            <a:bodyPr rtlCol="0" anchor="ctr"/>
            <a:lstStyle/>
            <a:p>
              <a:endParaRPr lang="en-US"/>
            </a:p>
          </p:txBody>
        </p:sp>
        <p:sp>
          <p:nvSpPr>
            <p:cNvPr id="41" name="Freeform: Shape 40">
              <a:extLst>
                <a:ext uri="{FF2B5EF4-FFF2-40B4-BE49-F238E27FC236}">
                  <a16:creationId xmlns:a16="http://schemas.microsoft.com/office/drawing/2014/main" id="{34423BD2-7458-4680-AF49-5013C9D30E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29337" y="3462337"/>
              <a:ext cx="230314" cy="230314"/>
            </a:xfrm>
            <a:custGeom>
              <a:avLst/>
              <a:gdLst>
                <a:gd name="connsiteX0" fmla="*/ 230315 w 230314"/>
                <a:gd name="connsiteY0" fmla="*/ 0 h 230314"/>
                <a:gd name="connsiteX1" fmla="*/ 226886 w 230314"/>
                <a:gd name="connsiteY1" fmla="*/ 20574 h 230314"/>
                <a:gd name="connsiteX2" fmla="*/ 20669 w 230314"/>
                <a:gd name="connsiteY2" fmla="*/ 226790 h 230314"/>
                <a:gd name="connsiteX3" fmla="*/ 0 w 230314"/>
                <a:gd name="connsiteY3" fmla="*/ 230315 h 230314"/>
              </a:gdLst>
              <a:ahLst/>
              <a:cxnLst>
                <a:cxn ang="0">
                  <a:pos x="connsiteX0" y="connsiteY0"/>
                </a:cxn>
                <a:cxn ang="0">
                  <a:pos x="connsiteX1" y="connsiteY1"/>
                </a:cxn>
                <a:cxn ang="0">
                  <a:pos x="connsiteX2" y="connsiteY2"/>
                </a:cxn>
                <a:cxn ang="0">
                  <a:pos x="connsiteX3" y="connsiteY3"/>
                </a:cxn>
              </a:cxnLst>
              <a:rect l="l" t="t" r="r" b="b"/>
              <a:pathLst>
                <a:path w="230314" h="230314">
                  <a:moveTo>
                    <a:pt x="230315" y="0"/>
                  </a:moveTo>
                  <a:cubicBezTo>
                    <a:pt x="229457" y="6953"/>
                    <a:pt x="228314" y="13716"/>
                    <a:pt x="226886" y="20574"/>
                  </a:cubicBezTo>
                  <a:lnTo>
                    <a:pt x="20669" y="226790"/>
                  </a:lnTo>
                  <a:cubicBezTo>
                    <a:pt x="13811" y="228314"/>
                    <a:pt x="6953" y="229457"/>
                    <a:pt x="0" y="230315"/>
                  </a:cubicBezTo>
                  <a:close/>
                </a:path>
              </a:pathLst>
            </a:custGeom>
            <a:grpFill/>
            <a:ln w="9525" cap="flat">
              <a:noFill/>
              <a:prstDash val="solid"/>
              <a:miter/>
            </a:ln>
          </p:spPr>
          <p:txBody>
            <a:bodyPr rtlCol="0" anchor="ctr"/>
            <a:lstStyle/>
            <a:p>
              <a:endParaRPr lang="en-US"/>
            </a:p>
          </p:txBody>
        </p:sp>
        <p:sp>
          <p:nvSpPr>
            <p:cNvPr id="42" name="Freeform: Shape 41">
              <a:extLst>
                <a:ext uri="{FF2B5EF4-FFF2-40B4-BE49-F238E27FC236}">
                  <a16:creationId xmlns:a16="http://schemas.microsoft.com/office/drawing/2014/main" id="{25547DC8-8B87-4446-9CC9-65AF04A5FE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18682" y="3551682"/>
              <a:ext cx="112871" cy="112871"/>
            </a:xfrm>
            <a:custGeom>
              <a:avLst/>
              <a:gdLst>
                <a:gd name="connsiteX0" fmla="*/ 112871 w 112871"/>
                <a:gd name="connsiteY0" fmla="*/ 0 h 112871"/>
                <a:gd name="connsiteX1" fmla="*/ 0 w 112871"/>
                <a:gd name="connsiteY1" fmla="*/ 112871 h 112871"/>
              </a:gdLst>
              <a:ahLst/>
              <a:cxnLst>
                <a:cxn ang="0">
                  <a:pos x="connsiteX0" y="connsiteY0"/>
                </a:cxn>
                <a:cxn ang="0">
                  <a:pos x="connsiteX1" y="connsiteY1"/>
                </a:cxn>
              </a:cxnLst>
              <a:rect l="l" t="t" r="r" b="b"/>
              <a:pathLst>
                <a:path w="112871" h="112871">
                  <a:moveTo>
                    <a:pt x="112871" y="0"/>
                  </a:moveTo>
                  <a:cubicBezTo>
                    <a:pt x="87618" y="48239"/>
                    <a:pt x="48239" y="87618"/>
                    <a:pt x="0" y="112871"/>
                  </a:cubicBezTo>
                  <a:close/>
                </a:path>
              </a:pathLst>
            </a:custGeom>
            <a:grpFill/>
            <a:ln w="9525" cap="flat">
              <a:noFill/>
              <a:prstDash val="solid"/>
              <a:miter/>
            </a:ln>
          </p:spPr>
          <p:txBody>
            <a:bodyPr rtlCol="0" anchor="ctr"/>
            <a:lstStyle/>
            <a:p>
              <a:endParaRPr lang="en-US" dirty="0"/>
            </a:p>
          </p:txBody>
        </p:sp>
      </p:grpSp>
      <p:sp>
        <p:nvSpPr>
          <p:cNvPr id="44" name="Oval 43">
            <a:extLst>
              <a:ext uri="{FF2B5EF4-FFF2-40B4-BE49-F238E27FC236}">
                <a16:creationId xmlns:a16="http://schemas.microsoft.com/office/drawing/2014/main" id="{EC11F68A-CC71-4196-BBF3-20CDCD75D4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99502" y="4752208"/>
            <a:ext cx="365021" cy="365021"/>
          </a:xfrm>
          <a:prstGeom prst="ellipse">
            <a:avLst/>
          </a:prstGeom>
          <a:solidFill>
            <a:srgbClr val="FFFFFF"/>
          </a:solidFill>
          <a:ln w="2857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46" name="Oval 45">
            <a:extLst>
              <a:ext uri="{FF2B5EF4-FFF2-40B4-BE49-F238E27FC236}">
                <a16:creationId xmlns:a16="http://schemas.microsoft.com/office/drawing/2014/main" id="{085F9950-F10E-4E64-962B-F703457898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99502" y="4752208"/>
            <a:ext cx="365021" cy="365021"/>
          </a:xfrm>
          <a:prstGeom prst="ellipse">
            <a:avLst/>
          </a:prstGeom>
          <a:solidFill>
            <a:schemeClr val="accent2">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3" name="Content Placeholder 2">
            <a:extLst>
              <a:ext uri="{FF2B5EF4-FFF2-40B4-BE49-F238E27FC236}">
                <a16:creationId xmlns:a16="http://schemas.microsoft.com/office/drawing/2014/main" id="{F1B97CE0-1827-9E81-633D-A3732AEACBD7}"/>
              </a:ext>
            </a:extLst>
          </p:cNvPr>
          <p:cNvSpPr>
            <a:spLocks noGrp="1"/>
          </p:cNvSpPr>
          <p:nvPr>
            <p:ph idx="1"/>
          </p:nvPr>
        </p:nvSpPr>
        <p:spPr>
          <a:xfrm>
            <a:off x="6234868" y="1130846"/>
            <a:ext cx="5217173" cy="4351338"/>
          </a:xfrm>
        </p:spPr>
        <p:txBody>
          <a:bodyPr>
            <a:normAutofit/>
          </a:bodyPr>
          <a:lstStyle/>
          <a:p>
            <a:r>
              <a:rPr lang="en-US" sz="2400">
                <a:solidFill>
                  <a:schemeClr val="bg1"/>
                </a:solidFill>
              </a:rPr>
              <a:t>Commencement</a:t>
            </a:r>
          </a:p>
          <a:p>
            <a:r>
              <a:rPr lang="en-US" sz="2400">
                <a:solidFill>
                  <a:schemeClr val="bg1"/>
                </a:solidFill>
              </a:rPr>
              <a:t>Software engineering</a:t>
            </a:r>
          </a:p>
          <a:p>
            <a:r>
              <a:rPr lang="en-US" sz="2400">
                <a:solidFill>
                  <a:schemeClr val="bg1"/>
                </a:solidFill>
              </a:rPr>
              <a:t>Civil Engineering</a:t>
            </a:r>
          </a:p>
          <a:p>
            <a:r>
              <a:rPr lang="en-US" sz="2400">
                <a:solidFill>
                  <a:schemeClr val="bg1"/>
                </a:solidFill>
              </a:rPr>
              <a:t>Electrical Engineering </a:t>
            </a:r>
          </a:p>
          <a:p>
            <a:r>
              <a:rPr lang="en-US" sz="2400">
                <a:solidFill>
                  <a:schemeClr val="bg1"/>
                </a:solidFill>
              </a:rPr>
              <a:t>Mechanical Engineering vs Aerospace engineering</a:t>
            </a:r>
          </a:p>
          <a:p>
            <a:r>
              <a:rPr lang="en-US" sz="2400">
                <a:solidFill>
                  <a:schemeClr val="bg1"/>
                </a:solidFill>
              </a:rPr>
              <a:t>Significant Challenges and Solutions</a:t>
            </a:r>
          </a:p>
          <a:p>
            <a:r>
              <a:rPr lang="en-US" sz="2400">
                <a:solidFill>
                  <a:schemeClr val="bg1"/>
                </a:solidFill>
              </a:rPr>
              <a:t>Benefits</a:t>
            </a:r>
          </a:p>
          <a:p>
            <a:r>
              <a:rPr lang="en-US" sz="2400">
                <a:solidFill>
                  <a:schemeClr val="bg1"/>
                </a:solidFill>
              </a:rPr>
              <a:t>Conclusion</a:t>
            </a:r>
          </a:p>
        </p:txBody>
      </p:sp>
    </p:spTree>
    <p:extLst>
      <p:ext uri="{BB962C8B-B14F-4D97-AF65-F5344CB8AC3E}">
        <p14:creationId xmlns:p14="http://schemas.microsoft.com/office/powerpoint/2010/main" val="14990221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135FA909-3F24-448C-A8BC-7CF77F62F8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704F028-A2BE-8EEF-E656-C8815ABCCDDD}"/>
              </a:ext>
            </a:extLst>
          </p:cNvPr>
          <p:cNvSpPr>
            <a:spLocks noGrp="1"/>
          </p:cNvSpPr>
          <p:nvPr>
            <p:ph type="title"/>
          </p:nvPr>
        </p:nvSpPr>
        <p:spPr>
          <a:xfrm>
            <a:off x="838200" y="1641752"/>
            <a:ext cx="6140449" cy="1323439"/>
          </a:xfrm>
        </p:spPr>
        <p:txBody>
          <a:bodyPr vert="horz" lIns="91440" tIns="45720" rIns="91440" bIns="45720" rtlCol="0" anchor="t">
            <a:normAutofit/>
          </a:bodyPr>
          <a:lstStyle/>
          <a:p>
            <a:r>
              <a:rPr lang="en-US" sz="4000" b="1" dirty="0">
                <a:solidFill>
                  <a:schemeClr val="bg1"/>
                </a:solidFill>
              </a:rPr>
              <a:t>For Commencement</a:t>
            </a:r>
          </a:p>
        </p:txBody>
      </p:sp>
      <p:sp>
        <p:nvSpPr>
          <p:cNvPr id="4" name="Content Placeholder 3">
            <a:extLst>
              <a:ext uri="{FF2B5EF4-FFF2-40B4-BE49-F238E27FC236}">
                <a16:creationId xmlns:a16="http://schemas.microsoft.com/office/drawing/2014/main" id="{9E0C4C7F-4C47-D1EE-659E-E4A96B32E106}"/>
              </a:ext>
            </a:extLst>
          </p:cNvPr>
          <p:cNvSpPr>
            <a:spLocks noGrp="1"/>
          </p:cNvSpPr>
          <p:nvPr>
            <p:ph sz="half" idx="2"/>
          </p:nvPr>
        </p:nvSpPr>
        <p:spPr>
          <a:xfrm>
            <a:off x="838200" y="3146400"/>
            <a:ext cx="6140449" cy="2862288"/>
          </a:xfrm>
        </p:spPr>
        <p:txBody>
          <a:bodyPr vert="horz" lIns="91440" tIns="45720" rIns="91440" bIns="45720" rtlCol="0">
            <a:normAutofit/>
          </a:bodyPr>
          <a:lstStyle/>
          <a:p>
            <a:r>
              <a:rPr lang="en-US" sz="2400" dirty="0">
                <a:solidFill>
                  <a:schemeClr val="bg1">
                    <a:alpha val="80000"/>
                  </a:schemeClr>
                </a:solidFill>
              </a:rPr>
              <a:t>Engineering </a:t>
            </a:r>
          </a:p>
          <a:p>
            <a:r>
              <a:rPr lang="en-US" sz="2400" dirty="0">
                <a:solidFill>
                  <a:schemeClr val="bg1">
                    <a:alpha val="80000"/>
                  </a:schemeClr>
                </a:solidFill>
              </a:rPr>
              <a:t>Major disciplines</a:t>
            </a:r>
          </a:p>
          <a:p>
            <a:r>
              <a:rPr lang="en-US" sz="2400" dirty="0">
                <a:solidFill>
                  <a:schemeClr val="bg1">
                    <a:alpha val="80000"/>
                  </a:schemeClr>
                </a:solidFill>
              </a:rPr>
              <a:t>Engineering and real-world problems</a:t>
            </a:r>
          </a:p>
          <a:p>
            <a:r>
              <a:rPr lang="en-US" sz="2400" dirty="0">
                <a:solidFill>
                  <a:schemeClr val="bg1">
                    <a:alpha val="80000"/>
                  </a:schemeClr>
                </a:solidFill>
              </a:rPr>
              <a:t>Collaboration and teamwork</a:t>
            </a:r>
          </a:p>
          <a:p>
            <a:r>
              <a:rPr lang="en-US" sz="2400" dirty="0">
                <a:solidFill>
                  <a:schemeClr val="bg1">
                    <a:alpha val="80000"/>
                  </a:schemeClr>
                </a:solidFill>
              </a:rPr>
              <a:t>Continuous learning and adaptation to new technologies.</a:t>
            </a:r>
          </a:p>
        </p:txBody>
      </p:sp>
      <p:pic>
        <p:nvPicPr>
          <p:cNvPr id="5" name="Content Placeholder 4" descr="Abstract of gears tinted gold.">
            <a:extLst>
              <a:ext uri="{FF2B5EF4-FFF2-40B4-BE49-F238E27FC236}">
                <a16:creationId xmlns:a16="http://schemas.microsoft.com/office/drawing/2014/main" id="{01445E54-AF21-4167-9DAC-338D880A9512}"/>
              </a:ext>
            </a:extLst>
          </p:cNvPr>
          <p:cNvPicPr>
            <a:picLocks noGrp="1" noChangeAspect="1"/>
          </p:cNvPicPr>
          <p:nvPr>
            <p:ph sz="half" idx="1"/>
          </p:nvPr>
        </p:nvPicPr>
        <p:blipFill>
          <a:blip r:embed="rId3"/>
          <a:srcRect l="738"/>
          <a:stretch>
            <a:fillRect/>
          </a:stretch>
        </p:blipFill>
        <p:spPr>
          <a:xfrm>
            <a:off x="7668829" y="-1"/>
            <a:ext cx="4543953" cy="6858002"/>
          </a:xfrm>
          <a:custGeom>
            <a:avLst/>
            <a:gdLst/>
            <a:ahLst/>
            <a:cxnLst/>
            <a:rect l="l" t="t" r="r" b="b"/>
            <a:pathLst>
              <a:path w="4543953" h="6858002">
                <a:moveTo>
                  <a:pt x="248638" y="6438981"/>
                </a:moveTo>
                <a:cubicBezTo>
                  <a:pt x="258140" y="6444077"/>
                  <a:pt x="265617" y="6451650"/>
                  <a:pt x="268569" y="6463841"/>
                </a:cubicBezTo>
                <a:lnTo>
                  <a:pt x="268572" y="6463849"/>
                </a:lnTo>
                <a:lnTo>
                  <a:pt x="279556" y="6508052"/>
                </a:lnTo>
                <a:lnTo>
                  <a:pt x="282367" y="6513012"/>
                </a:lnTo>
                <a:lnTo>
                  <a:pt x="284834" y="6521804"/>
                </a:lnTo>
                <a:lnTo>
                  <a:pt x="301172" y="6546195"/>
                </a:lnTo>
                <a:lnTo>
                  <a:pt x="301172" y="6546194"/>
                </a:lnTo>
                <a:lnTo>
                  <a:pt x="282367" y="6513012"/>
                </a:lnTo>
                <a:lnTo>
                  <a:pt x="268572" y="6463849"/>
                </a:lnTo>
                <a:lnTo>
                  <a:pt x="268569" y="6463840"/>
                </a:lnTo>
                <a:close/>
                <a:moveTo>
                  <a:pt x="332842" y="2836172"/>
                </a:moveTo>
                <a:lnTo>
                  <a:pt x="332842" y="2836173"/>
                </a:lnTo>
                <a:cubicBezTo>
                  <a:pt x="336914" y="2839983"/>
                  <a:pt x="340200" y="2844317"/>
                  <a:pt x="341533" y="2848794"/>
                </a:cubicBezTo>
                <a:cubicBezTo>
                  <a:pt x="348200" y="2870416"/>
                  <a:pt x="356392" y="2892181"/>
                  <a:pt x="361441" y="2914328"/>
                </a:cubicBezTo>
                <a:lnTo>
                  <a:pt x="366072" y="2947863"/>
                </a:lnTo>
                <a:lnTo>
                  <a:pt x="362488" y="2982148"/>
                </a:lnTo>
                <a:cubicBezTo>
                  <a:pt x="354392" y="3014153"/>
                  <a:pt x="350582" y="3045777"/>
                  <a:pt x="350796" y="3077401"/>
                </a:cubicBezTo>
                <a:lnTo>
                  <a:pt x="350796" y="3077402"/>
                </a:lnTo>
                <a:lnTo>
                  <a:pt x="350796" y="3077402"/>
                </a:lnTo>
                <a:cubicBezTo>
                  <a:pt x="351010" y="3109026"/>
                  <a:pt x="355249" y="3140650"/>
                  <a:pt x="363250" y="3172655"/>
                </a:cubicBezTo>
                <a:cubicBezTo>
                  <a:pt x="389159" y="3276481"/>
                  <a:pt x="416591" y="3380306"/>
                  <a:pt x="410877" y="3489468"/>
                </a:cubicBezTo>
                <a:cubicBezTo>
                  <a:pt x="409925" y="3507564"/>
                  <a:pt x="421546" y="3529091"/>
                  <a:pt x="432976" y="3544714"/>
                </a:cubicBezTo>
                <a:cubicBezTo>
                  <a:pt x="438406" y="3552191"/>
                  <a:pt x="442585" y="3557716"/>
                  <a:pt x="445520" y="3562321"/>
                </a:cubicBezTo>
                <a:lnTo>
                  <a:pt x="450598" y="3574408"/>
                </a:lnTo>
                <a:lnTo>
                  <a:pt x="448246" y="3587174"/>
                </a:lnTo>
                <a:cubicBezTo>
                  <a:pt x="446228" y="3592232"/>
                  <a:pt x="442978" y="3598435"/>
                  <a:pt x="438500" y="3606817"/>
                </a:cubicBezTo>
                <a:cubicBezTo>
                  <a:pt x="434118" y="3614819"/>
                  <a:pt x="431452" y="3624725"/>
                  <a:pt x="424974" y="3630632"/>
                </a:cubicBezTo>
                <a:cubicBezTo>
                  <a:pt x="408496" y="3645682"/>
                  <a:pt x="402257" y="3662494"/>
                  <a:pt x="400733" y="3680163"/>
                </a:cubicBezTo>
                <a:lnTo>
                  <a:pt x="400733" y="3680164"/>
                </a:lnTo>
                <a:lnTo>
                  <a:pt x="400733" y="3680164"/>
                </a:lnTo>
                <a:lnTo>
                  <a:pt x="404781" y="3734838"/>
                </a:lnTo>
                <a:lnTo>
                  <a:pt x="404399" y="3754652"/>
                </a:lnTo>
                <a:cubicBezTo>
                  <a:pt x="398399" y="3767130"/>
                  <a:pt x="396447" y="3778655"/>
                  <a:pt x="398042" y="3789776"/>
                </a:cubicBezTo>
                <a:lnTo>
                  <a:pt x="398042" y="3789776"/>
                </a:lnTo>
                <a:lnTo>
                  <a:pt x="398042" y="3789777"/>
                </a:lnTo>
                <a:cubicBezTo>
                  <a:pt x="399638" y="3800897"/>
                  <a:pt x="404781" y="3811614"/>
                  <a:pt x="412973" y="3822473"/>
                </a:cubicBezTo>
                <a:lnTo>
                  <a:pt x="427308" y="3852620"/>
                </a:lnTo>
                <a:lnTo>
                  <a:pt x="426528" y="3868764"/>
                </a:lnTo>
                <a:cubicBezTo>
                  <a:pt x="425070" y="3874229"/>
                  <a:pt x="422307" y="3879766"/>
                  <a:pt x="417925" y="3885338"/>
                </a:cubicBezTo>
                <a:cubicBezTo>
                  <a:pt x="398494" y="3910104"/>
                  <a:pt x="388302" y="3935727"/>
                  <a:pt x="386040" y="3962159"/>
                </a:cubicBezTo>
                <a:lnTo>
                  <a:pt x="386040" y="3962160"/>
                </a:lnTo>
                <a:lnTo>
                  <a:pt x="386040" y="3962160"/>
                </a:lnTo>
                <a:cubicBezTo>
                  <a:pt x="383778" y="3988593"/>
                  <a:pt x="389446" y="4015835"/>
                  <a:pt x="401733" y="4043840"/>
                </a:cubicBezTo>
                <a:lnTo>
                  <a:pt x="416855" y="4103826"/>
                </a:lnTo>
                <a:lnTo>
                  <a:pt x="414887" y="4134256"/>
                </a:lnTo>
                <a:cubicBezTo>
                  <a:pt x="413045" y="4144498"/>
                  <a:pt x="409973" y="4154857"/>
                  <a:pt x="405543" y="4165383"/>
                </a:cubicBezTo>
                <a:cubicBezTo>
                  <a:pt x="402114" y="4173480"/>
                  <a:pt x="401543" y="4182767"/>
                  <a:pt x="401638" y="4192387"/>
                </a:cubicBezTo>
                <a:lnTo>
                  <a:pt x="401638" y="4192388"/>
                </a:lnTo>
                <a:lnTo>
                  <a:pt x="401638" y="4192388"/>
                </a:lnTo>
                <a:lnTo>
                  <a:pt x="401733" y="4221391"/>
                </a:lnTo>
                <a:lnTo>
                  <a:pt x="396017" y="4253014"/>
                </a:lnTo>
                <a:cubicBezTo>
                  <a:pt x="383824" y="4277401"/>
                  <a:pt x="368204" y="4300070"/>
                  <a:pt x="356201" y="4324645"/>
                </a:cubicBezTo>
                <a:cubicBezTo>
                  <a:pt x="350487" y="4336457"/>
                  <a:pt x="347439" y="4350554"/>
                  <a:pt x="347247" y="4363890"/>
                </a:cubicBezTo>
                <a:lnTo>
                  <a:pt x="347247" y="4363891"/>
                </a:lnTo>
                <a:lnTo>
                  <a:pt x="347247" y="4363891"/>
                </a:lnTo>
                <a:cubicBezTo>
                  <a:pt x="346295" y="4403326"/>
                  <a:pt x="346295" y="4442762"/>
                  <a:pt x="348009" y="4482005"/>
                </a:cubicBezTo>
                <a:cubicBezTo>
                  <a:pt x="350677" y="4546777"/>
                  <a:pt x="351249" y="4612501"/>
                  <a:pt x="408019" y="4659175"/>
                </a:cubicBezTo>
                <a:cubicBezTo>
                  <a:pt x="412591" y="4662987"/>
                  <a:pt x="415259" y="4671177"/>
                  <a:pt x="416021" y="4677656"/>
                </a:cubicBezTo>
                <a:cubicBezTo>
                  <a:pt x="419640" y="4707565"/>
                  <a:pt x="420022" y="4738236"/>
                  <a:pt x="425928" y="4767765"/>
                </a:cubicBezTo>
                <a:lnTo>
                  <a:pt x="427237" y="4800483"/>
                </a:lnTo>
                <a:lnTo>
                  <a:pt x="412401" y="4828916"/>
                </a:lnTo>
                <a:cubicBezTo>
                  <a:pt x="395828" y="4846490"/>
                  <a:pt x="384397" y="4866958"/>
                  <a:pt x="382691" y="4889275"/>
                </a:cubicBezTo>
                <a:lnTo>
                  <a:pt x="382691" y="4889275"/>
                </a:lnTo>
                <a:lnTo>
                  <a:pt x="382691" y="4889276"/>
                </a:lnTo>
                <a:cubicBezTo>
                  <a:pt x="382122" y="4896714"/>
                  <a:pt x="382634" y="4904358"/>
                  <a:pt x="384396" y="4912169"/>
                </a:cubicBezTo>
                <a:lnTo>
                  <a:pt x="385799" y="4933805"/>
                </a:lnTo>
                <a:lnTo>
                  <a:pt x="381039" y="4952673"/>
                </a:lnTo>
                <a:cubicBezTo>
                  <a:pt x="376253" y="4964604"/>
                  <a:pt x="368680" y="4975511"/>
                  <a:pt x="360964" y="4987037"/>
                </a:cubicBezTo>
                <a:cubicBezTo>
                  <a:pt x="349725" y="5003801"/>
                  <a:pt x="335627" y="5022852"/>
                  <a:pt x="334485" y="5041521"/>
                </a:cubicBezTo>
                <a:cubicBezTo>
                  <a:pt x="332628" y="5073241"/>
                  <a:pt x="310088" y="5101639"/>
                  <a:pt x="308337" y="5133224"/>
                </a:cubicBezTo>
                <a:lnTo>
                  <a:pt x="308337" y="5133225"/>
                </a:lnTo>
                <a:lnTo>
                  <a:pt x="308337" y="5133225"/>
                </a:lnTo>
                <a:lnTo>
                  <a:pt x="315052" y="5166114"/>
                </a:lnTo>
                <a:lnTo>
                  <a:pt x="314362" y="5172090"/>
                </a:lnTo>
                <a:cubicBezTo>
                  <a:pt x="313481" y="5174400"/>
                  <a:pt x="312290" y="5176876"/>
                  <a:pt x="311814" y="5179067"/>
                </a:cubicBezTo>
                <a:lnTo>
                  <a:pt x="311814" y="5179068"/>
                </a:lnTo>
                <a:lnTo>
                  <a:pt x="311814" y="5179068"/>
                </a:lnTo>
                <a:cubicBezTo>
                  <a:pt x="304574" y="5214122"/>
                  <a:pt x="311624" y="5247079"/>
                  <a:pt x="335437" y="5272797"/>
                </a:cubicBezTo>
                <a:cubicBezTo>
                  <a:pt x="350964" y="5289657"/>
                  <a:pt x="359489" y="5307422"/>
                  <a:pt x="362870" y="5326163"/>
                </a:cubicBezTo>
                <a:lnTo>
                  <a:pt x="364317" y="5355014"/>
                </a:lnTo>
                <a:lnTo>
                  <a:pt x="359440" y="5385384"/>
                </a:lnTo>
                <a:cubicBezTo>
                  <a:pt x="356201" y="5398721"/>
                  <a:pt x="353915" y="5412057"/>
                  <a:pt x="351249" y="5425582"/>
                </a:cubicBezTo>
                <a:cubicBezTo>
                  <a:pt x="347439" y="5443870"/>
                  <a:pt x="343437" y="5462351"/>
                  <a:pt x="339627" y="5480637"/>
                </a:cubicBezTo>
                <a:cubicBezTo>
                  <a:pt x="337722" y="5489497"/>
                  <a:pt x="335151" y="5498832"/>
                  <a:pt x="335103" y="5507667"/>
                </a:cubicBezTo>
                <a:lnTo>
                  <a:pt x="335103" y="5507668"/>
                </a:lnTo>
                <a:lnTo>
                  <a:pt x="335103" y="5507668"/>
                </a:lnTo>
                <a:cubicBezTo>
                  <a:pt x="335056" y="5516503"/>
                  <a:pt x="337532" y="5524837"/>
                  <a:pt x="345723" y="5531694"/>
                </a:cubicBezTo>
                <a:lnTo>
                  <a:pt x="355869" y="5547578"/>
                </a:lnTo>
                <a:lnTo>
                  <a:pt x="346295" y="5562746"/>
                </a:lnTo>
                <a:cubicBezTo>
                  <a:pt x="303622" y="5600467"/>
                  <a:pt x="276951" y="5646189"/>
                  <a:pt x="275047" y="5704483"/>
                </a:cubicBezTo>
                <a:cubicBezTo>
                  <a:pt x="274665" y="5716485"/>
                  <a:pt x="271999" y="5728678"/>
                  <a:pt x="269141" y="5740488"/>
                </a:cubicBezTo>
                <a:cubicBezTo>
                  <a:pt x="267426" y="5747728"/>
                  <a:pt x="265520" y="5756493"/>
                  <a:pt x="260376" y="5760873"/>
                </a:cubicBezTo>
                <a:cubicBezTo>
                  <a:pt x="221133" y="5794974"/>
                  <a:pt x="193890" y="5837457"/>
                  <a:pt x="171981" y="5883751"/>
                </a:cubicBezTo>
                <a:cubicBezTo>
                  <a:pt x="164171" y="5900323"/>
                  <a:pt x="156361" y="5918042"/>
                  <a:pt x="154075" y="5935949"/>
                </a:cubicBezTo>
                <a:lnTo>
                  <a:pt x="154075" y="5935950"/>
                </a:lnTo>
                <a:lnTo>
                  <a:pt x="154075" y="5935950"/>
                </a:lnTo>
                <a:cubicBezTo>
                  <a:pt x="151789" y="5954618"/>
                  <a:pt x="155599" y="5974241"/>
                  <a:pt x="157695" y="5993292"/>
                </a:cubicBezTo>
                <a:cubicBezTo>
                  <a:pt x="158837" y="6004532"/>
                  <a:pt x="158647" y="6017486"/>
                  <a:pt x="164171" y="6026441"/>
                </a:cubicBezTo>
                <a:cubicBezTo>
                  <a:pt x="181508" y="6054826"/>
                  <a:pt x="200176" y="6082259"/>
                  <a:pt x="220371" y="6108739"/>
                </a:cubicBezTo>
                <a:lnTo>
                  <a:pt x="234064" y="6133315"/>
                </a:lnTo>
                <a:lnTo>
                  <a:pt x="230364" y="6143190"/>
                </a:lnTo>
                <a:cubicBezTo>
                  <a:pt x="227813" y="6146732"/>
                  <a:pt x="223895" y="6150697"/>
                  <a:pt x="218465" y="6155602"/>
                </a:cubicBezTo>
                <a:cubicBezTo>
                  <a:pt x="196176" y="6175797"/>
                  <a:pt x="184556" y="6200944"/>
                  <a:pt x="179794" y="6228756"/>
                </a:cubicBezTo>
                <a:cubicBezTo>
                  <a:pt x="172363" y="6272764"/>
                  <a:pt x="166077" y="6317151"/>
                  <a:pt x="162457" y="6361539"/>
                </a:cubicBezTo>
                <a:lnTo>
                  <a:pt x="162457" y="6361540"/>
                </a:lnTo>
                <a:lnTo>
                  <a:pt x="162457" y="6361540"/>
                </a:lnTo>
                <a:lnTo>
                  <a:pt x="162684" y="6365557"/>
                </a:lnTo>
                <a:lnTo>
                  <a:pt x="163946" y="6387910"/>
                </a:lnTo>
                <a:lnTo>
                  <a:pt x="166047" y="6392243"/>
                </a:lnTo>
                <a:lnTo>
                  <a:pt x="173364" y="6407333"/>
                </a:lnTo>
                <a:lnTo>
                  <a:pt x="173364" y="6407332"/>
                </a:lnTo>
                <a:lnTo>
                  <a:pt x="166047" y="6392243"/>
                </a:lnTo>
                <a:lnTo>
                  <a:pt x="163946" y="6387910"/>
                </a:lnTo>
                <a:lnTo>
                  <a:pt x="162684" y="6365557"/>
                </a:lnTo>
                <a:lnTo>
                  <a:pt x="162457" y="6361540"/>
                </a:lnTo>
                <a:lnTo>
                  <a:pt x="179794" y="6228757"/>
                </a:lnTo>
                <a:cubicBezTo>
                  <a:pt x="184556" y="6200945"/>
                  <a:pt x="196176" y="6175798"/>
                  <a:pt x="218465" y="6155603"/>
                </a:cubicBezTo>
                <a:cubicBezTo>
                  <a:pt x="229325" y="6145793"/>
                  <a:pt x="234135" y="6139745"/>
                  <a:pt x="234064" y="6133315"/>
                </a:cubicBezTo>
                <a:lnTo>
                  <a:pt x="234064" y="6133315"/>
                </a:lnTo>
                <a:lnTo>
                  <a:pt x="234064" y="6133314"/>
                </a:lnTo>
                <a:cubicBezTo>
                  <a:pt x="233993" y="6126884"/>
                  <a:pt x="229039" y="6120074"/>
                  <a:pt x="220371" y="6108738"/>
                </a:cubicBezTo>
                <a:cubicBezTo>
                  <a:pt x="200176" y="6082258"/>
                  <a:pt x="181508" y="6054825"/>
                  <a:pt x="164171" y="6026440"/>
                </a:cubicBezTo>
                <a:cubicBezTo>
                  <a:pt x="158647" y="6017485"/>
                  <a:pt x="158837" y="6004531"/>
                  <a:pt x="157695" y="5993291"/>
                </a:cubicBezTo>
                <a:cubicBezTo>
                  <a:pt x="156647" y="5983766"/>
                  <a:pt x="155171" y="5974097"/>
                  <a:pt x="154242" y="5964477"/>
                </a:cubicBezTo>
                <a:lnTo>
                  <a:pt x="154075" y="5935950"/>
                </a:lnTo>
                <a:lnTo>
                  <a:pt x="160957" y="5909351"/>
                </a:lnTo>
                <a:cubicBezTo>
                  <a:pt x="164171" y="5900611"/>
                  <a:pt x="168076" y="5892038"/>
                  <a:pt x="171981" y="5883752"/>
                </a:cubicBezTo>
                <a:cubicBezTo>
                  <a:pt x="193890" y="5837458"/>
                  <a:pt x="221133" y="5794975"/>
                  <a:pt x="260376" y="5760874"/>
                </a:cubicBezTo>
                <a:cubicBezTo>
                  <a:pt x="265520" y="5756494"/>
                  <a:pt x="267426" y="5747729"/>
                  <a:pt x="269141" y="5740489"/>
                </a:cubicBezTo>
                <a:cubicBezTo>
                  <a:pt x="271999" y="5728679"/>
                  <a:pt x="274665" y="5716486"/>
                  <a:pt x="275047" y="5704484"/>
                </a:cubicBezTo>
                <a:cubicBezTo>
                  <a:pt x="276951" y="5646190"/>
                  <a:pt x="303622" y="5600468"/>
                  <a:pt x="346295" y="5562747"/>
                </a:cubicBezTo>
                <a:cubicBezTo>
                  <a:pt x="352392" y="5557318"/>
                  <a:pt x="355774" y="5552508"/>
                  <a:pt x="355869" y="5547579"/>
                </a:cubicBezTo>
                <a:lnTo>
                  <a:pt x="355869" y="5547578"/>
                </a:lnTo>
                <a:lnTo>
                  <a:pt x="355869" y="5547578"/>
                </a:lnTo>
                <a:cubicBezTo>
                  <a:pt x="355964" y="5542649"/>
                  <a:pt x="352773" y="5537600"/>
                  <a:pt x="345723" y="5531693"/>
                </a:cubicBezTo>
                <a:cubicBezTo>
                  <a:pt x="341628" y="5528265"/>
                  <a:pt x="338961" y="5524467"/>
                  <a:pt x="337324" y="5520422"/>
                </a:cubicBezTo>
                <a:lnTo>
                  <a:pt x="335103" y="5507668"/>
                </a:lnTo>
                <a:lnTo>
                  <a:pt x="339627" y="5480638"/>
                </a:lnTo>
                <a:cubicBezTo>
                  <a:pt x="343437" y="5462352"/>
                  <a:pt x="347439" y="5443871"/>
                  <a:pt x="351249" y="5425583"/>
                </a:cubicBezTo>
                <a:cubicBezTo>
                  <a:pt x="353915" y="5412058"/>
                  <a:pt x="356201" y="5398722"/>
                  <a:pt x="359440" y="5385385"/>
                </a:cubicBezTo>
                <a:cubicBezTo>
                  <a:pt x="361965" y="5375003"/>
                  <a:pt x="363668" y="5364883"/>
                  <a:pt x="364317" y="5355015"/>
                </a:cubicBezTo>
                <a:lnTo>
                  <a:pt x="364317" y="5355014"/>
                </a:lnTo>
                <a:lnTo>
                  <a:pt x="364317" y="5355014"/>
                </a:lnTo>
                <a:cubicBezTo>
                  <a:pt x="366264" y="5325412"/>
                  <a:pt x="358727" y="5298086"/>
                  <a:pt x="335437" y="5272796"/>
                </a:cubicBezTo>
                <a:cubicBezTo>
                  <a:pt x="323531" y="5259937"/>
                  <a:pt x="315815" y="5245269"/>
                  <a:pt x="311981" y="5229433"/>
                </a:cubicBezTo>
                <a:lnTo>
                  <a:pt x="311814" y="5179068"/>
                </a:lnTo>
                <a:lnTo>
                  <a:pt x="314362" y="5172091"/>
                </a:lnTo>
                <a:cubicBezTo>
                  <a:pt x="315243" y="5169781"/>
                  <a:pt x="315814" y="5167638"/>
                  <a:pt x="315052" y="5166114"/>
                </a:cubicBezTo>
                <a:lnTo>
                  <a:pt x="315052" y="5166114"/>
                </a:lnTo>
                <a:lnTo>
                  <a:pt x="315052" y="5166113"/>
                </a:lnTo>
                <a:lnTo>
                  <a:pt x="308337" y="5133225"/>
                </a:lnTo>
                <a:lnTo>
                  <a:pt x="315482" y="5102461"/>
                </a:lnTo>
                <a:cubicBezTo>
                  <a:pt x="322817" y="5082339"/>
                  <a:pt x="333247" y="5062669"/>
                  <a:pt x="334485" y="5041522"/>
                </a:cubicBezTo>
                <a:cubicBezTo>
                  <a:pt x="335627" y="5022853"/>
                  <a:pt x="349725" y="5003802"/>
                  <a:pt x="360964" y="4987038"/>
                </a:cubicBezTo>
                <a:cubicBezTo>
                  <a:pt x="372538" y="4969748"/>
                  <a:pt x="383790" y="4953853"/>
                  <a:pt x="385799" y="4933805"/>
                </a:cubicBezTo>
                <a:lnTo>
                  <a:pt x="385799" y="4933805"/>
                </a:lnTo>
                <a:lnTo>
                  <a:pt x="385799" y="4933805"/>
                </a:lnTo>
                <a:cubicBezTo>
                  <a:pt x="386468" y="4927122"/>
                  <a:pt x="386111" y="4919979"/>
                  <a:pt x="384396" y="4912168"/>
                </a:cubicBezTo>
                <a:lnTo>
                  <a:pt x="382691" y="4889275"/>
                </a:lnTo>
                <a:lnTo>
                  <a:pt x="387469" y="4867614"/>
                </a:lnTo>
                <a:cubicBezTo>
                  <a:pt x="392589" y="4853636"/>
                  <a:pt x="401352" y="4840633"/>
                  <a:pt x="412401" y="4828917"/>
                </a:cubicBezTo>
                <a:cubicBezTo>
                  <a:pt x="420784" y="4819964"/>
                  <a:pt x="425356" y="4810581"/>
                  <a:pt x="427237" y="4800484"/>
                </a:cubicBezTo>
                <a:lnTo>
                  <a:pt x="427237" y="4800483"/>
                </a:lnTo>
                <a:lnTo>
                  <a:pt x="427237" y="4800483"/>
                </a:lnTo>
                <a:cubicBezTo>
                  <a:pt x="429119" y="4790386"/>
                  <a:pt x="428309" y="4779575"/>
                  <a:pt x="425928" y="4767764"/>
                </a:cubicBezTo>
                <a:cubicBezTo>
                  <a:pt x="420022" y="4738235"/>
                  <a:pt x="419640" y="4707564"/>
                  <a:pt x="416021" y="4677655"/>
                </a:cubicBezTo>
                <a:cubicBezTo>
                  <a:pt x="415259" y="4671176"/>
                  <a:pt x="412591" y="4662986"/>
                  <a:pt x="408019" y="4659174"/>
                </a:cubicBezTo>
                <a:cubicBezTo>
                  <a:pt x="351249" y="4612500"/>
                  <a:pt x="350677" y="4546776"/>
                  <a:pt x="348009" y="4482004"/>
                </a:cubicBezTo>
                <a:lnTo>
                  <a:pt x="347247" y="4363891"/>
                </a:lnTo>
                <a:lnTo>
                  <a:pt x="356201" y="4324646"/>
                </a:lnTo>
                <a:cubicBezTo>
                  <a:pt x="368204" y="4300071"/>
                  <a:pt x="383824" y="4277402"/>
                  <a:pt x="396017" y="4253015"/>
                </a:cubicBezTo>
                <a:cubicBezTo>
                  <a:pt x="400781" y="4243873"/>
                  <a:pt x="400971" y="4232061"/>
                  <a:pt x="401733" y="4221392"/>
                </a:cubicBezTo>
                <a:lnTo>
                  <a:pt x="401733" y="4221391"/>
                </a:lnTo>
                <a:lnTo>
                  <a:pt x="401733" y="4221391"/>
                </a:lnTo>
                <a:lnTo>
                  <a:pt x="401638" y="4192388"/>
                </a:lnTo>
                <a:lnTo>
                  <a:pt x="405543" y="4165384"/>
                </a:lnTo>
                <a:cubicBezTo>
                  <a:pt x="414402" y="4144333"/>
                  <a:pt x="417831" y="4123948"/>
                  <a:pt x="416855" y="4103826"/>
                </a:cubicBezTo>
                <a:lnTo>
                  <a:pt x="416855" y="4103826"/>
                </a:lnTo>
                <a:lnTo>
                  <a:pt x="416855" y="4103825"/>
                </a:lnTo>
                <a:cubicBezTo>
                  <a:pt x="415879" y="4083702"/>
                  <a:pt x="410497" y="4063842"/>
                  <a:pt x="401733" y="4043839"/>
                </a:cubicBezTo>
                <a:cubicBezTo>
                  <a:pt x="395590" y="4029837"/>
                  <a:pt x="391101" y="4016025"/>
                  <a:pt x="388431" y="4002410"/>
                </a:cubicBezTo>
                <a:lnTo>
                  <a:pt x="386040" y="3962160"/>
                </a:lnTo>
                <a:lnTo>
                  <a:pt x="395544" y="3923125"/>
                </a:lnTo>
                <a:cubicBezTo>
                  <a:pt x="400804" y="3910319"/>
                  <a:pt x="408210" y="3897722"/>
                  <a:pt x="417925" y="3885339"/>
                </a:cubicBezTo>
                <a:cubicBezTo>
                  <a:pt x="426689" y="3874195"/>
                  <a:pt x="428975" y="3863193"/>
                  <a:pt x="427308" y="3852620"/>
                </a:cubicBezTo>
                <a:lnTo>
                  <a:pt x="427308" y="3852620"/>
                </a:lnTo>
                <a:lnTo>
                  <a:pt x="427308" y="3852619"/>
                </a:lnTo>
                <a:cubicBezTo>
                  <a:pt x="425642" y="3842046"/>
                  <a:pt x="420022" y="3831902"/>
                  <a:pt x="412973" y="3822472"/>
                </a:cubicBezTo>
                <a:lnTo>
                  <a:pt x="398042" y="3789776"/>
                </a:lnTo>
                <a:lnTo>
                  <a:pt x="404399" y="3754653"/>
                </a:lnTo>
                <a:cubicBezTo>
                  <a:pt x="407067" y="3749126"/>
                  <a:pt x="405733" y="3741316"/>
                  <a:pt x="404781" y="3734838"/>
                </a:cubicBezTo>
                <a:lnTo>
                  <a:pt x="404781" y="3734838"/>
                </a:lnTo>
                <a:lnTo>
                  <a:pt x="404781" y="3734837"/>
                </a:lnTo>
                <a:lnTo>
                  <a:pt x="400733" y="3680164"/>
                </a:lnTo>
                <a:lnTo>
                  <a:pt x="407246" y="3654416"/>
                </a:lnTo>
                <a:cubicBezTo>
                  <a:pt x="411056" y="3646123"/>
                  <a:pt x="416735" y="3638158"/>
                  <a:pt x="424974" y="3630633"/>
                </a:cubicBezTo>
                <a:cubicBezTo>
                  <a:pt x="431452" y="3624726"/>
                  <a:pt x="434118" y="3614820"/>
                  <a:pt x="438500" y="3606818"/>
                </a:cubicBezTo>
                <a:cubicBezTo>
                  <a:pt x="447455" y="3590054"/>
                  <a:pt x="451503" y="3582005"/>
                  <a:pt x="450598" y="3574409"/>
                </a:cubicBezTo>
                <a:lnTo>
                  <a:pt x="450598" y="3574408"/>
                </a:lnTo>
                <a:lnTo>
                  <a:pt x="450598" y="3574408"/>
                </a:lnTo>
                <a:cubicBezTo>
                  <a:pt x="449693" y="3566811"/>
                  <a:pt x="443835" y="3559668"/>
                  <a:pt x="432976" y="3544713"/>
                </a:cubicBezTo>
                <a:cubicBezTo>
                  <a:pt x="421546" y="3529090"/>
                  <a:pt x="409925" y="3507563"/>
                  <a:pt x="410877" y="3489467"/>
                </a:cubicBezTo>
                <a:cubicBezTo>
                  <a:pt x="416591" y="3380305"/>
                  <a:pt x="389159" y="3276480"/>
                  <a:pt x="363250" y="3172654"/>
                </a:cubicBezTo>
                <a:lnTo>
                  <a:pt x="350796" y="3077402"/>
                </a:lnTo>
                <a:lnTo>
                  <a:pt x="362488" y="2982149"/>
                </a:lnTo>
                <a:cubicBezTo>
                  <a:pt x="365441" y="2970576"/>
                  <a:pt x="366442" y="2959157"/>
                  <a:pt x="366072" y="2947863"/>
                </a:cubicBezTo>
                <a:lnTo>
                  <a:pt x="366072" y="2947863"/>
                </a:lnTo>
                <a:lnTo>
                  <a:pt x="366072" y="2947862"/>
                </a:lnTo>
                <a:cubicBezTo>
                  <a:pt x="364965" y="2913982"/>
                  <a:pt x="351534" y="2881226"/>
                  <a:pt x="341533" y="2848793"/>
                </a:cubicBezTo>
                <a:close/>
                <a:moveTo>
                  <a:pt x="817328" y="1508458"/>
                </a:moveTo>
                <a:lnTo>
                  <a:pt x="845421" y="1596213"/>
                </a:lnTo>
                <a:cubicBezTo>
                  <a:pt x="847898" y="1604978"/>
                  <a:pt x="846373" y="1615836"/>
                  <a:pt x="843517" y="1624980"/>
                </a:cubicBezTo>
                <a:cubicBezTo>
                  <a:pt x="833801" y="1656223"/>
                  <a:pt x="809415" y="1676036"/>
                  <a:pt x="786935" y="1697753"/>
                </a:cubicBezTo>
                <a:cubicBezTo>
                  <a:pt x="777029" y="1707279"/>
                  <a:pt x="769981" y="1720423"/>
                  <a:pt x="764267" y="1733188"/>
                </a:cubicBezTo>
                <a:cubicBezTo>
                  <a:pt x="749595" y="1766335"/>
                  <a:pt x="736452" y="1800246"/>
                  <a:pt x="722546" y="1833775"/>
                </a:cubicBezTo>
                <a:cubicBezTo>
                  <a:pt x="721212" y="1837013"/>
                  <a:pt x="717783" y="1839679"/>
                  <a:pt x="714925" y="1842158"/>
                </a:cubicBezTo>
                <a:cubicBezTo>
                  <a:pt x="684824" y="1866922"/>
                  <a:pt x="654535" y="1891497"/>
                  <a:pt x="624434" y="1916454"/>
                </a:cubicBezTo>
                <a:cubicBezTo>
                  <a:pt x="618720" y="1921216"/>
                  <a:pt x="614528" y="1928076"/>
                  <a:pt x="609004" y="1933219"/>
                </a:cubicBezTo>
                <a:cubicBezTo>
                  <a:pt x="601384" y="1940459"/>
                  <a:pt x="594143" y="1949603"/>
                  <a:pt x="584999" y="1953413"/>
                </a:cubicBezTo>
                <a:cubicBezTo>
                  <a:pt x="556234" y="1965224"/>
                  <a:pt x="543850" y="1987894"/>
                  <a:pt x="538516" y="2016469"/>
                </a:cubicBezTo>
                <a:cubicBezTo>
                  <a:pt x="533563" y="2042570"/>
                  <a:pt x="529371" y="2068669"/>
                  <a:pt x="523657" y="2094578"/>
                </a:cubicBezTo>
                <a:cubicBezTo>
                  <a:pt x="516799" y="2126201"/>
                  <a:pt x="509369" y="2157636"/>
                  <a:pt x="500986" y="2188879"/>
                </a:cubicBezTo>
                <a:cubicBezTo>
                  <a:pt x="497366" y="2202404"/>
                  <a:pt x="493176" y="2216692"/>
                  <a:pt x="485746" y="2228314"/>
                </a:cubicBezTo>
                <a:cubicBezTo>
                  <a:pt x="465171" y="2260890"/>
                  <a:pt x="451265" y="2295753"/>
                  <a:pt x="456789" y="2334044"/>
                </a:cubicBezTo>
                <a:cubicBezTo>
                  <a:pt x="461171" y="2364715"/>
                  <a:pt x="449931" y="2390434"/>
                  <a:pt x="432404" y="2409485"/>
                </a:cubicBezTo>
                <a:cubicBezTo>
                  <a:pt x="416497" y="2426822"/>
                  <a:pt x="410353" y="2444777"/>
                  <a:pt x="409472" y="2463017"/>
                </a:cubicBezTo>
                <a:lnTo>
                  <a:pt x="409472" y="2463018"/>
                </a:lnTo>
                <a:lnTo>
                  <a:pt x="409472" y="2463018"/>
                </a:lnTo>
                <a:cubicBezTo>
                  <a:pt x="408591" y="2481259"/>
                  <a:pt x="412972" y="2499786"/>
                  <a:pt x="418115" y="2518265"/>
                </a:cubicBezTo>
                <a:lnTo>
                  <a:pt x="421759" y="2545007"/>
                </a:lnTo>
                <a:lnTo>
                  <a:pt x="417545" y="2571034"/>
                </a:lnTo>
                <a:cubicBezTo>
                  <a:pt x="405543" y="2612945"/>
                  <a:pt x="372966" y="2640950"/>
                  <a:pt x="344391" y="2668001"/>
                </a:cubicBezTo>
                <a:cubicBezTo>
                  <a:pt x="320006" y="2691054"/>
                  <a:pt x="306290" y="2716963"/>
                  <a:pt x="296001" y="2745348"/>
                </a:cubicBezTo>
                <a:lnTo>
                  <a:pt x="296001" y="2745352"/>
                </a:lnTo>
                <a:lnTo>
                  <a:pt x="289670" y="2770758"/>
                </a:lnTo>
                <a:lnTo>
                  <a:pt x="290080" y="2778006"/>
                </a:lnTo>
                <a:lnTo>
                  <a:pt x="289301" y="2782305"/>
                </a:lnTo>
                <a:lnTo>
                  <a:pt x="290501" y="2785440"/>
                </a:lnTo>
                <a:lnTo>
                  <a:pt x="290929" y="2793023"/>
                </a:lnTo>
                <a:lnTo>
                  <a:pt x="300579" y="2811780"/>
                </a:lnTo>
                <a:lnTo>
                  <a:pt x="300582" y="2811787"/>
                </a:lnTo>
                <a:lnTo>
                  <a:pt x="300583" y="2811787"/>
                </a:lnTo>
                <a:lnTo>
                  <a:pt x="300579" y="2811780"/>
                </a:lnTo>
                <a:lnTo>
                  <a:pt x="290501" y="2785440"/>
                </a:lnTo>
                <a:lnTo>
                  <a:pt x="290080" y="2778006"/>
                </a:lnTo>
                <a:lnTo>
                  <a:pt x="296001" y="2745352"/>
                </a:lnTo>
                <a:lnTo>
                  <a:pt x="296001" y="2745349"/>
                </a:lnTo>
                <a:cubicBezTo>
                  <a:pt x="306290" y="2716964"/>
                  <a:pt x="320006" y="2691055"/>
                  <a:pt x="344391" y="2668002"/>
                </a:cubicBezTo>
                <a:cubicBezTo>
                  <a:pt x="372966" y="2640951"/>
                  <a:pt x="405543" y="2612946"/>
                  <a:pt x="417545" y="2571035"/>
                </a:cubicBezTo>
                <a:cubicBezTo>
                  <a:pt x="420117" y="2561986"/>
                  <a:pt x="421593" y="2553556"/>
                  <a:pt x="421760" y="2545007"/>
                </a:cubicBezTo>
                <a:lnTo>
                  <a:pt x="421759" y="2545007"/>
                </a:lnTo>
                <a:lnTo>
                  <a:pt x="421760" y="2545006"/>
                </a:lnTo>
                <a:cubicBezTo>
                  <a:pt x="421926" y="2536457"/>
                  <a:pt x="420783" y="2527790"/>
                  <a:pt x="418115" y="2518264"/>
                </a:cubicBezTo>
                <a:cubicBezTo>
                  <a:pt x="415544" y="2509025"/>
                  <a:pt x="413163" y="2499773"/>
                  <a:pt x="411535" y="2490551"/>
                </a:cubicBezTo>
                <a:lnTo>
                  <a:pt x="409472" y="2463018"/>
                </a:lnTo>
                <a:lnTo>
                  <a:pt x="415303" y="2435913"/>
                </a:lnTo>
                <a:cubicBezTo>
                  <a:pt x="418938" y="2426977"/>
                  <a:pt x="424451" y="2418154"/>
                  <a:pt x="432404" y="2409486"/>
                </a:cubicBezTo>
                <a:cubicBezTo>
                  <a:pt x="449931" y="2390435"/>
                  <a:pt x="461171" y="2364716"/>
                  <a:pt x="456789" y="2334045"/>
                </a:cubicBezTo>
                <a:cubicBezTo>
                  <a:pt x="451265" y="2295754"/>
                  <a:pt x="465171" y="2260891"/>
                  <a:pt x="485746" y="2228315"/>
                </a:cubicBezTo>
                <a:cubicBezTo>
                  <a:pt x="493176" y="2216693"/>
                  <a:pt x="497366" y="2202405"/>
                  <a:pt x="500986" y="2188880"/>
                </a:cubicBezTo>
                <a:cubicBezTo>
                  <a:pt x="509369" y="2157637"/>
                  <a:pt x="516799" y="2126202"/>
                  <a:pt x="523657" y="2094579"/>
                </a:cubicBezTo>
                <a:cubicBezTo>
                  <a:pt x="529371" y="2068670"/>
                  <a:pt x="533563" y="2042571"/>
                  <a:pt x="538516" y="2016470"/>
                </a:cubicBezTo>
                <a:cubicBezTo>
                  <a:pt x="543850" y="1987895"/>
                  <a:pt x="556234" y="1965225"/>
                  <a:pt x="584999" y="1953414"/>
                </a:cubicBezTo>
                <a:cubicBezTo>
                  <a:pt x="594143" y="1949604"/>
                  <a:pt x="601384" y="1940460"/>
                  <a:pt x="609004" y="1933220"/>
                </a:cubicBezTo>
                <a:cubicBezTo>
                  <a:pt x="614528" y="1928077"/>
                  <a:pt x="618720" y="1921217"/>
                  <a:pt x="624434" y="1916455"/>
                </a:cubicBezTo>
                <a:cubicBezTo>
                  <a:pt x="654535" y="1891498"/>
                  <a:pt x="684824" y="1866923"/>
                  <a:pt x="714925" y="1842159"/>
                </a:cubicBezTo>
                <a:cubicBezTo>
                  <a:pt x="717783" y="1839680"/>
                  <a:pt x="721212" y="1837014"/>
                  <a:pt x="722546" y="1833776"/>
                </a:cubicBezTo>
                <a:cubicBezTo>
                  <a:pt x="736452" y="1800247"/>
                  <a:pt x="749596" y="1766336"/>
                  <a:pt x="764267" y="1733189"/>
                </a:cubicBezTo>
                <a:cubicBezTo>
                  <a:pt x="769981" y="1720424"/>
                  <a:pt x="777029" y="1707280"/>
                  <a:pt x="786936" y="1697754"/>
                </a:cubicBezTo>
                <a:cubicBezTo>
                  <a:pt x="809416" y="1676037"/>
                  <a:pt x="833801" y="1656224"/>
                  <a:pt x="843517" y="1624981"/>
                </a:cubicBezTo>
                <a:cubicBezTo>
                  <a:pt x="846374" y="1615837"/>
                  <a:pt x="847899" y="1604979"/>
                  <a:pt x="845422" y="1596214"/>
                </a:cubicBezTo>
                <a:close/>
                <a:moveTo>
                  <a:pt x="792926" y="1453958"/>
                </a:moveTo>
                <a:lnTo>
                  <a:pt x="798723" y="1459073"/>
                </a:lnTo>
                <a:lnTo>
                  <a:pt x="807941" y="1481572"/>
                </a:lnTo>
                <a:lnTo>
                  <a:pt x="798724" y="1459074"/>
                </a:lnTo>
                <a:lnTo>
                  <a:pt x="798723" y="1459073"/>
                </a:lnTo>
                <a:lnTo>
                  <a:pt x="798723" y="1459073"/>
                </a:lnTo>
                <a:close/>
                <a:moveTo>
                  <a:pt x="779530" y="1268758"/>
                </a:moveTo>
                <a:lnTo>
                  <a:pt x="774363" y="1286069"/>
                </a:lnTo>
                <a:cubicBezTo>
                  <a:pt x="759789" y="1306930"/>
                  <a:pt x="753550" y="1328552"/>
                  <a:pt x="752025" y="1350627"/>
                </a:cubicBezTo>
                <a:lnTo>
                  <a:pt x="757620" y="1413840"/>
                </a:lnTo>
                <a:lnTo>
                  <a:pt x="752026" y="1350628"/>
                </a:lnTo>
                <a:cubicBezTo>
                  <a:pt x="753550" y="1328553"/>
                  <a:pt x="759790" y="1306930"/>
                  <a:pt x="774363" y="1286070"/>
                </a:cubicBezTo>
                <a:cubicBezTo>
                  <a:pt x="777506" y="1281689"/>
                  <a:pt x="779078" y="1275402"/>
                  <a:pt x="779530" y="1268758"/>
                </a:cubicBezTo>
                <a:close/>
                <a:moveTo>
                  <a:pt x="837801" y="773035"/>
                </a:moveTo>
                <a:lnTo>
                  <a:pt x="829801" y="854379"/>
                </a:lnTo>
                <a:cubicBezTo>
                  <a:pt x="827515" y="878956"/>
                  <a:pt x="826753" y="903722"/>
                  <a:pt x="798747" y="915343"/>
                </a:cubicBezTo>
                <a:cubicBezTo>
                  <a:pt x="794365" y="917059"/>
                  <a:pt x="791127" y="922773"/>
                  <a:pt x="788269" y="927155"/>
                </a:cubicBezTo>
                <a:cubicBezTo>
                  <a:pt x="744261" y="994785"/>
                  <a:pt x="745405" y="1030980"/>
                  <a:pt x="791889" y="1097087"/>
                </a:cubicBezTo>
                <a:cubicBezTo>
                  <a:pt x="796651" y="1103945"/>
                  <a:pt x="800081" y="1118613"/>
                  <a:pt x="796271" y="1123185"/>
                </a:cubicBezTo>
                <a:cubicBezTo>
                  <a:pt x="780459" y="1142617"/>
                  <a:pt x="773411" y="1162954"/>
                  <a:pt x="771553" y="1184029"/>
                </a:cubicBezTo>
                <a:cubicBezTo>
                  <a:pt x="773411" y="1162954"/>
                  <a:pt x="780460" y="1142618"/>
                  <a:pt x="796272" y="1123186"/>
                </a:cubicBezTo>
                <a:cubicBezTo>
                  <a:pt x="800082" y="1118614"/>
                  <a:pt x="796652" y="1103946"/>
                  <a:pt x="791890" y="1097088"/>
                </a:cubicBezTo>
                <a:cubicBezTo>
                  <a:pt x="745406" y="1030981"/>
                  <a:pt x="744262" y="994786"/>
                  <a:pt x="788270" y="927156"/>
                </a:cubicBezTo>
                <a:cubicBezTo>
                  <a:pt x="791128" y="922774"/>
                  <a:pt x="794366" y="917060"/>
                  <a:pt x="798748" y="915344"/>
                </a:cubicBezTo>
                <a:cubicBezTo>
                  <a:pt x="826753" y="903723"/>
                  <a:pt x="827515" y="878957"/>
                  <a:pt x="829801" y="854380"/>
                </a:cubicBezTo>
                <a:cubicBezTo>
                  <a:pt x="832277" y="827330"/>
                  <a:pt x="835515" y="800277"/>
                  <a:pt x="837801" y="773036"/>
                </a:cubicBezTo>
                <a:close/>
                <a:moveTo>
                  <a:pt x="782400" y="517851"/>
                </a:moveTo>
                <a:lnTo>
                  <a:pt x="791317" y="556047"/>
                </a:lnTo>
                <a:cubicBezTo>
                  <a:pt x="793413" y="564048"/>
                  <a:pt x="798937" y="572622"/>
                  <a:pt x="797795" y="580050"/>
                </a:cubicBezTo>
                <a:cubicBezTo>
                  <a:pt x="794461" y="601578"/>
                  <a:pt x="796890" y="622201"/>
                  <a:pt x="801176" y="642537"/>
                </a:cubicBezTo>
                <a:lnTo>
                  <a:pt x="813700" y="694928"/>
                </a:lnTo>
                <a:lnTo>
                  <a:pt x="801177" y="642538"/>
                </a:lnTo>
                <a:cubicBezTo>
                  <a:pt x="796891" y="622201"/>
                  <a:pt x="794462" y="601579"/>
                  <a:pt x="797796" y="580051"/>
                </a:cubicBezTo>
                <a:cubicBezTo>
                  <a:pt x="798938" y="572623"/>
                  <a:pt x="793414" y="564049"/>
                  <a:pt x="791318" y="556048"/>
                </a:cubicBezTo>
                <a:close/>
                <a:moveTo>
                  <a:pt x="769105" y="298169"/>
                </a:moveTo>
                <a:lnTo>
                  <a:pt x="783887" y="313533"/>
                </a:lnTo>
                <a:lnTo>
                  <a:pt x="786245" y="324058"/>
                </a:lnTo>
                <a:cubicBezTo>
                  <a:pt x="786031" y="328964"/>
                  <a:pt x="785126" y="334584"/>
                  <a:pt x="784459" y="338870"/>
                </a:cubicBezTo>
                <a:cubicBezTo>
                  <a:pt x="781601" y="357921"/>
                  <a:pt x="774363" y="376781"/>
                  <a:pt x="774553" y="395640"/>
                </a:cubicBezTo>
                <a:lnTo>
                  <a:pt x="778363" y="367328"/>
                </a:lnTo>
                <a:cubicBezTo>
                  <a:pt x="780506" y="357874"/>
                  <a:pt x="783031" y="348396"/>
                  <a:pt x="784460" y="338871"/>
                </a:cubicBezTo>
                <a:cubicBezTo>
                  <a:pt x="785794" y="330299"/>
                  <a:pt x="788080" y="316390"/>
                  <a:pt x="783888" y="313534"/>
                </a:cubicBezTo>
                <a:lnTo>
                  <a:pt x="783887" y="313533"/>
                </a:lnTo>
                <a:lnTo>
                  <a:pt x="783887" y="313533"/>
                </a:lnTo>
                <a:close/>
                <a:moveTo>
                  <a:pt x="761560" y="281568"/>
                </a:moveTo>
                <a:lnTo>
                  <a:pt x="766454" y="295415"/>
                </a:lnTo>
                <a:lnTo>
                  <a:pt x="766455" y="295415"/>
                </a:lnTo>
                <a:close/>
                <a:moveTo>
                  <a:pt x="774880" y="24486"/>
                </a:moveTo>
                <a:lnTo>
                  <a:pt x="777142" y="74129"/>
                </a:lnTo>
                <a:cubicBezTo>
                  <a:pt x="775758" y="100174"/>
                  <a:pt x="771253" y="125876"/>
                  <a:pt x="767023" y="151569"/>
                </a:cubicBezTo>
                <a:lnTo>
                  <a:pt x="766824" y="153388"/>
                </a:lnTo>
                <a:lnTo>
                  <a:pt x="763010" y="177271"/>
                </a:lnTo>
                <a:lnTo>
                  <a:pt x="758551" y="228944"/>
                </a:lnTo>
                <a:lnTo>
                  <a:pt x="758551" y="228948"/>
                </a:lnTo>
                <a:lnTo>
                  <a:pt x="758551" y="228949"/>
                </a:lnTo>
                <a:lnTo>
                  <a:pt x="758551" y="228944"/>
                </a:lnTo>
                <a:lnTo>
                  <a:pt x="766824" y="153388"/>
                </a:lnTo>
                <a:lnTo>
                  <a:pt x="771220" y="125861"/>
                </a:lnTo>
                <a:cubicBezTo>
                  <a:pt x="773910" y="108703"/>
                  <a:pt x="776220" y="91492"/>
                  <a:pt x="777143" y="74129"/>
                </a:cubicBezTo>
                <a:close/>
                <a:moveTo>
                  <a:pt x="313353" y="0"/>
                </a:moveTo>
                <a:lnTo>
                  <a:pt x="777461" y="0"/>
                </a:lnTo>
                <a:lnTo>
                  <a:pt x="774743" y="21486"/>
                </a:lnTo>
                <a:lnTo>
                  <a:pt x="777461" y="1"/>
                </a:lnTo>
                <a:lnTo>
                  <a:pt x="4543953" y="2"/>
                </a:lnTo>
                <a:lnTo>
                  <a:pt x="4543953" y="6858002"/>
                </a:lnTo>
                <a:lnTo>
                  <a:pt x="284400" y="6858002"/>
                </a:lnTo>
                <a:lnTo>
                  <a:pt x="284400" y="6858001"/>
                </a:lnTo>
                <a:lnTo>
                  <a:pt x="284400" y="6858001"/>
                </a:lnTo>
                <a:lnTo>
                  <a:pt x="278237" y="6812064"/>
                </a:lnTo>
                <a:lnTo>
                  <a:pt x="283011" y="6776800"/>
                </a:lnTo>
                <a:cubicBezTo>
                  <a:pt x="286107" y="6765164"/>
                  <a:pt x="290857" y="6753698"/>
                  <a:pt x="297715" y="6742553"/>
                </a:cubicBezTo>
                <a:cubicBezTo>
                  <a:pt x="306003" y="6729219"/>
                  <a:pt x="311147" y="6716169"/>
                  <a:pt x="311551" y="6702977"/>
                </a:cubicBezTo>
                <a:lnTo>
                  <a:pt x="311551" y="6702976"/>
                </a:lnTo>
                <a:lnTo>
                  <a:pt x="311551" y="6702976"/>
                </a:lnTo>
                <a:cubicBezTo>
                  <a:pt x="311956" y="6689783"/>
                  <a:pt x="307622" y="6676448"/>
                  <a:pt x="296953" y="6662541"/>
                </a:cubicBezTo>
                <a:cubicBezTo>
                  <a:pt x="293286" y="6657825"/>
                  <a:pt x="290989" y="6651967"/>
                  <a:pt x="289870" y="6645552"/>
                </a:cubicBezTo>
                <a:lnTo>
                  <a:pt x="289858" y="6625225"/>
                </a:lnTo>
                <a:lnTo>
                  <a:pt x="306480" y="6588626"/>
                </a:lnTo>
                <a:cubicBezTo>
                  <a:pt x="312576" y="6582147"/>
                  <a:pt x="318672" y="6575479"/>
                  <a:pt x="328959" y="6564621"/>
                </a:cubicBezTo>
                <a:lnTo>
                  <a:pt x="328959" y="6564620"/>
                </a:lnTo>
                <a:lnTo>
                  <a:pt x="306480" y="6588625"/>
                </a:lnTo>
                <a:cubicBezTo>
                  <a:pt x="298003" y="6597578"/>
                  <a:pt x="291954" y="6611342"/>
                  <a:pt x="289858" y="6625224"/>
                </a:cubicBezTo>
                <a:lnTo>
                  <a:pt x="289858" y="6625225"/>
                </a:lnTo>
                <a:lnTo>
                  <a:pt x="289858" y="6625225"/>
                </a:lnTo>
                <a:cubicBezTo>
                  <a:pt x="287762" y="6639108"/>
                  <a:pt x="289619" y="6653111"/>
                  <a:pt x="296953" y="6662542"/>
                </a:cubicBezTo>
                <a:cubicBezTo>
                  <a:pt x="302288" y="6669496"/>
                  <a:pt x="306038" y="6676306"/>
                  <a:pt x="308405" y="6683027"/>
                </a:cubicBezTo>
                <a:lnTo>
                  <a:pt x="311551" y="6702976"/>
                </a:lnTo>
                <a:lnTo>
                  <a:pt x="297715" y="6742552"/>
                </a:lnTo>
                <a:cubicBezTo>
                  <a:pt x="283999" y="6764841"/>
                  <a:pt x="278713" y="6788417"/>
                  <a:pt x="278237" y="6812063"/>
                </a:cubicBezTo>
                <a:lnTo>
                  <a:pt x="278237" y="6812064"/>
                </a:lnTo>
                <a:lnTo>
                  <a:pt x="278237" y="6812064"/>
                </a:lnTo>
                <a:lnTo>
                  <a:pt x="284400" y="6858001"/>
                </a:lnTo>
                <a:lnTo>
                  <a:pt x="112147" y="6858001"/>
                </a:lnTo>
                <a:lnTo>
                  <a:pt x="102447" y="6815516"/>
                </a:lnTo>
                <a:cubicBezTo>
                  <a:pt x="96923" y="6793035"/>
                  <a:pt x="87016" y="6771319"/>
                  <a:pt x="83396" y="6748458"/>
                </a:cubicBezTo>
                <a:cubicBezTo>
                  <a:pt x="74824" y="6694164"/>
                  <a:pt x="68728" y="6639488"/>
                  <a:pt x="61870" y="6584812"/>
                </a:cubicBezTo>
                <a:cubicBezTo>
                  <a:pt x="54821" y="6528424"/>
                  <a:pt x="47391" y="6472225"/>
                  <a:pt x="41105" y="6415833"/>
                </a:cubicBezTo>
                <a:cubicBezTo>
                  <a:pt x="37865" y="6384972"/>
                  <a:pt x="37295" y="6353919"/>
                  <a:pt x="34247" y="6323058"/>
                </a:cubicBezTo>
                <a:cubicBezTo>
                  <a:pt x="31579" y="6296005"/>
                  <a:pt x="26626" y="6269144"/>
                  <a:pt x="23386" y="6242093"/>
                </a:cubicBezTo>
                <a:cubicBezTo>
                  <a:pt x="20720" y="6218660"/>
                  <a:pt x="19196" y="6195037"/>
                  <a:pt x="16528" y="6171605"/>
                </a:cubicBezTo>
                <a:cubicBezTo>
                  <a:pt x="12148" y="6134075"/>
                  <a:pt x="7194" y="6096736"/>
                  <a:pt x="2622" y="6059397"/>
                </a:cubicBezTo>
                <a:lnTo>
                  <a:pt x="0" y="6041769"/>
                </a:lnTo>
                <a:lnTo>
                  <a:pt x="0" y="6000937"/>
                </a:lnTo>
                <a:lnTo>
                  <a:pt x="3670" y="5957595"/>
                </a:lnTo>
                <a:lnTo>
                  <a:pt x="0" y="5912511"/>
                </a:lnTo>
                <a:lnTo>
                  <a:pt x="0" y="5886401"/>
                </a:lnTo>
                <a:lnTo>
                  <a:pt x="1098" y="5864318"/>
                </a:lnTo>
                <a:cubicBezTo>
                  <a:pt x="7576" y="5839361"/>
                  <a:pt x="16720" y="5815169"/>
                  <a:pt x="24720" y="5790592"/>
                </a:cubicBezTo>
                <a:cubicBezTo>
                  <a:pt x="25672" y="5787924"/>
                  <a:pt x="25864" y="5784686"/>
                  <a:pt x="26434" y="5781830"/>
                </a:cubicBezTo>
                <a:cubicBezTo>
                  <a:pt x="29675" y="5765635"/>
                  <a:pt x="32913" y="5749634"/>
                  <a:pt x="35771" y="5733440"/>
                </a:cubicBezTo>
                <a:cubicBezTo>
                  <a:pt x="37295" y="5724678"/>
                  <a:pt x="37485" y="5715723"/>
                  <a:pt x="38819" y="5706959"/>
                </a:cubicBezTo>
                <a:cubicBezTo>
                  <a:pt x="44153" y="5673050"/>
                  <a:pt x="35199" y="5635711"/>
                  <a:pt x="58250" y="5606372"/>
                </a:cubicBezTo>
                <a:cubicBezTo>
                  <a:pt x="73110" y="5587321"/>
                  <a:pt x="69680" y="5568842"/>
                  <a:pt x="67394" y="5548460"/>
                </a:cubicBezTo>
                <a:cubicBezTo>
                  <a:pt x="65680" y="5533027"/>
                  <a:pt x="66252" y="5517215"/>
                  <a:pt x="66060" y="5501594"/>
                </a:cubicBezTo>
                <a:cubicBezTo>
                  <a:pt x="65490" y="5474161"/>
                  <a:pt x="65298" y="5446728"/>
                  <a:pt x="64346" y="5419295"/>
                </a:cubicBezTo>
                <a:cubicBezTo>
                  <a:pt x="63966" y="5410531"/>
                  <a:pt x="59202" y="5401579"/>
                  <a:pt x="59964" y="5393005"/>
                </a:cubicBezTo>
                <a:cubicBezTo>
                  <a:pt x="63584" y="5353379"/>
                  <a:pt x="69300" y="5313754"/>
                  <a:pt x="72538" y="5274129"/>
                </a:cubicBezTo>
                <a:cubicBezTo>
                  <a:pt x="74442" y="5251650"/>
                  <a:pt x="70824" y="5228597"/>
                  <a:pt x="73490" y="5206308"/>
                </a:cubicBezTo>
                <a:cubicBezTo>
                  <a:pt x="76538" y="5180591"/>
                  <a:pt x="84348" y="5155445"/>
                  <a:pt x="89113" y="5129916"/>
                </a:cubicBezTo>
                <a:cubicBezTo>
                  <a:pt x="90445" y="5122867"/>
                  <a:pt x="88731" y="5115057"/>
                  <a:pt x="88351" y="5107627"/>
                </a:cubicBezTo>
                <a:cubicBezTo>
                  <a:pt x="87968" y="5099245"/>
                  <a:pt x="87206" y="5091052"/>
                  <a:pt x="87016" y="5082670"/>
                </a:cubicBezTo>
                <a:cubicBezTo>
                  <a:pt x="86634" y="5057141"/>
                  <a:pt x="87206" y="5031614"/>
                  <a:pt x="85872" y="5006086"/>
                </a:cubicBezTo>
                <a:cubicBezTo>
                  <a:pt x="85110" y="4990465"/>
                  <a:pt x="77300" y="4974082"/>
                  <a:pt x="80158" y="4959602"/>
                </a:cubicBezTo>
                <a:cubicBezTo>
                  <a:pt x="85682" y="4930075"/>
                  <a:pt x="73300" y="4900546"/>
                  <a:pt x="83586" y="4871019"/>
                </a:cubicBezTo>
                <a:cubicBezTo>
                  <a:pt x="86634" y="4861873"/>
                  <a:pt x="79014" y="4849300"/>
                  <a:pt x="78634" y="4838250"/>
                </a:cubicBezTo>
                <a:cubicBezTo>
                  <a:pt x="77682" y="4810627"/>
                  <a:pt x="77872" y="4783004"/>
                  <a:pt x="78062" y="4755381"/>
                </a:cubicBezTo>
                <a:cubicBezTo>
                  <a:pt x="78252" y="4730614"/>
                  <a:pt x="75586" y="4704895"/>
                  <a:pt x="80920" y="4681083"/>
                </a:cubicBezTo>
                <a:cubicBezTo>
                  <a:pt x="86634" y="4656126"/>
                  <a:pt x="85872" y="4633647"/>
                  <a:pt x="79396" y="4609452"/>
                </a:cubicBezTo>
                <a:cubicBezTo>
                  <a:pt x="75014" y="4592878"/>
                  <a:pt x="74442" y="4575351"/>
                  <a:pt x="73110" y="4558207"/>
                </a:cubicBezTo>
                <a:cubicBezTo>
                  <a:pt x="71586" y="4539728"/>
                  <a:pt x="75586" y="4519343"/>
                  <a:pt x="69300" y="4502579"/>
                </a:cubicBezTo>
                <a:cubicBezTo>
                  <a:pt x="50629" y="4452665"/>
                  <a:pt x="46629" y="4401419"/>
                  <a:pt x="46629" y="4349222"/>
                </a:cubicBezTo>
                <a:cubicBezTo>
                  <a:pt x="46629" y="4339695"/>
                  <a:pt x="49295" y="4329979"/>
                  <a:pt x="52153" y="4320837"/>
                </a:cubicBezTo>
                <a:cubicBezTo>
                  <a:pt x="69300" y="4267493"/>
                  <a:pt x="67776" y="4213961"/>
                  <a:pt x="57297" y="4159667"/>
                </a:cubicBezTo>
                <a:cubicBezTo>
                  <a:pt x="55011" y="4148427"/>
                  <a:pt x="54629" y="4135854"/>
                  <a:pt x="56915" y="4124614"/>
                </a:cubicBezTo>
                <a:cubicBezTo>
                  <a:pt x="63584" y="4092989"/>
                  <a:pt x="74634" y="4062318"/>
                  <a:pt x="79396" y="4030503"/>
                </a:cubicBezTo>
                <a:cubicBezTo>
                  <a:pt x="87206" y="3977925"/>
                  <a:pt x="60918" y="3932394"/>
                  <a:pt x="43771" y="3885338"/>
                </a:cubicBezTo>
                <a:cubicBezTo>
                  <a:pt x="31627" y="3851761"/>
                  <a:pt x="8016" y="3821935"/>
                  <a:pt x="426" y="3786777"/>
                </a:cubicBezTo>
                <a:lnTo>
                  <a:pt x="0" y="3773897"/>
                </a:lnTo>
                <a:lnTo>
                  <a:pt x="0" y="3393882"/>
                </a:lnTo>
                <a:lnTo>
                  <a:pt x="11838" y="3359516"/>
                </a:lnTo>
                <a:cubicBezTo>
                  <a:pt x="14434" y="3346205"/>
                  <a:pt x="14910" y="3332774"/>
                  <a:pt x="12910" y="3318771"/>
                </a:cubicBezTo>
                <a:cubicBezTo>
                  <a:pt x="12243" y="3314104"/>
                  <a:pt x="9909" y="3308770"/>
                  <a:pt x="6718" y="3304079"/>
                </a:cubicBezTo>
                <a:lnTo>
                  <a:pt x="0" y="3297657"/>
                </a:lnTo>
                <a:lnTo>
                  <a:pt x="0" y="3207867"/>
                </a:lnTo>
                <a:lnTo>
                  <a:pt x="15553" y="3186771"/>
                </a:lnTo>
                <a:cubicBezTo>
                  <a:pt x="28483" y="3162329"/>
                  <a:pt x="30484" y="3134647"/>
                  <a:pt x="36341" y="3107500"/>
                </a:cubicBezTo>
                <a:cubicBezTo>
                  <a:pt x="41105" y="3085403"/>
                  <a:pt x="41295" y="3064827"/>
                  <a:pt x="38057" y="3042728"/>
                </a:cubicBezTo>
                <a:cubicBezTo>
                  <a:pt x="30817" y="2994722"/>
                  <a:pt x="41105" y="2948047"/>
                  <a:pt x="54249" y="2901943"/>
                </a:cubicBezTo>
                <a:cubicBezTo>
                  <a:pt x="63012" y="2871462"/>
                  <a:pt x="68346" y="2840219"/>
                  <a:pt x="77300" y="2809930"/>
                </a:cubicBezTo>
                <a:cubicBezTo>
                  <a:pt x="84158" y="2787259"/>
                  <a:pt x="92351" y="2764590"/>
                  <a:pt x="103399" y="2743826"/>
                </a:cubicBezTo>
                <a:cubicBezTo>
                  <a:pt x="119594" y="2713723"/>
                  <a:pt x="143978" y="2687436"/>
                  <a:pt x="137500" y="2649143"/>
                </a:cubicBezTo>
                <a:cubicBezTo>
                  <a:pt x="131786" y="2615421"/>
                  <a:pt x="143786" y="2584942"/>
                  <a:pt x="155217" y="2554079"/>
                </a:cubicBezTo>
                <a:cubicBezTo>
                  <a:pt x="163599" y="2531409"/>
                  <a:pt x="172173" y="2508742"/>
                  <a:pt x="177507" y="2485307"/>
                </a:cubicBezTo>
                <a:cubicBezTo>
                  <a:pt x="183794" y="2457492"/>
                  <a:pt x="181126" y="2426059"/>
                  <a:pt x="192748" y="2401292"/>
                </a:cubicBezTo>
                <a:cubicBezTo>
                  <a:pt x="204940" y="2375383"/>
                  <a:pt x="196748" y="2353859"/>
                  <a:pt x="193318" y="2330806"/>
                </a:cubicBezTo>
                <a:cubicBezTo>
                  <a:pt x="187984" y="2294039"/>
                  <a:pt x="178077" y="2257459"/>
                  <a:pt x="190652" y="2220312"/>
                </a:cubicBezTo>
                <a:cubicBezTo>
                  <a:pt x="205892" y="2175163"/>
                  <a:pt x="222275" y="2130393"/>
                  <a:pt x="236753" y="2085054"/>
                </a:cubicBezTo>
                <a:cubicBezTo>
                  <a:pt x="242280" y="2067525"/>
                  <a:pt x="244566" y="2048668"/>
                  <a:pt x="247042" y="2030378"/>
                </a:cubicBezTo>
                <a:cubicBezTo>
                  <a:pt x="249138" y="2013043"/>
                  <a:pt x="243804" y="1992279"/>
                  <a:pt x="251804" y="1978940"/>
                </a:cubicBezTo>
                <a:cubicBezTo>
                  <a:pt x="272379" y="1944649"/>
                  <a:pt x="282475" y="1909408"/>
                  <a:pt x="282475" y="1869780"/>
                </a:cubicBezTo>
                <a:cubicBezTo>
                  <a:pt x="282475" y="1854920"/>
                  <a:pt x="291049" y="1840441"/>
                  <a:pt x="292573" y="1825393"/>
                </a:cubicBezTo>
                <a:cubicBezTo>
                  <a:pt x="294477" y="1804816"/>
                  <a:pt x="299622" y="1781194"/>
                  <a:pt x="292381" y="1763287"/>
                </a:cubicBezTo>
                <a:cubicBezTo>
                  <a:pt x="275237" y="1721185"/>
                  <a:pt x="289525" y="1687086"/>
                  <a:pt x="306480" y="1650317"/>
                </a:cubicBezTo>
                <a:cubicBezTo>
                  <a:pt x="323244" y="1614120"/>
                  <a:pt x="336579" y="1576019"/>
                  <a:pt x="347629" y="1537537"/>
                </a:cubicBezTo>
                <a:cubicBezTo>
                  <a:pt x="351629" y="1523059"/>
                  <a:pt x="344961" y="1505724"/>
                  <a:pt x="343629" y="1489720"/>
                </a:cubicBezTo>
                <a:cubicBezTo>
                  <a:pt x="343247" y="1484004"/>
                  <a:pt x="342675" y="1477717"/>
                  <a:pt x="344581" y="1472575"/>
                </a:cubicBezTo>
                <a:cubicBezTo>
                  <a:pt x="362870" y="1422854"/>
                  <a:pt x="376776" y="1372368"/>
                  <a:pt x="367252" y="1318456"/>
                </a:cubicBezTo>
                <a:cubicBezTo>
                  <a:pt x="366298" y="1313504"/>
                  <a:pt x="368394" y="1307978"/>
                  <a:pt x="369728" y="1303024"/>
                </a:cubicBezTo>
                <a:cubicBezTo>
                  <a:pt x="376586" y="1278829"/>
                  <a:pt x="387444" y="1255206"/>
                  <a:pt x="389921" y="1230633"/>
                </a:cubicBezTo>
                <a:cubicBezTo>
                  <a:pt x="396017" y="1170051"/>
                  <a:pt x="398495" y="1109091"/>
                  <a:pt x="402495" y="1048125"/>
                </a:cubicBezTo>
                <a:cubicBezTo>
                  <a:pt x="402685" y="1044315"/>
                  <a:pt x="402685" y="1040315"/>
                  <a:pt x="404019" y="1036887"/>
                </a:cubicBezTo>
                <a:cubicBezTo>
                  <a:pt x="412211" y="1014406"/>
                  <a:pt x="409543" y="994785"/>
                  <a:pt x="393923" y="975733"/>
                </a:cubicBezTo>
                <a:cubicBezTo>
                  <a:pt x="387064" y="967350"/>
                  <a:pt x="383444" y="955920"/>
                  <a:pt x="379634" y="945444"/>
                </a:cubicBezTo>
                <a:cubicBezTo>
                  <a:pt x="373918" y="930011"/>
                  <a:pt x="368394" y="914200"/>
                  <a:pt x="364774" y="898198"/>
                </a:cubicBezTo>
                <a:cubicBezTo>
                  <a:pt x="361346" y="882384"/>
                  <a:pt x="356583" y="865430"/>
                  <a:pt x="359250" y="850189"/>
                </a:cubicBezTo>
                <a:cubicBezTo>
                  <a:pt x="364012" y="822756"/>
                  <a:pt x="374680" y="796655"/>
                  <a:pt x="381730" y="769605"/>
                </a:cubicBezTo>
                <a:cubicBezTo>
                  <a:pt x="384206" y="760270"/>
                  <a:pt x="383824" y="749982"/>
                  <a:pt x="384016" y="740268"/>
                </a:cubicBezTo>
                <a:cubicBezTo>
                  <a:pt x="384586" y="717977"/>
                  <a:pt x="379062" y="695116"/>
                  <a:pt x="394875" y="674923"/>
                </a:cubicBezTo>
                <a:cubicBezTo>
                  <a:pt x="409733" y="656255"/>
                  <a:pt x="405353" y="637392"/>
                  <a:pt x="394113" y="617772"/>
                </a:cubicBezTo>
                <a:cubicBezTo>
                  <a:pt x="386110" y="603673"/>
                  <a:pt x="379824" y="587672"/>
                  <a:pt x="376776" y="571860"/>
                </a:cubicBezTo>
                <a:cubicBezTo>
                  <a:pt x="372586" y="550141"/>
                  <a:pt x="370870" y="528615"/>
                  <a:pt x="373348" y="505182"/>
                </a:cubicBezTo>
                <a:cubicBezTo>
                  <a:pt x="375062" y="488607"/>
                  <a:pt x="375824" y="475081"/>
                  <a:pt x="385920" y="462126"/>
                </a:cubicBezTo>
                <a:cubicBezTo>
                  <a:pt x="387444" y="460032"/>
                  <a:pt x="387826" y="456222"/>
                  <a:pt x="387634" y="453364"/>
                </a:cubicBezTo>
                <a:cubicBezTo>
                  <a:pt x="384396" y="415835"/>
                  <a:pt x="386110" y="378686"/>
                  <a:pt x="388399" y="340774"/>
                </a:cubicBezTo>
                <a:cubicBezTo>
                  <a:pt x="391445" y="292579"/>
                  <a:pt x="382492" y="241901"/>
                  <a:pt x="350487" y="200182"/>
                </a:cubicBezTo>
                <a:cubicBezTo>
                  <a:pt x="345723" y="194085"/>
                  <a:pt x="343629" y="184941"/>
                  <a:pt x="342485" y="176939"/>
                </a:cubicBezTo>
                <a:cubicBezTo>
                  <a:pt x="337533" y="139219"/>
                  <a:pt x="334103" y="101308"/>
                  <a:pt x="328579" y="63587"/>
                </a:cubicBezTo>
                <a:cubicBezTo>
                  <a:pt x="325530" y="43012"/>
                  <a:pt x="322862" y="21486"/>
                  <a:pt x="314480" y="2817"/>
                </a:cubicBezTo>
                <a:close/>
              </a:path>
            </a:pathLst>
          </a:custGeom>
          <a:effectLst>
            <a:outerShdw blurRad="381000" dist="152400" dir="10800000" algn="r" rotWithShape="0">
              <a:prstClr val="black">
                <a:alpha val="10000"/>
              </a:prstClr>
            </a:outerShdw>
          </a:effectLst>
        </p:spPr>
      </p:pic>
      <p:grpSp>
        <p:nvGrpSpPr>
          <p:cNvPr id="17" name="Group 16">
            <a:extLst>
              <a:ext uri="{FF2B5EF4-FFF2-40B4-BE49-F238E27FC236}">
                <a16:creationId xmlns:a16="http://schemas.microsoft.com/office/drawing/2014/main" id="{8B60959F-9B69-4520-A16E-EA6BECC747D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620000" y="-1"/>
            <a:ext cx="874716" cy="6858001"/>
            <a:chOff x="7620000" y="-1"/>
            <a:chExt cx="874716" cy="6858001"/>
          </a:xfrm>
        </p:grpSpPr>
        <p:sp>
          <p:nvSpPr>
            <p:cNvPr id="18" name="Freeform: Shape 17">
              <a:extLst>
                <a:ext uri="{FF2B5EF4-FFF2-40B4-BE49-F238E27FC236}">
                  <a16:creationId xmlns:a16="http://schemas.microsoft.com/office/drawing/2014/main" id="{18D5A6E8-CD1B-4796-ABD1-A6F27F6C0E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4628357" y="2991642"/>
              <a:ext cx="6858001" cy="874716"/>
            </a:xfrm>
            <a:custGeom>
              <a:avLst/>
              <a:gdLst>
                <a:gd name="connsiteX0" fmla="*/ 0 w 6858001"/>
                <a:gd name="connsiteY0" fmla="*/ 533314 h 874716"/>
                <a:gd name="connsiteX1" fmla="*/ 0 w 6858001"/>
                <a:gd name="connsiteY1" fmla="*/ 69206 h 874716"/>
                <a:gd name="connsiteX2" fmla="*/ 21486 w 6858001"/>
                <a:gd name="connsiteY2" fmla="*/ 71924 h 874716"/>
                <a:gd name="connsiteX3" fmla="*/ 228948 w 6858001"/>
                <a:gd name="connsiteY3" fmla="*/ 88116 h 874716"/>
                <a:gd name="connsiteX4" fmla="*/ 313533 w 6858001"/>
                <a:gd name="connsiteY4" fmla="*/ 62779 h 874716"/>
                <a:gd name="connsiteX5" fmla="*/ 338870 w 6858001"/>
                <a:gd name="connsiteY5" fmla="*/ 62207 h 874716"/>
                <a:gd name="connsiteX6" fmla="*/ 395640 w 6858001"/>
                <a:gd name="connsiteY6" fmla="*/ 72114 h 874716"/>
                <a:gd name="connsiteX7" fmla="*/ 512802 w 6858001"/>
                <a:gd name="connsiteY7" fmla="*/ 65446 h 874716"/>
                <a:gd name="connsiteX8" fmla="*/ 556047 w 6858001"/>
                <a:gd name="connsiteY8" fmla="*/ 55349 h 874716"/>
                <a:gd name="connsiteX9" fmla="*/ 580050 w 6858001"/>
                <a:gd name="connsiteY9" fmla="*/ 48871 h 874716"/>
                <a:gd name="connsiteX10" fmla="*/ 703308 w 6858001"/>
                <a:gd name="connsiteY10" fmla="*/ 30964 h 874716"/>
                <a:gd name="connsiteX11" fmla="*/ 758174 w 6858001"/>
                <a:gd name="connsiteY11" fmla="*/ 11724 h 874716"/>
                <a:gd name="connsiteX12" fmla="*/ 773035 w 6858001"/>
                <a:gd name="connsiteY12" fmla="*/ 8866 h 874716"/>
                <a:gd name="connsiteX13" fmla="*/ 854379 w 6858001"/>
                <a:gd name="connsiteY13" fmla="*/ 16866 h 874716"/>
                <a:gd name="connsiteX14" fmla="*/ 915343 w 6858001"/>
                <a:gd name="connsiteY14" fmla="*/ 47919 h 874716"/>
                <a:gd name="connsiteX15" fmla="*/ 927155 w 6858001"/>
                <a:gd name="connsiteY15" fmla="*/ 58397 h 874716"/>
                <a:gd name="connsiteX16" fmla="*/ 1097087 w 6858001"/>
                <a:gd name="connsiteY16" fmla="*/ 54777 h 874716"/>
                <a:gd name="connsiteX17" fmla="*/ 1123185 w 6858001"/>
                <a:gd name="connsiteY17" fmla="*/ 50395 h 874716"/>
                <a:gd name="connsiteX18" fmla="*/ 1249302 w 6858001"/>
                <a:gd name="connsiteY18" fmla="*/ 68684 h 874716"/>
                <a:gd name="connsiteX19" fmla="*/ 1286069 w 6858001"/>
                <a:gd name="connsiteY19" fmla="*/ 72304 h 874716"/>
                <a:gd name="connsiteX20" fmla="*/ 1417899 w 6858001"/>
                <a:gd name="connsiteY20" fmla="*/ 88688 h 874716"/>
                <a:gd name="connsiteX21" fmla="*/ 1436568 w 6858001"/>
                <a:gd name="connsiteY21" fmla="*/ 73448 h 874716"/>
                <a:gd name="connsiteX22" fmla="*/ 1490292 w 6858001"/>
                <a:gd name="connsiteY22" fmla="*/ 35154 h 874716"/>
                <a:gd name="connsiteX23" fmla="*/ 1596213 w 6858001"/>
                <a:gd name="connsiteY23" fmla="*/ 1245 h 874716"/>
                <a:gd name="connsiteX24" fmla="*/ 1624980 w 6858001"/>
                <a:gd name="connsiteY24" fmla="*/ 3150 h 874716"/>
                <a:gd name="connsiteX25" fmla="*/ 1697753 w 6858001"/>
                <a:gd name="connsiteY25" fmla="*/ 59731 h 874716"/>
                <a:gd name="connsiteX26" fmla="*/ 1733188 w 6858001"/>
                <a:gd name="connsiteY26" fmla="*/ 82400 h 874716"/>
                <a:gd name="connsiteX27" fmla="*/ 1833775 w 6858001"/>
                <a:gd name="connsiteY27" fmla="*/ 124121 h 874716"/>
                <a:gd name="connsiteX28" fmla="*/ 1842158 w 6858001"/>
                <a:gd name="connsiteY28" fmla="*/ 131742 h 874716"/>
                <a:gd name="connsiteX29" fmla="*/ 1916454 w 6858001"/>
                <a:gd name="connsiteY29" fmla="*/ 222233 h 874716"/>
                <a:gd name="connsiteX30" fmla="*/ 1933219 w 6858001"/>
                <a:gd name="connsiteY30" fmla="*/ 237663 h 874716"/>
                <a:gd name="connsiteX31" fmla="*/ 1953413 w 6858001"/>
                <a:gd name="connsiteY31" fmla="*/ 261668 h 874716"/>
                <a:gd name="connsiteX32" fmla="*/ 2016469 w 6858001"/>
                <a:gd name="connsiteY32" fmla="*/ 308151 h 874716"/>
                <a:gd name="connsiteX33" fmla="*/ 2094578 w 6858001"/>
                <a:gd name="connsiteY33" fmla="*/ 323010 h 874716"/>
                <a:gd name="connsiteX34" fmla="*/ 2188879 w 6858001"/>
                <a:gd name="connsiteY34" fmla="*/ 345681 h 874716"/>
                <a:gd name="connsiteX35" fmla="*/ 2228314 w 6858001"/>
                <a:gd name="connsiteY35" fmla="*/ 360921 h 874716"/>
                <a:gd name="connsiteX36" fmla="*/ 2334044 w 6858001"/>
                <a:gd name="connsiteY36" fmla="*/ 389878 h 874716"/>
                <a:gd name="connsiteX37" fmla="*/ 2409485 w 6858001"/>
                <a:gd name="connsiteY37" fmla="*/ 414263 h 874716"/>
                <a:gd name="connsiteX38" fmla="*/ 2518264 w 6858001"/>
                <a:gd name="connsiteY38" fmla="*/ 428552 h 874716"/>
                <a:gd name="connsiteX39" fmla="*/ 2571034 w 6858001"/>
                <a:gd name="connsiteY39" fmla="*/ 429122 h 874716"/>
                <a:gd name="connsiteX40" fmla="*/ 2668001 w 6858001"/>
                <a:gd name="connsiteY40" fmla="*/ 502276 h 874716"/>
                <a:gd name="connsiteX41" fmla="*/ 2745348 w 6858001"/>
                <a:gd name="connsiteY41" fmla="*/ 550666 h 874716"/>
                <a:gd name="connsiteX42" fmla="*/ 2826694 w 6858001"/>
                <a:gd name="connsiteY42" fmla="*/ 527233 h 874716"/>
                <a:gd name="connsiteX43" fmla="*/ 2848793 w 6858001"/>
                <a:gd name="connsiteY43" fmla="*/ 505134 h 874716"/>
                <a:gd name="connsiteX44" fmla="*/ 2982148 w 6858001"/>
                <a:gd name="connsiteY44" fmla="*/ 484179 h 874716"/>
                <a:gd name="connsiteX45" fmla="*/ 3172654 w 6858001"/>
                <a:gd name="connsiteY45" fmla="*/ 483417 h 874716"/>
                <a:gd name="connsiteX46" fmla="*/ 3489467 w 6858001"/>
                <a:gd name="connsiteY46" fmla="*/ 435790 h 874716"/>
                <a:gd name="connsiteX47" fmla="*/ 3544713 w 6858001"/>
                <a:gd name="connsiteY47" fmla="*/ 413691 h 874716"/>
                <a:gd name="connsiteX48" fmla="*/ 3606817 w 6858001"/>
                <a:gd name="connsiteY48" fmla="*/ 408167 h 874716"/>
                <a:gd name="connsiteX49" fmla="*/ 3630632 w 6858001"/>
                <a:gd name="connsiteY49" fmla="*/ 421693 h 874716"/>
                <a:gd name="connsiteX50" fmla="*/ 3734837 w 6858001"/>
                <a:gd name="connsiteY50" fmla="*/ 441886 h 874716"/>
                <a:gd name="connsiteX51" fmla="*/ 3754652 w 6858001"/>
                <a:gd name="connsiteY51" fmla="*/ 442268 h 874716"/>
                <a:gd name="connsiteX52" fmla="*/ 3822472 w 6858001"/>
                <a:gd name="connsiteY52" fmla="*/ 433694 h 874716"/>
                <a:gd name="connsiteX53" fmla="*/ 3885338 w 6858001"/>
                <a:gd name="connsiteY53" fmla="*/ 428742 h 874716"/>
                <a:gd name="connsiteX54" fmla="*/ 4043839 w 6858001"/>
                <a:gd name="connsiteY54" fmla="*/ 444934 h 874716"/>
                <a:gd name="connsiteX55" fmla="*/ 4165383 w 6858001"/>
                <a:gd name="connsiteY55" fmla="*/ 441124 h 874716"/>
                <a:gd name="connsiteX56" fmla="*/ 4221391 w 6858001"/>
                <a:gd name="connsiteY56" fmla="*/ 444934 h 874716"/>
                <a:gd name="connsiteX57" fmla="*/ 4253014 w 6858001"/>
                <a:gd name="connsiteY57" fmla="*/ 450650 h 874716"/>
                <a:gd name="connsiteX58" fmla="*/ 4324645 w 6858001"/>
                <a:gd name="connsiteY58" fmla="*/ 490466 h 874716"/>
                <a:gd name="connsiteX59" fmla="*/ 4363890 w 6858001"/>
                <a:gd name="connsiteY59" fmla="*/ 499420 h 874716"/>
                <a:gd name="connsiteX60" fmla="*/ 4482004 w 6858001"/>
                <a:gd name="connsiteY60" fmla="*/ 498658 h 874716"/>
                <a:gd name="connsiteX61" fmla="*/ 4659174 w 6858001"/>
                <a:gd name="connsiteY61" fmla="*/ 438648 h 874716"/>
                <a:gd name="connsiteX62" fmla="*/ 4677655 w 6858001"/>
                <a:gd name="connsiteY62" fmla="*/ 430646 h 874716"/>
                <a:gd name="connsiteX63" fmla="*/ 4767764 w 6858001"/>
                <a:gd name="connsiteY63" fmla="*/ 420739 h 874716"/>
                <a:gd name="connsiteX64" fmla="*/ 4828916 w 6858001"/>
                <a:gd name="connsiteY64" fmla="*/ 434266 h 874716"/>
                <a:gd name="connsiteX65" fmla="*/ 4912168 w 6858001"/>
                <a:gd name="connsiteY65" fmla="*/ 462271 h 874716"/>
                <a:gd name="connsiteX66" fmla="*/ 4987037 w 6858001"/>
                <a:gd name="connsiteY66" fmla="*/ 485703 h 874716"/>
                <a:gd name="connsiteX67" fmla="*/ 5041521 w 6858001"/>
                <a:gd name="connsiteY67" fmla="*/ 512182 h 874716"/>
                <a:gd name="connsiteX68" fmla="*/ 5166113 w 6858001"/>
                <a:gd name="connsiteY68" fmla="*/ 531615 h 874716"/>
                <a:gd name="connsiteX69" fmla="*/ 5179067 w 6858001"/>
                <a:gd name="connsiteY69" fmla="*/ 534853 h 874716"/>
                <a:gd name="connsiteX70" fmla="*/ 5272796 w 6858001"/>
                <a:gd name="connsiteY70" fmla="*/ 511230 h 874716"/>
                <a:gd name="connsiteX71" fmla="*/ 5385384 w 6858001"/>
                <a:gd name="connsiteY71" fmla="*/ 487227 h 874716"/>
                <a:gd name="connsiteX72" fmla="*/ 5425582 w 6858001"/>
                <a:gd name="connsiteY72" fmla="*/ 495418 h 874716"/>
                <a:gd name="connsiteX73" fmla="*/ 5480637 w 6858001"/>
                <a:gd name="connsiteY73" fmla="*/ 507040 h 874716"/>
                <a:gd name="connsiteX74" fmla="*/ 5531693 w 6858001"/>
                <a:gd name="connsiteY74" fmla="*/ 500944 h 874716"/>
                <a:gd name="connsiteX75" fmla="*/ 5562746 w 6858001"/>
                <a:gd name="connsiteY75" fmla="*/ 500372 h 874716"/>
                <a:gd name="connsiteX76" fmla="*/ 5704483 w 6858001"/>
                <a:gd name="connsiteY76" fmla="*/ 571620 h 874716"/>
                <a:gd name="connsiteX77" fmla="*/ 5740488 w 6858001"/>
                <a:gd name="connsiteY77" fmla="*/ 577526 h 874716"/>
                <a:gd name="connsiteX78" fmla="*/ 5760873 w 6858001"/>
                <a:gd name="connsiteY78" fmla="*/ 586291 h 874716"/>
                <a:gd name="connsiteX79" fmla="*/ 5883751 w 6858001"/>
                <a:gd name="connsiteY79" fmla="*/ 674686 h 874716"/>
                <a:gd name="connsiteX80" fmla="*/ 5935949 w 6858001"/>
                <a:gd name="connsiteY80" fmla="*/ 692592 h 874716"/>
                <a:gd name="connsiteX81" fmla="*/ 5993291 w 6858001"/>
                <a:gd name="connsiteY81" fmla="*/ 688972 h 874716"/>
                <a:gd name="connsiteX82" fmla="*/ 6026440 w 6858001"/>
                <a:gd name="connsiteY82" fmla="*/ 682496 h 874716"/>
                <a:gd name="connsiteX83" fmla="*/ 6108738 w 6858001"/>
                <a:gd name="connsiteY83" fmla="*/ 626296 h 874716"/>
                <a:gd name="connsiteX84" fmla="*/ 6155602 w 6858001"/>
                <a:gd name="connsiteY84" fmla="*/ 628202 h 874716"/>
                <a:gd name="connsiteX85" fmla="*/ 6228756 w 6858001"/>
                <a:gd name="connsiteY85" fmla="*/ 666873 h 874716"/>
                <a:gd name="connsiteX86" fmla="*/ 6361539 w 6858001"/>
                <a:gd name="connsiteY86" fmla="*/ 684210 h 874716"/>
                <a:gd name="connsiteX87" fmla="*/ 6428979 w 6858001"/>
                <a:gd name="connsiteY87" fmla="*/ 630106 h 874716"/>
                <a:gd name="connsiteX88" fmla="*/ 6463840 w 6858001"/>
                <a:gd name="connsiteY88" fmla="*/ 578098 h 874716"/>
                <a:gd name="connsiteX89" fmla="*/ 6564620 w 6858001"/>
                <a:gd name="connsiteY89" fmla="*/ 517708 h 874716"/>
                <a:gd name="connsiteX90" fmla="*/ 6588625 w 6858001"/>
                <a:gd name="connsiteY90" fmla="*/ 540187 h 874716"/>
                <a:gd name="connsiteX91" fmla="*/ 6662541 w 6858001"/>
                <a:gd name="connsiteY91" fmla="*/ 549714 h 874716"/>
                <a:gd name="connsiteX92" fmla="*/ 6742552 w 6858001"/>
                <a:gd name="connsiteY92" fmla="*/ 548952 h 874716"/>
                <a:gd name="connsiteX93" fmla="*/ 6812063 w 6858001"/>
                <a:gd name="connsiteY93" fmla="*/ 568430 h 874716"/>
                <a:gd name="connsiteX94" fmla="*/ 6858001 w 6858001"/>
                <a:gd name="connsiteY94" fmla="*/ 562267 h 874716"/>
                <a:gd name="connsiteX95" fmla="*/ 6858001 w 6858001"/>
                <a:gd name="connsiteY95" fmla="*/ 734520 h 874716"/>
                <a:gd name="connsiteX96" fmla="*/ 6815516 w 6858001"/>
                <a:gd name="connsiteY96" fmla="*/ 744220 h 874716"/>
                <a:gd name="connsiteX97" fmla="*/ 6748458 w 6858001"/>
                <a:gd name="connsiteY97" fmla="*/ 763271 h 874716"/>
                <a:gd name="connsiteX98" fmla="*/ 6584812 w 6858001"/>
                <a:gd name="connsiteY98" fmla="*/ 784797 h 874716"/>
                <a:gd name="connsiteX99" fmla="*/ 6415833 w 6858001"/>
                <a:gd name="connsiteY99" fmla="*/ 805562 h 874716"/>
                <a:gd name="connsiteX100" fmla="*/ 6323058 w 6858001"/>
                <a:gd name="connsiteY100" fmla="*/ 812420 h 874716"/>
                <a:gd name="connsiteX101" fmla="*/ 6242093 w 6858001"/>
                <a:gd name="connsiteY101" fmla="*/ 823281 h 874716"/>
                <a:gd name="connsiteX102" fmla="*/ 6171605 w 6858001"/>
                <a:gd name="connsiteY102" fmla="*/ 830139 h 874716"/>
                <a:gd name="connsiteX103" fmla="*/ 6059397 w 6858001"/>
                <a:gd name="connsiteY103" fmla="*/ 844045 h 874716"/>
                <a:gd name="connsiteX104" fmla="*/ 6012723 w 6858001"/>
                <a:gd name="connsiteY104" fmla="*/ 847665 h 874716"/>
                <a:gd name="connsiteX105" fmla="*/ 5902610 w 6858001"/>
                <a:gd name="connsiteY105" fmla="*/ 847473 h 874716"/>
                <a:gd name="connsiteX106" fmla="*/ 5864318 w 6858001"/>
                <a:gd name="connsiteY106" fmla="*/ 845569 h 874716"/>
                <a:gd name="connsiteX107" fmla="*/ 5790592 w 6858001"/>
                <a:gd name="connsiteY107" fmla="*/ 821947 h 874716"/>
                <a:gd name="connsiteX108" fmla="*/ 5781830 w 6858001"/>
                <a:gd name="connsiteY108" fmla="*/ 820233 h 874716"/>
                <a:gd name="connsiteX109" fmla="*/ 5733440 w 6858001"/>
                <a:gd name="connsiteY109" fmla="*/ 810896 h 874716"/>
                <a:gd name="connsiteX110" fmla="*/ 5706959 w 6858001"/>
                <a:gd name="connsiteY110" fmla="*/ 807848 h 874716"/>
                <a:gd name="connsiteX111" fmla="*/ 5606372 w 6858001"/>
                <a:gd name="connsiteY111" fmla="*/ 788417 h 874716"/>
                <a:gd name="connsiteX112" fmla="*/ 5548460 w 6858001"/>
                <a:gd name="connsiteY112" fmla="*/ 779273 h 874716"/>
                <a:gd name="connsiteX113" fmla="*/ 5501594 w 6858001"/>
                <a:gd name="connsiteY113" fmla="*/ 780607 h 874716"/>
                <a:gd name="connsiteX114" fmla="*/ 5419295 w 6858001"/>
                <a:gd name="connsiteY114" fmla="*/ 782321 h 874716"/>
                <a:gd name="connsiteX115" fmla="*/ 5393005 w 6858001"/>
                <a:gd name="connsiteY115" fmla="*/ 786703 h 874716"/>
                <a:gd name="connsiteX116" fmla="*/ 5274129 w 6858001"/>
                <a:gd name="connsiteY116" fmla="*/ 774129 h 874716"/>
                <a:gd name="connsiteX117" fmla="*/ 5206308 w 6858001"/>
                <a:gd name="connsiteY117" fmla="*/ 773177 h 874716"/>
                <a:gd name="connsiteX118" fmla="*/ 5129916 w 6858001"/>
                <a:gd name="connsiteY118" fmla="*/ 757554 h 874716"/>
                <a:gd name="connsiteX119" fmla="*/ 5107627 w 6858001"/>
                <a:gd name="connsiteY119" fmla="*/ 758316 h 874716"/>
                <a:gd name="connsiteX120" fmla="*/ 5082670 w 6858001"/>
                <a:gd name="connsiteY120" fmla="*/ 759651 h 874716"/>
                <a:gd name="connsiteX121" fmla="*/ 5006086 w 6858001"/>
                <a:gd name="connsiteY121" fmla="*/ 760795 h 874716"/>
                <a:gd name="connsiteX122" fmla="*/ 4959602 w 6858001"/>
                <a:gd name="connsiteY122" fmla="*/ 766509 h 874716"/>
                <a:gd name="connsiteX123" fmla="*/ 4871019 w 6858001"/>
                <a:gd name="connsiteY123" fmla="*/ 763081 h 874716"/>
                <a:gd name="connsiteX124" fmla="*/ 4838250 w 6858001"/>
                <a:gd name="connsiteY124" fmla="*/ 768033 h 874716"/>
                <a:gd name="connsiteX125" fmla="*/ 4755381 w 6858001"/>
                <a:gd name="connsiteY125" fmla="*/ 768605 h 874716"/>
                <a:gd name="connsiteX126" fmla="*/ 4681083 w 6858001"/>
                <a:gd name="connsiteY126" fmla="*/ 765747 h 874716"/>
                <a:gd name="connsiteX127" fmla="*/ 4609452 w 6858001"/>
                <a:gd name="connsiteY127" fmla="*/ 767271 h 874716"/>
                <a:gd name="connsiteX128" fmla="*/ 4558207 w 6858001"/>
                <a:gd name="connsiteY128" fmla="*/ 773557 h 874716"/>
                <a:gd name="connsiteX129" fmla="*/ 4502579 w 6858001"/>
                <a:gd name="connsiteY129" fmla="*/ 777367 h 874716"/>
                <a:gd name="connsiteX130" fmla="*/ 4349222 w 6858001"/>
                <a:gd name="connsiteY130" fmla="*/ 800038 h 874716"/>
                <a:gd name="connsiteX131" fmla="*/ 4320837 w 6858001"/>
                <a:gd name="connsiteY131" fmla="*/ 794514 h 874716"/>
                <a:gd name="connsiteX132" fmla="*/ 4159667 w 6858001"/>
                <a:gd name="connsiteY132" fmla="*/ 789370 h 874716"/>
                <a:gd name="connsiteX133" fmla="*/ 4124614 w 6858001"/>
                <a:gd name="connsiteY133" fmla="*/ 789752 h 874716"/>
                <a:gd name="connsiteX134" fmla="*/ 4030503 w 6858001"/>
                <a:gd name="connsiteY134" fmla="*/ 767271 h 874716"/>
                <a:gd name="connsiteX135" fmla="*/ 3885338 w 6858001"/>
                <a:gd name="connsiteY135" fmla="*/ 802896 h 874716"/>
                <a:gd name="connsiteX136" fmla="*/ 3749506 w 6858001"/>
                <a:gd name="connsiteY136" fmla="*/ 847473 h 874716"/>
                <a:gd name="connsiteX137" fmla="*/ 3732361 w 6858001"/>
                <a:gd name="connsiteY137" fmla="*/ 853190 h 874716"/>
                <a:gd name="connsiteX138" fmla="*/ 3683591 w 6858001"/>
                <a:gd name="connsiteY138" fmla="*/ 862906 h 874716"/>
                <a:gd name="connsiteX139" fmla="*/ 3623201 w 6858001"/>
                <a:gd name="connsiteY139" fmla="*/ 866334 h 874716"/>
                <a:gd name="connsiteX140" fmla="*/ 3546617 w 6858001"/>
                <a:gd name="connsiteY140" fmla="*/ 874716 h 874716"/>
                <a:gd name="connsiteX141" fmla="*/ 3485275 w 6858001"/>
                <a:gd name="connsiteY141" fmla="*/ 864238 h 874716"/>
                <a:gd name="connsiteX142" fmla="*/ 3399546 w 6858001"/>
                <a:gd name="connsiteY142" fmla="*/ 848618 h 874716"/>
                <a:gd name="connsiteX143" fmla="*/ 3318771 w 6858001"/>
                <a:gd name="connsiteY143" fmla="*/ 833757 h 874716"/>
                <a:gd name="connsiteX144" fmla="*/ 3293244 w 6858001"/>
                <a:gd name="connsiteY144" fmla="*/ 851284 h 874716"/>
                <a:gd name="connsiteX145" fmla="*/ 3253809 w 6858001"/>
                <a:gd name="connsiteY145" fmla="*/ 866524 h 874716"/>
                <a:gd name="connsiteX146" fmla="*/ 3209993 w 6858001"/>
                <a:gd name="connsiteY146" fmla="*/ 848235 h 874716"/>
                <a:gd name="connsiteX147" fmla="*/ 3107500 w 6858001"/>
                <a:gd name="connsiteY147" fmla="*/ 810326 h 874716"/>
                <a:gd name="connsiteX148" fmla="*/ 3042728 w 6858001"/>
                <a:gd name="connsiteY148" fmla="*/ 808610 h 874716"/>
                <a:gd name="connsiteX149" fmla="*/ 2901943 w 6858001"/>
                <a:gd name="connsiteY149" fmla="*/ 792418 h 874716"/>
                <a:gd name="connsiteX150" fmla="*/ 2809930 w 6858001"/>
                <a:gd name="connsiteY150" fmla="*/ 769367 h 874716"/>
                <a:gd name="connsiteX151" fmla="*/ 2743826 w 6858001"/>
                <a:gd name="connsiteY151" fmla="*/ 743268 h 874716"/>
                <a:gd name="connsiteX152" fmla="*/ 2649143 w 6858001"/>
                <a:gd name="connsiteY152" fmla="*/ 709167 h 874716"/>
                <a:gd name="connsiteX153" fmla="*/ 2554079 w 6858001"/>
                <a:gd name="connsiteY153" fmla="*/ 691450 h 874716"/>
                <a:gd name="connsiteX154" fmla="*/ 2485307 w 6858001"/>
                <a:gd name="connsiteY154" fmla="*/ 669160 h 874716"/>
                <a:gd name="connsiteX155" fmla="*/ 2401292 w 6858001"/>
                <a:gd name="connsiteY155" fmla="*/ 653919 h 874716"/>
                <a:gd name="connsiteX156" fmla="*/ 2330806 w 6858001"/>
                <a:gd name="connsiteY156" fmla="*/ 653349 h 874716"/>
                <a:gd name="connsiteX157" fmla="*/ 2220312 w 6858001"/>
                <a:gd name="connsiteY157" fmla="*/ 656015 h 874716"/>
                <a:gd name="connsiteX158" fmla="*/ 2085054 w 6858001"/>
                <a:gd name="connsiteY158" fmla="*/ 609914 h 874716"/>
                <a:gd name="connsiteX159" fmla="*/ 2030378 w 6858001"/>
                <a:gd name="connsiteY159" fmla="*/ 599625 h 874716"/>
                <a:gd name="connsiteX160" fmla="*/ 1978940 w 6858001"/>
                <a:gd name="connsiteY160" fmla="*/ 594863 h 874716"/>
                <a:gd name="connsiteX161" fmla="*/ 1869780 w 6858001"/>
                <a:gd name="connsiteY161" fmla="*/ 564192 h 874716"/>
                <a:gd name="connsiteX162" fmla="*/ 1825393 w 6858001"/>
                <a:gd name="connsiteY162" fmla="*/ 554094 h 874716"/>
                <a:gd name="connsiteX163" fmla="*/ 1763287 w 6858001"/>
                <a:gd name="connsiteY163" fmla="*/ 554286 h 874716"/>
                <a:gd name="connsiteX164" fmla="*/ 1650317 w 6858001"/>
                <a:gd name="connsiteY164" fmla="*/ 540187 h 874716"/>
                <a:gd name="connsiteX165" fmla="*/ 1537537 w 6858001"/>
                <a:gd name="connsiteY165" fmla="*/ 499038 h 874716"/>
                <a:gd name="connsiteX166" fmla="*/ 1489720 w 6858001"/>
                <a:gd name="connsiteY166" fmla="*/ 503038 h 874716"/>
                <a:gd name="connsiteX167" fmla="*/ 1472575 w 6858001"/>
                <a:gd name="connsiteY167" fmla="*/ 502086 h 874716"/>
                <a:gd name="connsiteX168" fmla="*/ 1318456 w 6858001"/>
                <a:gd name="connsiteY168" fmla="*/ 479415 h 874716"/>
                <a:gd name="connsiteX169" fmla="*/ 1303024 w 6858001"/>
                <a:gd name="connsiteY169" fmla="*/ 476939 h 874716"/>
                <a:gd name="connsiteX170" fmla="*/ 1230633 w 6858001"/>
                <a:gd name="connsiteY170" fmla="*/ 456746 h 874716"/>
                <a:gd name="connsiteX171" fmla="*/ 1048125 w 6858001"/>
                <a:gd name="connsiteY171" fmla="*/ 444172 h 874716"/>
                <a:gd name="connsiteX172" fmla="*/ 1036887 w 6858001"/>
                <a:gd name="connsiteY172" fmla="*/ 442648 h 874716"/>
                <a:gd name="connsiteX173" fmla="*/ 975733 w 6858001"/>
                <a:gd name="connsiteY173" fmla="*/ 452744 h 874716"/>
                <a:gd name="connsiteX174" fmla="*/ 945444 w 6858001"/>
                <a:gd name="connsiteY174" fmla="*/ 467033 h 874716"/>
                <a:gd name="connsiteX175" fmla="*/ 898198 w 6858001"/>
                <a:gd name="connsiteY175" fmla="*/ 481893 h 874716"/>
                <a:gd name="connsiteX176" fmla="*/ 850189 w 6858001"/>
                <a:gd name="connsiteY176" fmla="*/ 487417 h 874716"/>
                <a:gd name="connsiteX177" fmla="*/ 769605 w 6858001"/>
                <a:gd name="connsiteY177" fmla="*/ 464937 h 874716"/>
                <a:gd name="connsiteX178" fmla="*/ 740268 w 6858001"/>
                <a:gd name="connsiteY178" fmla="*/ 462651 h 874716"/>
                <a:gd name="connsiteX179" fmla="*/ 674923 w 6858001"/>
                <a:gd name="connsiteY179" fmla="*/ 451792 h 874716"/>
                <a:gd name="connsiteX180" fmla="*/ 617772 w 6858001"/>
                <a:gd name="connsiteY180" fmla="*/ 452554 h 874716"/>
                <a:gd name="connsiteX181" fmla="*/ 571860 w 6858001"/>
                <a:gd name="connsiteY181" fmla="*/ 469891 h 874716"/>
                <a:gd name="connsiteX182" fmla="*/ 505182 w 6858001"/>
                <a:gd name="connsiteY182" fmla="*/ 473319 h 874716"/>
                <a:gd name="connsiteX183" fmla="*/ 462126 w 6858001"/>
                <a:gd name="connsiteY183" fmla="*/ 460747 h 874716"/>
                <a:gd name="connsiteX184" fmla="*/ 453364 w 6858001"/>
                <a:gd name="connsiteY184" fmla="*/ 459033 h 874716"/>
                <a:gd name="connsiteX185" fmla="*/ 340774 w 6858001"/>
                <a:gd name="connsiteY185" fmla="*/ 458268 h 874716"/>
                <a:gd name="connsiteX186" fmla="*/ 200182 w 6858001"/>
                <a:gd name="connsiteY186" fmla="*/ 496180 h 874716"/>
                <a:gd name="connsiteX187" fmla="*/ 176939 w 6858001"/>
                <a:gd name="connsiteY187" fmla="*/ 504182 h 874716"/>
                <a:gd name="connsiteX188" fmla="*/ 63587 w 6858001"/>
                <a:gd name="connsiteY188" fmla="*/ 518088 h 874716"/>
                <a:gd name="connsiteX189" fmla="*/ 2817 w 6858001"/>
                <a:gd name="connsiteY189" fmla="*/ 532187 h 874716"/>
                <a:gd name="connsiteX190" fmla="*/ 0 w 6858001"/>
                <a:gd name="connsiteY190" fmla="*/ 533314 h 874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Lst>
              <a:rect l="l" t="t" r="r" b="b"/>
              <a:pathLst>
                <a:path w="6858001" h="874716">
                  <a:moveTo>
                    <a:pt x="0" y="533314"/>
                  </a:moveTo>
                  <a:lnTo>
                    <a:pt x="0" y="69206"/>
                  </a:lnTo>
                  <a:lnTo>
                    <a:pt x="21486" y="71924"/>
                  </a:lnTo>
                  <a:cubicBezTo>
                    <a:pt x="92546" y="60493"/>
                    <a:pt x="159604" y="87354"/>
                    <a:pt x="228948" y="88116"/>
                  </a:cubicBezTo>
                  <a:cubicBezTo>
                    <a:pt x="260382" y="88496"/>
                    <a:pt x="291435" y="94592"/>
                    <a:pt x="313533" y="62779"/>
                  </a:cubicBezTo>
                  <a:cubicBezTo>
                    <a:pt x="316389" y="58587"/>
                    <a:pt x="330298" y="60873"/>
                    <a:pt x="338870" y="62207"/>
                  </a:cubicBezTo>
                  <a:cubicBezTo>
                    <a:pt x="357921" y="65066"/>
                    <a:pt x="376781" y="72304"/>
                    <a:pt x="395640" y="72114"/>
                  </a:cubicBezTo>
                  <a:cubicBezTo>
                    <a:pt x="434695" y="71924"/>
                    <a:pt x="473939" y="68876"/>
                    <a:pt x="512802" y="65446"/>
                  </a:cubicBezTo>
                  <a:cubicBezTo>
                    <a:pt x="527470" y="64112"/>
                    <a:pt x="541569" y="58969"/>
                    <a:pt x="556047" y="55349"/>
                  </a:cubicBezTo>
                  <a:cubicBezTo>
                    <a:pt x="564048" y="53253"/>
                    <a:pt x="572622" y="47729"/>
                    <a:pt x="580050" y="48871"/>
                  </a:cubicBezTo>
                  <a:cubicBezTo>
                    <a:pt x="623106" y="55539"/>
                    <a:pt x="662541" y="39157"/>
                    <a:pt x="703308" y="30964"/>
                  </a:cubicBezTo>
                  <a:cubicBezTo>
                    <a:pt x="722169" y="27154"/>
                    <a:pt x="739886" y="18010"/>
                    <a:pt x="758174" y="11724"/>
                  </a:cubicBezTo>
                  <a:cubicBezTo>
                    <a:pt x="762936" y="10008"/>
                    <a:pt x="768271" y="8484"/>
                    <a:pt x="773035" y="8866"/>
                  </a:cubicBezTo>
                  <a:cubicBezTo>
                    <a:pt x="800276" y="11152"/>
                    <a:pt x="827329" y="14390"/>
                    <a:pt x="854379" y="16866"/>
                  </a:cubicBezTo>
                  <a:cubicBezTo>
                    <a:pt x="878956" y="19152"/>
                    <a:pt x="903722" y="19914"/>
                    <a:pt x="915343" y="47919"/>
                  </a:cubicBezTo>
                  <a:cubicBezTo>
                    <a:pt x="917059" y="52301"/>
                    <a:pt x="922773" y="55539"/>
                    <a:pt x="927155" y="58397"/>
                  </a:cubicBezTo>
                  <a:cubicBezTo>
                    <a:pt x="994785" y="102405"/>
                    <a:pt x="1030980" y="101261"/>
                    <a:pt x="1097087" y="54777"/>
                  </a:cubicBezTo>
                  <a:cubicBezTo>
                    <a:pt x="1103945" y="50015"/>
                    <a:pt x="1118613" y="46585"/>
                    <a:pt x="1123185" y="50395"/>
                  </a:cubicBezTo>
                  <a:cubicBezTo>
                    <a:pt x="1162049" y="82020"/>
                    <a:pt x="1204532" y="78590"/>
                    <a:pt x="1249302" y="68684"/>
                  </a:cubicBezTo>
                  <a:cubicBezTo>
                    <a:pt x="1260922" y="66018"/>
                    <a:pt x="1277307" y="66018"/>
                    <a:pt x="1286069" y="72304"/>
                  </a:cubicBezTo>
                  <a:cubicBezTo>
                    <a:pt x="1327790" y="101451"/>
                    <a:pt x="1372560" y="97261"/>
                    <a:pt x="1417899" y="88688"/>
                  </a:cubicBezTo>
                  <a:cubicBezTo>
                    <a:pt x="1424948" y="87354"/>
                    <a:pt x="1433522" y="80114"/>
                    <a:pt x="1436568" y="73448"/>
                  </a:cubicBezTo>
                  <a:cubicBezTo>
                    <a:pt x="1447428" y="49825"/>
                    <a:pt x="1467813" y="41823"/>
                    <a:pt x="1490292" y="35154"/>
                  </a:cubicBezTo>
                  <a:cubicBezTo>
                    <a:pt x="1525727" y="24296"/>
                    <a:pt x="1560588" y="11532"/>
                    <a:pt x="1596213" y="1245"/>
                  </a:cubicBezTo>
                  <a:cubicBezTo>
                    <a:pt x="1604978" y="-1231"/>
                    <a:pt x="1615836" y="293"/>
                    <a:pt x="1624980" y="3150"/>
                  </a:cubicBezTo>
                  <a:cubicBezTo>
                    <a:pt x="1656223" y="12866"/>
                    <a:pt x="1676036" y="37251"/>
                    <a:pt x="1697753" y="59731"/>
                  </a:cubicBezTo>
                  <a:cubicBezTo>
                    <a:pt x="1707279" y="69638"/>
                    <a:pt x="1720423" y="76686"/>
                    <a:pt x="1733188" y="82400"/>
                  </a:cubicBezTo>
                  <a:cubicBezTo>
                    <a:pt x="1766335" y="97071"/>
                    <a:pt x="1800246" y="110215"/>
                    <a:pt x="1833775" y="124121"/>
                  </a:cubicBezTo>
                  <a:cubicBezTo>
                    <a:pt x="1837013" y="125455"/>
                    <a:pt x="1839679" y="128884"/>
                    <a:pt x="1842158" y="131742"/>
                  </a:cubicBezTo>
                  <a:cubicBezTo>
                    <a:pt x="1866922" y="161843"/>
                    <a:pt x="1891497" y="192132"/>
                    <a:pt x="1916454" y="222233"/>
                  </a:cubicBezTo>
                  <a:cubicBezTo>
                    <a:pt x="1921216" y="227947"/>
                    <a:pt x="1928076" y="232139"/>
                    <a:pt x="1933219" y="237663"/>
                  </a:cubicBezTo>
                  <a:cubicBezTo>
                    <a:pt x="1940459" y="245283"/>
                    <a:pt x="1949603" y="252524"/>
                    <a:pt x="1953413" y="261668"/>
                  </a:cubicBezTo>
                  <a:cubicBezTo>
                    <a:pt x="1965224" y="290433"/>
                    <a:pt x="1987894" y="302817"/>
                    <a:pt x="2016469" y="308151"/>
                  </a:cubicBezTo>
                  <a:cubicBezTo>
                    <a:pt x="2042570" y="313104"/>
                    <a:pt x="2068669" y="317296"/>
                    <a:pt x="2094578" y="323010"/>
                  </a:cubicBezTo>
                  <a:cubicBezTo>
                    <a:pt x="2126201" y="329868"/>
                    <a:pt x="2157636" y="337298"/>
                    <a:pt x="2188879" y="345681"/>
                  </a:cubicBezTo>
                  <a:cubicBezTo>
                    <a:pt x="2202404" y="349301"/>
                    <a:pt x="2216692" y="353491"/>
                    <a:pt x="2228314" y="360921"/>
                  </a:cubicBezTo>
                  <a:cubicBezTo>
                    <a:pt x="2260890" y="381496"/>
                    <a:pt x="2295753" y="395402"/>
                    <a:pt x="2334044" y="389878"/>
                  </a:cubicBezTo>
                  <a:cubicBezTo>
                    <a:pt x="2364715" y="385496"/>
                    <a:pt x="2390434" y="396736"/>
                    <a:pt x="2409485" y="414263"/>
                  </a:cubicBezTo>
                  <a:cubicBezTo>
                    <a:pt x="2444158" y="446078"/>
                    <a:pt x="2481305" y="438838"/>
                    <a:pt x="2518264" y="428552"/>
                  </a:cubicBezTo>
                  <a:cubicBezTo>
                    <a:pt x="2537315" y="423217"/>
                    <a:pt x="2552935" y="423979"/>
                    <a:pt x="2571034" y="429122"/>
                  </a:cubicBezTo>
                  <a:cubicBezTo>
                    <a:pt x="2612945" y="441124"/>
                    <a:pt x="2640950" y="473701"/>
                    <a:pt x="2668001" y="502276"/>
                  </a:cubicBezTo>
                  <a:cubicBezTo>
                    <a:pt x="2691054" y="526661"/>
                    <a:pt x="2716963" y="540377"/>
                    <a:pt x="2745348" y="550666"/>
                  </a:cubicBezTo>
                  <a:cubicBezTo>
                    <a:pt x="2781163" y="563810"/>
                    <a:pt x="2809548" y="558858"/>
                    <a:pt x="2826694" y="527233"/>
                  </a:cubicBezTo>
                  <a:cubicBezTo>
                    <a:pt x="2831457" y="518278"/>
                    <a:pt x="2839839" y="507800"/>
                    <a:pt x="2848793" y="505134"/>
                  </a:cubicBezTo>
                  <a:cubicBezTo>
                    <a:pt x="2892037" y="491800"/>
                    <a:pt x="2935854" y="472367"/>
                    <a:pt x="2982148" y="484179"/>
                  </a:cubicBezTo>
                  <a:cubicBezTo>
                    <a:pt x="3046158" y="500372"/>
                    <a:pt x="3108644" y="499420"/>
                    <a:pt x="3172654" y="483417"/>
                  </a:cubicBezTo>
                  <a:cubicBezTo>
                    <a:pt x="3276480" y="457508"/>
                    <a:pt x="3380305" y="430076"/>
                    <a:pt x="3489467" y="435790"/>
                  </a:cubicBezTo>
                  <a:cubicBezTo>
                    <a:pt x="3507563" y="436742"/>
                    <a:pt x="3529090" y="425121"/>
                    <a:pt x="3544713" y="413691"/>
                  </a:cubicBezTo>
                  <a:cubicBezTo>
                    <a:pt x="3574622" y="391974"/>
                    <a:pt x="3573288" y="390258"/>
                    <a:pt x="3606817" y="408167"/>
                  </a:cubicBezTo>
                  <a:cubicBezTo>
                    <a:pt x="3614819" y="412549"/>
                    <a:pt x="3624725" y="415215"/>
                    <a:pt x="3630632" y="421693"/>
                  </a:cubicBezTo>
                  <a:cubicBezTo>
                    <a:pt x="3660731" y="454650"/>
                    <a:pt x="3697880" y="446648"/>
                    <a:pt x="3734837" y="441886"/>
                  </a:cubicBezTo>
                  <a:cubicBezTo>
                    <a:pt x="3741315" y="440934"/>
                    <a:pt x="3749125" y="439600"/>
                    <a:pt x="3754652" y="442268"/>
                  </a:cubicBezTo>
                  <a:cubicBezTo>
                    <a:pt x="3779607" y="454268"/>
                    <a:pt x="3800753" y="450078"/>
                    <a:pt x="3822472" y="433694"/>
                  </a:cubicBezTo>
                  <a:cubicBezTo>
                    <a:pt x="3841331" y="419597"/>
                    <a:pt x="3863049" y="411215"/>
                    <a:pt x="3885338" y="428742"/>
                  </a:cubicBezTo>
                  <a:cubicBezTo>
                    <a:pt x="3934870" y="467605"/>
                    <a:pt x="3987829" y="469509"/>
                    <a:pt x="4043839" y="444934"/>
                  </a:cubicBezTo>
                  <a:cubicBezTo>
                    <a:pt x="4083845" y="427407"/>
                    <a:pt x="4123280" y="423407"/>
                    <a:pt x="4165383" y="441124"/>
                  </a:cubicBezTo>
                  <a:cubicBezTo>
                    <a:pt x="4181576" y="447982"/>
                    <a:pt x="4202531" y="443410"/>
                    <a:pt x="4221391" y="444934"/>
                  </a:cubicBezTo>
                  <a:cubicBezTo>
                    <a:pt x="4232060" y="445696"/>
                    <a:pt x="4243872" y="445886"/>
                    <a:pt x="4253014" y="450650"/>
                  </a:cubicBezTo>
                  <a:cubicBezTo>
                    <a:pt x="4277401" y="462843"/>
                    <a:pt x="4300070" y="478463"/>
                    <a:pt x="4324645" y="490466"/>
                  </a:cubicBezTo>
                  <a:cubicBezTo>
                    <a:pt x="4336457" y="496180"/>
                    <a:pt x="4350554" y="499228"/>
                    <a:pt x="4363890" y="499420"/>
                  </a:cubicBezTo>
                  <a:cubicBezTo>
                    <a:pt x="4403325" y="500372"/>
                    <a:pt x="4442761" y="500372"/>
                    <a:pt x="4482004" y="498658"/>
                  </a:cubicBezTo>
                  <a:cubicBezTo>
                    <a:pt x="4546776" y="495990"/>
                    <a:pt x="4612500" y="495418"/>
                    <a:pt x="4659174" y="438648"/>
                  </a:cubicBezTo>
                  <a:cubicBezTo>
                    <a:pt x="4662986" y="434076"/>
                    <a:pt x="4671176" y="431408"/>
                    <a:pt x="4677655" y="430646"/>
                  </a:cubicBezTo>
                  <a:cubicBezTo>
                    <a:pt x="4707564" y="427027"/>
                    <a:pt x="4738235" y="426645"/>
                    <a:pt x="4767764" y="420739"/>
                  </a:cubicBezTo>
                  <a:cubicBezTo>
                    <a:pt x="4791386" y="415977"/>
                    <a:pt x="4811009" y="417501"/>
                    <a:pt x="4828916" y="434266"/>
                  </a:cubicBezTo>
                  <a:cubicBezTo>
                    <a:pt x="4852348" y="456364"/>
                    <a:pt x="4880925" y="469319"/>
                    <a:pt x="4912168" y="462271"/>
                  </a:cubicBezTo>
                  <a:cubicBezTo>
                    <a:pt x="4943409" y="455412"/>
                    <a:pt x="4963984" y="470271"/>
                    <a:pt x="4987037" y="485703"/>
                  </a:cubicBezTo>
                  <a:cubicBezTo>
                    <a:pt x="5003801" y="496942"/>
                    <a:pt x="5022852" y="511040"/>
                    <a:pt x="5041521" y="512182"/>
                  </a:cubicBezTo>
                  <a:cubicBezTo>
                    <a:pt x="5083814" y="514658"/>
                    <a:pt x="5120201" y="553904"/>
                    <a:pt x="5166113" y="531615"/>
                  </a:cubicBezTo>
                  <a:cubicBezTo>
                    <a:pt x="5169161" y="530091"/>
                    <a:pt x="5174685" y="533901"/>
                    <a:pt x="5179067" y="534853"/>
                  </a:cubicBezTo>
                  <a:cubicBezTo>
                    <a:pt x="5214121" y="542093"/>
                    <a:pt x="5247078" y="535043"/>
                    <a:pt x="5272796" y="511230"/>
                  </a:cubicBezTo>
                  <a:cubicBezTo>
                    <a:pt x="5306516" y="480177"/>
                    <a:pt x="5343855" y="477129"/>
                    <a:pt x="5385384" y="487227"/>
                  </a:cubicBezTo>
                  <a:cubicBezTo>
                    <a:pt x="5398721" y="490466"/>
                    <a:pt x="5412057" y="492752"/>
                    <a:pt x="5425582" y="495418"/>
                  </a:cubicBezTo>
                  <a:cubicBezTo>
                    <a:pt x="5443870" y="499228"/>
                    <a:pt x="5462351" y="503230"/>
                    <a:pt x="5480637" y="507040"/>
                  </a:cubicBezTo>
                  <a:cubicBezTo>
                    <a:pt x="5498356" y="510850"/>
                    <a:pt x="5517979" y="517326"/>
                    <a:pt x="5531693" y="500944"/>
                  </a:cubicBezTo>
                  <a:cubicBezTo>
                    <a:pt x="5543506" y="486845"/>
                    <a:pt x="5551888" y="488179"/>
                    <a:pt x="5562746" y="500372"/>
                  </a:cubicBezTo>
                  <a:cubicBezTo>
                    <a:pt x="5600467" y="543045"/>
                    <a:pt x="5646189" y="569716"/>
                    <a:pt x="5704483" y="571620"/>
                  </a:cubicBezTo>
                  <a:cubicBezTo>
                    <a:pt x="5716485" y="572002"/>
                    <a:pt x="5728678" y="574668"/>
                    <a:pt x="5740488" y="577526"/>
                  </a:cubicBezTo>
                  <a:cubicBezTo>
                    <a:pt x="5747728" y="579241"/>
                    <a:pt x="5756493" y="581147"/>
                    <a:pt x="5760873" y="586291"/>
                  </a:cubicBezTo>
                  <a:cubicBezTo>
                    <a:pt x="5794974" y="625534"/>
                    <a:pt x="5837457" y="652777"/>
                    <a:pt x="5883751" y="674686"/>
                  </a:cubicBezTo>
                  <a:cubicBezTo>
                    <a:pt x="5900323" y="682496"/>
                    <a:pt x="5918042" y="690306"/>
                    <a:pt x="5935949" y="692592"/>
                  </a:cubicBezTo>
                  <a:cubicBezTo>
                    <a:pt x="5954617" y="694878"/>
                    <a:pt x="5974240" y="691068"/>
                    <a:pt x="5993291" y="688972"/>
                  </a:cubicBezTo>
                  <a:cubicBezTo>
                    <a:pt x="6004531" y="687830"/>
                    <a:pt x="6017485" y="688020"/>
                    <a:pt x="6026440" y="682496"/>
                  </a:cubicBezTo>
                  <a:cubicBezTo>
                    <a:pt x="6054825" y="665159"/>
                    <a:pt x="6082258" y="646491"/>
                    <a:pt x="6108738" y="626296"/>
                  </a:cubicBezTo>
                  <a:cubicBezTo>
                    <a:pt x="6131409" y="608960"/>
                    <a:pt x="6135981" y="606483"/>
                    <a:pt x="6155602" y="628202"/>
                  </a:cubicBezTo>
                  <a:cubicBezTo>
                    <a:pt x="6175797" y="650491"/>
                    <a:pt x="6200944" y="662111"/>
                    <a:pt x="6228756" y="666873"/>
                  </a:cubicBezTo>
                  <a:cubicBezTo>
                    <a:pt x="6272764" y="674304"/>
                    <a:pt x="6317151" y="680590"/>
                    <a:pt x="6361539" y="684210"/>
                  </a:cubicBezTo>
                  <a:cubicBezTo>
                    <a:pt x="6401736" y="687448"/>
                    <a:pt x="6420977" y="669922"/>
                    <a:pt x="6428979" y="630106"/>
                  </a:cubicBezTo>
                  <a:cubicBezTo>
                    <a:pt x="6433551" y="608007"/>
                    <a:pt x="6439458" y="584003"/>
                    <a:pt x="6463840" y="578098"/>
                  </a:cubicBezTo>
                  <a:cubicBezTo>
                    <a:pt x="6503658" y="568572"/>
                    <a:pt x="6544997" y="564382"/>
                    <a:pt x="6564620" y="517708"/>
                  </a:cubicBezTo>
                  <a:cubicBezTo>
                    <a:pt x="6575478" y="527995"/>
                    <a:pt x="6582146" y="534091"/>
                    <a:pt x="6588625" y="540187"/>
                  </a:cubicBezTo>
                  <a:cubicBezTo>
                    <a:pt x="6606531" y="557142"/>
                    <a:pt x="6643678" y="564382"/>
                    <a:pt x="6662541" y="549714"/>
                  </a:cubicBezTo>
                  <a:cubicBezTo>
                    <a:pt x="6690354" y="528377"/>
                    <a:pt x="6715883" y="532377"/>
                    <a:pt x="6742552" y="548952"/>
                  </a:cubicBezTo>
                  <a:cubicBezTo>
                    <a:pt x="6764841" y="562668"/>
                    <a:pt x="6788417" y="567954"/>
                    <a:pt x="6812063" y="568430"/>
                  </a:cubicBezTo>
                  <a:lnTo>
                    <a:pt x="6858001" y="562267"/>
                  </a:lnTo>
                  <a:lnTo>
                    <a:pt x="6858001" y="734520"/>
                  </a:lnTo>
                  <a:lnTo>
                    <a:pt x="6815516" y="744220"/>
                  </a:lnTo>
                  <a:cubicBezTo>
                    <a:pt x="6793035" y="749744"/>
                    <a:pt x="6771319" y="759651"/>
                    <a:pt x="6748458" y="763271"/>
                  </a:cubicBezTo>
                  <a:cubicBezTo>
                    <a:pt x="6694164" y="771843"/>
                    <a:pt x="6639488" y="777939"/>
                    <a:pt x="6584812" y="784797"/>
                  </a:cubicBezTo>
                  <a:cubicBezTo>
                    <a:pt x="6528424" y="791846"/>
                    <a:pt x="6472225" y="799276"/>
                    <a:pt x="6415833" y="805562"/>
                  </a:cubicBezTo>
                  <a:cubicBezTo>
                    <a:pt x="6384972" y="808802"/>
                    <a:pt x="6353919" y="809372"/>
                    <a:pt x="6323058" y="812420"/>
                  </a:cubicBezTo>
                  <a:cubicBezTo>
                    <a:pt x="6296005" y="815088"/>
                    <a:pt x="6269144" y="820041"/>
                    <a:pt x="6242093" y="823281"/>
                  </a:cubicBezTo>
                  <a:cubicBezTo>
                    <a:pt x="6218660" y="825947"/>
                    <a:pt x="6195037" y="827471"/>
                    <a:pt x="6171605" y="830139"/>
                  </a:cubicBezTo>
                  <a:cubicBezTo>
                    <a:pt x="6134075" y="834519"/>
                    <a:pt x="6096736" y="839473"/>
                    <a:pt x="6059397" y="844045"/>
                  </a:cubicBezTo>
                  <a:cubicBezTo>
                    <a:pt x="6043776" y="845759"/>
                    <a:pt x="6027392" y="850522"/>
                    <a:pt x="6012723" y="847665"/>
                  </a:cubicBezTo>
                  <a:cubicBezTo>
                    <a:pt x="5975764" y="840425"/>
                    <a:pt x="5939377" y="842521"/>
                    <a:pt x="5902610" y="847473"/>
                  </a:cubicBezTo>
                  <a:cubicBezTo>
                    <a:pt x="5890037" y="849190"/>
                    <a:pt x="5876511" y="848808"/>
                    <a:pt x="5864318" y="845569"/>
                  </a:cubicBezTo>
                  <a:cubicBezTo>
                    <a:pt x="5839361" y="839091"/>
                    <a:pt x="5815169" y="829947"/>
                    <a:pt x="5790592" y="821947"/>
                  </a:cubicBezTo>
                  <a:cubicBezTo>
                    <a:pt x="5787924" y="820995"/>
                    <a:pt x="5784686" y="820803"/>
                    <a:pt x="5781830" y="820233"/>
                  </a:cubicBezTo>
                  <a:cubicBezTo>
                    <a:pt x="5765635" y="816992"/>
                    <a:pt x="5749634" y="813754"/>
                    <a:pt x="5733440" y="810896"/>
                  </a:cubicBezTo>
                  <a:cubicBezTo>
                    <a:pt x="5724678" y="809372"/>
                    <a:pt x="5715723" y="809182"/>
                    <a:pt x="5706959" y="807848"/>
                  </a:cubicBezTo>
                  <a:cubicBezTo>
                    <a:pt x="5673050" y="802514"/>
                    <a:pt x="5635711" y="811468"/>
                    <a:pt x="5606372" y="788417"/>
                  </a:cubicBezTo>
                  <a:cubicBezTo>
                    <a:pt x="5587321" y="773557"/>
                    <a:pt x="5568842" y="776987"/>
                    <a:pt x="5548460" y="779273"/>
                  </a:cubicBezTo>
                  <a:cubicBezTo>
                    <a:pt x="5533027" y="780987"/>
                    <a:pt x="5517215" y="780415"/>
                    <a:pt x="5501594" y="780607"/>
                  </a:cubicBezTo>
                  <a:cubicBezTo>
                    <a:pt x="5474161" y="781177"/>
                    <a:pt x="5446728" y="781369"/>
                    <a:pt x="5419295" y="782321"/>
                  </a:cubicBezTo>
                  <a:cubicBezTo>
                    <a:pt x="5410531" y="782701"/>
                    <a:pt x="5401579" y="787465"/>
                    <a:pt x="5393005" y="786703"/>
                  </a:cubicBezTo>
                  <a:cubicBezTo>
                    <a:pt x="5353379" y="783083"/>
                    <a:pt x="5313754" y="777367"/>
                    <a:pt x="5274129" y="774129"/>
                  </a:cubicBezTo>
                  <a:cubicBezTo>
                    <a:pt x="5251650" y="772225"/>
                    <a:pt x="5228597" y="775843"/>
                    <a:pt x="5206308" y="773177"/>
                  </a:cubicBezTo>
                  <a:cubicBezTo>
                    <a:pt x="5180591" y="770129"/>
                    <a:pt x="5155445" y="762319"/>
                    <a:pt x="5129916" y="757554"/>
                  </a:cubicBezTo>
                  <a:cubicBezTo>
                    <a:pt x="5122867" y="756222"/>
                    <a:pt x="5115057" y="757936"/>
                    <a:pt x="5107627" y="758316"/>
                  </a:cubicBezTo>
                  <a:cubicBezTo>
                    <a:pt x="5099245" y="758699"/>
                    <a:pt x="5091052" y="759461"/>
                    <a:pt x="5082670" y="759651"/>
                  </a:cubicBezTo>
                  <a:cubicBezTo>
                    <a:pt x="5057141" y="760033"/>
                    <a:pt x="5031614" y="759461"/>
                    <a:pt x="5006086" y="760795"/>
                  </a:cubicBezTo>
                  <a:cubicBezTo>
                    <a:pt x="4990465" y="761557"/>
                    <a:pt x="4974082" y="769367"/>
                    <a:pt x="4959602" y="766509"/>
                  </a:cubicBezTo>
                  <a:cubicBezTo>
                    <a:pt x="4930075" y="760985"/>
                    <a:pt x="4900546" y="773367"/>
                    <a:pt x="4871019" y="763081"/>
                  </a:cubicBezTo>
                  <a:cubicBezTo>
                    <a:pt x="4861873" y="760033"/>
                    <a:pt x="4849300" y="767653"/>
                    <a:pt x="4838250" y="768033"/>
                  </a:cubicBezTo>
                  <a:cubicBezTo>
                    <a:pt x="4810627" y="768985"/>
                    <a:pt x="4783004" y="768795"/>
                    <a:pt x="4755381" y="768605"/>
                  </a:cubicBezTo>
                  <a:cubicBezTo>
                    <a:pt x="4730614" y="768415"/>
                    <a:pt x="4704895" y="771081"/>
                    <a:pt x="4681083" y="765747"/>
                  </a:cubicBezTo>
                  <a:cubicBezTo>
                    <a:pt x="4656126" y="760033"/>
                    <a:pt x="4633647" y="760795"/>
                    <a:pt x="4609452" y="767271"/>
                  </a:cubicBezTo>
                  <a:cubicBezTo>
                    <a:pt x="4592878" y="771653"/>
                    <a:pt x="4575351" y="772225"/>
                    <a:pt x="4558207" y="773557"/>
                  </a:cubicBezTo>
                  <a:cubicBezTo>
                    <a:pt x="4539728" y="775081"/>
                    <a:pt x="4519343" y="771081"/>
                    <a:pt x="4502579" y="777367"/>
                  </a:cubicBezTo>
                  <a:cubicBezTo>
                    <a:pt x="4452665" y="796038"/>
                    <a:pt x="4401419" y="800038"/>
                    <a:pt x="4349222" y="800038"/>
                  </a:cubicBezTo>
                  <a:cubicBezTo>
                    <a:pt x="4339695" y="800038"/>
                    <a:pt x="4329979" y="797372"/>
                    <a:pt x="4320837" y="794514"/>
                  </a:cubicBezTo>
                  <a:cubicBezTo>
                    <a:pt x="4267493" y="777367"/>
                    <a:pt x="4213961" y="778891"/>
                    <a:pt x="4159667" y="789370"/>
                  </a:cubicBezTo>
                  <a:cubicBezTo>
                    <a:pt x="4148427" y="791656"/>
                    <a:pt x="4135854" y="792038"/>
                    <a:pt x="4124614" y="789752"/>
                  </a:cubicBezTo>
                  <a:cubicBezTo>
                    <a:pt x="4092989" y="783083"/>
                    <a:pt x="4062318" y="772033"/>
                    <a:pt x="4030503" y="767271"/>
                  </a:cubicBezTo>
                  <a:cubicBezTo>
                    <a:pt x="3977925" y="759461"/>
                    <a:pt x="3932394" y="785749"/>
                    <a:pt x="3885338" y="802896"/>
                  </a:cubicBezTo>
                  <a:cubicBezTo>
                    <a:pt x="3840569" y="819089"/>
                    <a:pt x="3802467" y="855666"/>
                    <a:pt x="3749506" y="847473"/>
                  </a:cubicBezTo>
                  <a:cubicBezTo>
                    <a:pt x="3744173" y="846711"/>
                    <a:pt x="3738267" y="851856"/>
                    <a:pt x="3732361" y="853190"/>
                  </a:cubicBezTo>
                  <a:cubicBezTo>
                    <a:pt x="3716168" y="856810"/>
                    <a:pt x="3699976" y="861190"/>
                    <a:pt x="3683591" y="862906"/>
                  </a:cubicBezTo>
                  <a:cubicBezTo>
                    <a:pt x="3663589" y="865192"/>
                    <a:pt x="3643204" y="864430"/>
                    <a:pt x="3623201" y="866334"/>
                  </a:cubicBezTo>
                  <a:cubicBezTo>
                    <a:pt x="3597482" y="868620"/>
                    <a:pt x="3572146" y="874716"/>
                    <a:pt x="3546617" y="874716"/>
                  </a:cubicBezTo>
                  <a:cubicBezTo>
                    <a:pt x="3526042" y="874716"/>
                    <a:pt x="3505657" y="867668"/>
                    <a:pt x="3485275" y="864238"/>
                  </a:cubicBezTo>
                  <a:cubicBezTo>
                    <a:pt x="3456508" y="859476"/>
                    <a:pt x="3424883" y="860810"/>
                    <a:pt x="3399546" y="848618"/>
                  </a:cubicBezTo>
                  <a:cubicBezTo>
                    <a:pt x="3372495" y="835663"/>
                    <a:pt x="3346776" y="829757"/>
                    <a:pt x="3318771" y="833757"/>
                  </a:cubicBezTo>
                  <a:cubicBezTo>
                    <a:pt x="3309437" y="835091"/>
                    <a:pt x="3297434" y="843093"/>
                    <a:pt x="3293244" y="851284"/>
                  </a:cubicBezTo>
                  <a:cubicBezTo>
                    <a:pt x="3283908" y="869572"/>
                    <a:pt x="3271145" y="872812"/>
                    <a:pt x="3253809" y="866524"/>
                  </a:cubicBezTo>
                  <a:cubicBezTo>
                    <a:pt x="3238758" y="861190"/>
                    <a:pt x="3220280" y="858524"/>
                    <a:pt x="3209993" y="848235"/>
                  </a:cubicBezTo>
                  <a:cubicBezTo>
                    <a:pt x="3180844" y="819089"/>
                    <a:pt x="3143695" y="818136"/>
                    <a:pt x="3107500" y="810326"/>
                  </a:cubicBezTo>
                  <a:cubicBezTo>
                    <a:pt x="3085403" y="805562"/>
                    <a:pt x="3064827" y="805372"/>
                    <a:pt x="3042728" y="808610"/>
                  </a:cubicBezTo>
                  <a:cubicBezTo>
                    <a:pt x="2994722" y="815850"/>
                    <a:pt x="2948047" y="805562"/>
                    <a:pt x="2901943" y="792418"/>
                  </a:cubicBezTo>
                  <a:cubicBezTo>
                    <a:pt x="2871462" y="783655"/>
                    <a:pt x="2840219" y="778321"/>
                    <a:pt x="2809930" y="769367"/>
                  </a:cubicBezTo>
                  <a:cubicBezTo>
                    <a:pt x="2787259" y="762509"/>
                    <a:pt x="2764590" y="754316"/>
                    <a:pt x="2743826" y="743268"/>
                  </a:cubicBezTo>
                  <a:cubicBezTo>
                    <a:pt x="2713723" y="727073"/>
                    <a:pt x="2687436" y="702689"/>
                    <a:pt x="2649143" y="709167"/>
                  </a:cubicBezTo>
                  <a:cubicBezTo>
                    <a:pt x="2615421" y="714881"/>
                    <a:pt x="2584942" y="702881"/>
                    <a:pt x="2554079" y="691450"/>
                  </a:cubicBezTo>
                  <a:cubicBezTo>
                    <a:pt x="2531409" y="683068"/>
                    <a:pt x="2508742" y="674494"/>
                    <a:pt x="2485307" y="669160"/>
                  </a:cubicBezTo>
                  <a:cubicBezTo>
                    <a:pt x="2457492" y="662873"/>
                    <a:pt x="2426059" y="665541"/>
                    <a:pt x="2401292" y="653919"/>
                  </a:cubicBezTo>
                  <a:cubicBezTo>
                    <a:pt x="2375383" y="641727"/>
                    <a:pt x="2353859" y="649919"/>
                    <a:pt x="2330806" y="653349"/>
                  </a:cubicBezTo>
                  <a:cubicBezTo>
                    <a:pt x="2294039" y="658683"/>
                    <a:pt x="2257459" y="668590"/>
                    <a:pt x="2220312" y="656015"/>
                  </a:cubicBezTo>
                  <a:cubicBezTo>
                    <a:pt x="2175163" y="640775"/>
                    <a:pt x="2130393" y="624392"/>
                    <a:pt x="2085054" y="609914"/>
                  </a:cubicBezTo>
                  <a:cubicBezTo>
                    <a:pt x="2067525" y="604387"/>
                    <a:pt x="2048668" y="602101"/>
                    <a:pt x="2030378" y="599625"/>
                  </a:cubicBezTo>
                  <a:cubicBezTo>
                    <a:pt x="2013043" y="597529"/>
                    <a:pt x="1992279" y="602863"/>
                    <a:pt x="1978940" y="594863"/>
                  </a:cubicBezTo>
                  <a:cubicBezTo>
                    <a:pt x="1944649" y="574288"/>
                    <a:pt x="1909408" y="564192"/>
                    <a:pt x="1869780" y="564192"/>
                  </a:cubicBezTo>
                  <a:cubicBezTo>
                    <a:pt x="1854920" y="564192"/>
                    <a:pt x="1840441" y="555618"/>
                    <a:pt x="1825393" y="554094"/>
                  </a:cubicBezTo>
                  <a:cubicBezTo>
                    <a:pt x="1804816" y="552190"/>
                    <a:pt x="1781194" y="547045"/>
                    <a:pt x="1763287" y="554286"/>
                  </a:cubicBezTo>
                  <a:cubicBezTo>
                    <a:pt x="1721185" y="571430"/>
                    <a:pt x="1687086" y="557142"/>
                    <a:pt x="1650317" y="540187"/>
                  </a:cubicBezTo>
                  <a:cubicBezTo>
                    <a:pt x="1614120" y="523423"/>
                    <a:pt x="1576019" y="510088"/>
                    <a:pt x="1537537" y="499038"/>
                  </a:cubicBezTo>
                  <a:cubicBezTo>
                    <a:pt x="1523059" y="495038"/>
                    <a:pt x="1505724" y="501706"/>
                    <a:pt x="1489720" y="503038"/>
                  </a:cubicBezTo>
                  <a:cubicBezTo>
                    <a:pt x="1484004" y="503420"/>
                    <a:pt x="1477717" y="503992"/>
                    <a:pt x="1472575" y="502086"/>
                  </a:cubicBezTo>
                  <a:cubicBezTo>
                    <a:pt x="1422854" y="483797"/>
                    <a:pt x="1372368" y="469891"/>
                    <a:pt x="1318456" y="479415"/>
                  </a:cubicBezTo>
                  <a:cubicBezTo>
                    <a:pt x="1313504" y="480369"/>
                    <a:pt x="1307978" y="478273"/>
                    <a:pt x="1303024" y="476939"/>
                  </a:cubicBezTo>
                  <a:cubicBezTo>
                    <a:pt x="1278829" y="470081"/>
                    <a:pt x="1255206" y="459223"/>
                    <a:pt x="1230633" y="456746"/>
                  </a:cubicBezTo>
                  <a:cubicBezTo>
                    <a:pt x="1170051" y="450650"/>
                    <a:pt x="1109091" y="448172"/>
                    <a:pt x="1048125" y="444172"/>
                  </a:cubicBezTo>
                  <a:cubicBezTo>
                    <a:pt x="1044315" y="443982"/>
                    <a:pt x="1040315" y="443982"/>
                    <a:pt x="1036887" y="442648"/>
                  </a:cubicBezTo>
                  <a:cubicBezTo>
                    <a:pt x="1014406" y="434456"/>
                    <a:pt x="994785" y="437124"/>
                    <a:pt x="975733" y="452744"/>
                  </a:cubicBezTo>
                  <a:cubicBezTo>
                    <a:pt x="967350" y="459603"/>
                    <a:pt x="955920" y="463223"/>
                    <a:pt x="945444" y="467033"/>
                  </a:cubicBezTo>
                  <a:cubicBezTo>
                    <a:pt x="930011" y="472749"/>
                    <a:pt x="914200" y="478273"/>
                    <a:pt x="898198" y="481893"/>
                  </a:cubicBezTo>
                  <a:cubicBezTo>
                    <a:pt x="882384" y="485321"/>
                    <a:pt x="865430" y="490084"/>
                    <a:pt x="850189" y="487417"/>
                  </a:cubicBezTo>
                  <a:cubicBezTo>
                    <a:pt x="822756" y="482655"/>
                    <a:pt x="796655" y="471987"/>
                    <a:pt x="769605" y="464937"/>
                  </a:cubicBezTo>
                  <a:cubicBezTo>
                    <a:pt x="760270" y="462461"/>
                    <a:pt x="749982" y="462843"/>
                    <a:pt x="740268" y="462651"/>
                  </a:cubicBezTo>
                  <a:cubicBezTo>
                    <a:pt x="717977" y="462081"/>
                    <a:pt x="695116" y="467605"/>
                    <a:pt x="674923" y="451792"/>
                  </a:cubicBezTo>
                  <a:cubicBezTo>
                    <a:pt x="656255" y="436934"/>
                    <a:pt x="637392" y="441314"/>
                    <a:pt x="617772" y="452554"/>
                  </a:cubicBezTo>
                  <a:cubicBezTo>
                    <a:pt x="603673" y="460557"/>
                    <a:pt x="587672" y="466843"/>
                    <a:pt x="571860" y="469891"/>
                  </a:cubicBezTo>
                  <a:cubicBezTo>
                    <a:pt x="550141" y="474081"/>
                    <a:pt x="528615" y="475797"/>
                    <a:pt x="505182" y="473319"/>
                  </a:cubicBezTo>
                  <a:cubicBezTo>
                    <a:pt x="488607" y="471605"/>
                    <a:pt x="475081" y="470843"/>
                    <a:pt x="462126" y="460747"/>
                  </a:cubicBezTo>
                  <a:cubicBezTo>
                    <a:pt x="460032" y="459223"/>
                    <a:pt x="456222" y="458841"/>
                    <a:pt x="453364" y="459033"/>
                  </a:cubicBezTo>
                  <a:cubicBezTo>
                    <a:pt x="415835" y="462271"/>
                    <a:pt x="378686" y="460557"/>
                    <a:pt x="340774" y="458268"/>
                  </a:cubicBezTo>
                  <a:cubicBezTo>
                    <a:pt x="292579" y="455222"/>
                    <a:pt x="241901" y="464175"/>
                    <a:pt x="200182" y="496180"/>
                  </a:cubicBezTo>
                  <a:cubicBezTo>
                    <a:pt x="194085" y="500944"/>
                    <a:pt x="184941" y="503038"/>
                    <a:pt x="176939" y="504182"/>
                  </a:cubicBezTo>
                  <a:cubicBezTo>
                    <a:pt x="139219" y="509134"/>
                    <a:pt x="101308" y="512564"/>
                    <a:pt x="63587" y="518088"/>
                  </a:cubicBezTo>
                  <a:cubicBezTo>
                    <a:pt x="43012" y="521137"/>
                    <a:pt x="21486" y="523805"/>
                    <a:pt x="2817" y="532187"/>
                  </a:cubicBezTo>
                  <a:lnTo>
                    <a:pt x="0" y="533314"/>
                  </a:lnTo>
                  <a:close/>
                </a:path>
              </a:pathLst>
            </a:custGeom>
            <a:solidFill>
              <a:srgbClr val="FFFFF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Freeform: Shape 18">
              <a:extLst>
                <a:ext uri="{FF2B5EF4-FFF2-40B4-BE49-F238E27FC236}">
                  <a16:creationId xmlns:a16="http://schemas.microsoft.com/office/drawing/2014/main" id="{D7E12F56-F4EE-4535-8677-C11996E241B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4628357" y="2991642"/>
              <a:ext cx="6858001" cy="874716"/>
            </a:xfrm>
            <a:custGeom>
              <a:avLst/>
              <a:gdLst>
                <a:gd name="connsiteX0" fmla="*/ 0 w 6858001"/>
                <a:gd name="connsiteY0" fmla="*/ 533314 h 874716"/>
                <a:gd name="connsiteX1" fmla="*/ 0 w 6858001"/>
                <a:gd name="connsiteY1" fmla="*/ 69206 h 874716"/>
                <a:gd name="connsiteX2" fmla="*/ 21486 w 6858001"/>
                <a:gd name="connsiteY2" fmla="*/ 71924 h 874716"/>
                <a:gd name="connsiteX3" fmla="*/ 228948 w 6858001"/>
                <a:gd name="connsiteY3" fmla="*/ 88116 h 874716"/>
                <a:gd name="connsiteX4" fmla="*/ 313533 w 6858001"/>
                <a:gd name="connsiteY4" fmla="*/ 62779 h 874716"/>
                <a:gd name="connsiteX5" fmla="*/ 338870 w 6858001"/>
                <a:gd name="connsiteY5" fmla="*/ 62207 h 874716"/>
                <a:gd name="connsiteX6" fmla="*/ 395640 w 6858001"/>
                <a:gd name="connsiteY6" fmla="*/ 72114 h 874716"/>
                <a:gd name="connsiteX7" fmla="*/ 512802 w 6858001"/>
                <a:gd name="connsiteY7" fmla="*/ 65446 h 874716"/>
                <a:gd name="connsiteX8" fmla="*/ 556047 w 6858001"/>
                <a:gd name="connsiteY8" fmla="*/ 55349 h 874716"/>
                <a:gd name="connsiteX9" fmla="*/ 580050 w 6858001"/>
                <a:gd name="connsiteY9" fmla="*/ 48871 h 874716"/>
                <a:gd name="connsiteX10" fmla="*/ 703308 w 6858001"/>
                <a:gd name="connsiteY10" fmla="*/ 30964 h 874716"/>
                <a:gd name="connsiteX11" fmla="*/ 758174 w 6858001"/>
                <a:gd name="connsiteY11" fmla="*/ 11724 h 874716"/>
                <a:gd name="connsiteX12" fmla="*/ 773035 w 6858001"/>
                <a:gd name="connsiteY12" fmla="*/ 8866 h 874716"/>
                <a:gd name="connsiteX13" fmla="*/ 854379 w 6858001"/>
                <a:gd name="connsiteY13" fmla="*/ 16866 h 874716"/>
                <a:gd name="connsiteX14" fmla="*/ 915343 w 6858001"/>
                <a:gd name="connsiteY14" fmla="*/ 47919 h 874716"/>
                <a:gd name="connsiteX15" fmla="*/ 927155 w 6858001"/>
                <a:gd name="connsiteY15" fmla="*/ 58397 h 874716"/>
                <a:gd name="connsiteX16" fmla="*/ 1097087 w 6858001"/>
                <a:gd name="connsiteY16" fmla="*/ 54777 h 874716"/>
                <a:gd name="connsiteX17" fmla="*/ 1123185 w 6858001"/>
                <a:gd name="connsiteY17" fmla="*/ 50395 h 874716"/>
                <a:gd name="connsiteX18" fmla="*/ 1249302 w 6858001"/>
                <a:gd name="connsiteY18" fmla="*/ 68684 h 874716"/>
                <a:gd name="connsiteX19" fmla="*/ 1286069 w 6858001"/>
                <a:gd name="connsiteY19" fmla="*/ 72304 h 874716"/>
                <a:gd name="connsiteX20" fmla="*/ 1417899 w 6858001"/>
                <a:gd name="connsiteY20" fmla="*/ 88688 h 874716"/>
                <a:gd name="connsiteX21" fmla="*/ 1436568 w 6858001"/>
                <a:gd name="connsiteY21" fmla="*/ 73448 h 874716"/>
                <a:gd name="connsiteX22" fmla="*/ 1490292 w 6858001"/>
                <a:gd name="connsiteY22" fmla="*/ 35154 h 874716"/>
                <a:gd name="connsiteX23" fmla="*/ 1596213 w 6858001"/>
                <a:gd name="connsiteY23" fmla="*/ 1245 h 874716"/>
                <a:gd name="connsiteX24" fmla="*/ 1624980 w 6858001"/>
                <a:gd name="connsiteY24" fmla="*/ 3150 h 874716"/>
                <a:gd name="connsiteX25" fmla="*/ 1697753 w 6858001"/>
                <a:gd name="connsiteY25" fmla="*/ 59731 h 874716"/>
                <a:gd name="connsiteX26" fmla="*/ 1733188 w 6858001"/>
                <a:gd name="connsiteY26" fmla="*/ 82400 h 874716"/>
                <a:gd name="connsiteX27" fmla="*/ 1833775 w 6858001"/>
                <a:gd name="connsiteY27" fmla="*/ 124121 h 874716"/>
                <a:gd name="connsiteX28" fmla="*/ 1842158 w 6858001"/>
                <a:gd name="connsiteY28" fmla="*/ 131742 h 874716"/>
                <a:gd name="connsiteX29" fmla="*/ 1916454 w 6858001"/>
                <a:gd name="connsiteY29" fmla="*/ 222233 h 874716"/>
                <a:gd name="connsiteX30" fmla="*/ 1933219 w 6858001"/>
                <a:gd name="connsiteY30" fmla="*/ 237663 h 874716"/>
                <a:gd name="connsiteX31" fmla="*/ 1953413 w 6858001"/>
                <a:gd name="connsiteY31" fmla="*/ 261668 h 874716"/>
                <a:gd name="connsiteX32" fmla="*/ 2016469 w 6858001"/>
                <a:gd name="connsiteY32" fmla="*/ 308151 h 874716"/>
                <a:gd name="connsiteX33" fmla="*/ 2094578 w 6858001"/>
                <a:gd name="connsiteY33" fmla="*/ 323010 h 874716"/>
                <a:gd name="connsiteX34" fmla="*/ 2188879 w 6858001"/>
                <a:gd name="connsiteY34" fmla="*/ 345681 h 874716"/>
                <a:gd name="connsiteX35" fmla="*/ 2228314 w 6858001"/>
                <a:gd name="connsiteY35" fmla="*/ 360921 h 874716"/>
                <a:gd name="connsiteX36" fmla="*/ 2334044 w 6858001"/>
                <a:gd name="connsiteY36" fmla="*/ 389878 h 874716"/>
                <a:gd name="connsiteX37" fmla="*/ 2409485 w 6858001"/>
                <a:gd name="connsiteY37" fmla="*/ 414263 h 874716"/>
                <a:gd name="connsiteX38" fmla="*/ 2518264 w 6858001"/>
                <a:gd name="connsiteY38" fmla="*/ 428552 h 874716"/>
                <a:gd name="connsiteX39" fmla="*/ 2571034 w 6858001"/>
                <a:gd name="connsiteY39" fmla="*/ 429122 h 874716"/>
                <a:gd name="connsiteX40" fmla="*/ 2668001 w 6858001"/>
                <a:gd name="connsiteY40" fmla="*/ 502276 h 874716"/>
                <a:gd name="connsiteX41" fmla="*/ 2745348 w 6858001"/>
                <a:gd name="connsiteY41" fmla="*/ 550666 h 874716"/>
                <a:gd name="connsiteX42" fmla="*/ 2826694 w 6858001"/>
                <a:gd name="connsiteY42" fmla="*/ 527233 h 874716"/>
                <a:gd name="connsiteX43" fmla="*/ 2848793 w 6858001"/>
                <a:gd name="connsiteY43" fmla="*/ 505134 h 874716"/>
                <a:gd name="connsiteX44" fmla="*/ 2982148 w 6858001"/>
                <a:gd name="connsiteY44" fmla="*/ 484179 h 874716"/>
                <a:gd name="connsiteX45" fmla="*/ 3172654 w 6858001"/>
                <a:gd name="connsiteY45" fmla="*/ 483417 h 874716"/>
                <a:gd name="connsiteX46" fmla="*/ 3489467 w 6858001"/>
                <a:gd name="connsiteY46" fmla="*/ 435790 h 874716"/>
                <a:gd name="connsiteX47" fmla="*/ 3544713 w 6858001"/>
                <a:gd name="connsiteY47" fmla="*/ 413691 h 874716"/>
                <a:gd name="connsiteX48" fmla="*/ 3606817 w 6858001"/>
                <a:gd name="connsiteY48" fmla="*/ 408167 h 874716"/>
                <a:gd name="connsiteX49" fmla="*/ 3630632 w 6858001"/>
                <a:gd name="connsiteY49" fmla="*/ 421693 h 874716"/>
                <a:gd name="connsiteX50" fmla="*/ 3734837 w 6858001"/>
                <a:gd name="connsiteY50" fmla="*/ 441886 h 874716"/>
                <a:gd name="connsiteX51" fmla="*/ 3754652 w 6858001"/>
                <a:gd name="connsiteY51" fmla="*/ 442268 h 874716"/>
                <a:gd name="connsiteX52" fmla="*/ 3822472 w 6858001"/>
                <a:gd name="connsiteY52" fmla="*/ 433694 h 874716"/>
                <a:gd name="connsiteX53" fmla="*/ 3885338 w 6858001"/>
                <a:gd name="connsiteY53" fmla="*/ 428742 h 874716"/>
                <a:gd name="connsiteX54" fmla="*/ 4043839 w 6858001"/>
                <a:gd name="connsiteY54" fmla="*/ 444934 h 874716"/>
                <a:gd name="connsiteX55" fmla="*/ 4165383 w 6858001"/>
                <a:gd name="connsiteY55" fmla="*/ 441124 h 874716"/>
                <a:gd name="connsiteX56" fmla="*/ 4221391 w 6858001"/>
                <a:gd name="connsiteY56" fmla="*/ 444934 h 874716"/>
                <a:gd name="connsiteX57" fmla="*/ 4253014 w 6858001"/>
                <a:gd name="connsiteY57" fmla="*/ 450650 h 874716"/>
                <a:gd name="connsiteX58" fmla="*/ 4324645 w 6858001"/>
                <a:gd name="connsiteY58" fmla="*/ 490466 h 874716"/>
                <a:gd name="connsiteX59" fmla="*/ 4363890 w 6858001"/>
                <a:gd name="connsiteY59" fmla="*/ 499420 h 874716"/>
                <a:gd name="connsiteX60" fmla="*/ 4482004 w 6858001"/>
                <a:gd name="connsiteY60" fmla="*/ 498658 h 874716"/>
                <a:gd name="connsiteX61" fmla="*/ 4659174 w 6858001"/>
                <a:gd name="connsiteY61" fmla="*/ 438648 h 874716"/>
                <a:gd name="connsiteX62" fmla="*/ 4677655 w 6858001"/>
                <a:gd name="connsiteY62" fmla="*/ 430646 h 874716"/>
                <a:gd name="connsiteX63" fmla="*/ 4767764 w 6858001"/>
                <a:gd name="connsiteY63" fmla="*/ 420739 h 874716"/>
                <a:gd name="connsiteX64" fmla="*/ 4828916 w 6858001"/>
                <a:gd name="connsiteY64" fmla="*/ 434266 h 874716"/>
                <a:gd name="connsiteX65" fmla="*/ 4912168 w 6858001"/>
                <a:gd name="connsiteY65" fmla="*/ 462271 h 874716"/>
                <a:gd name="connsiteX66" fmla="*/ 4987037 w 6858001"/>
                <a:gd name="connsiteY66" fmla="*/ 485703 h 874716"/>
                <a:gd name="connsiteX67" fmla="*/ 5041521 w 6858001"/>
                <a:gd name="connsiteY67" fmla="*/ 512182 h 874716"/>
                <a:gd name="connsiteX68" fmla="*/ 5166113 w 6858001"/>
                <a:gd name="connsiteY68" fmla="*/ 531615 h 874716"/>
                <a:gd name="connsiteX69" fmla="*/ 5179067 w 6858001"/>
                <a:gd name="connsiteY69" fmla="*/ 534853 h 874716"/>
                <a:gd name="connsiteX70" fmla="*/ 5272796 w 6858001"/>
                <a:gd name="connsiteY70" fmla="*/ 511230 h 874716"/>
                <a:gd name="connsiteX71" fmla="*/ 5385384 w 6858001"/>
                <a:gd name="connsiteY71" fmla="*/ 487227 h 874716"/>
                <a:gd name="connsiteX72" fmla="*/ 5425582 w 6858001"/>
                <a:gd name="connsiteY72" fmla="*/ 495418 h 874716"/>
                <a:gd name="connsiteX73" fmla="*/ 5480637 w 6858001"/>
                <a:gd name="connsiteY73" fmla="*/ 507040 h 874716"/>
                <a:gd name="connsiteX74" fmla="*/ 5531693 w 6858001"/>
                <a:gd name="connsiteY74" fmla="*/ 500944 h 874716"/>
                <a:gd name="connsiteX75" fmla="*/ 5562746 w 6858001"/>
                <a:gd name="connsiteY75" fmla="*/ 500372 h 874716"/>
                <a:gd name="connsiteX76" fmla="*/ 5704483 w 6858001"/>
                <a:gd name="connsiteY76" fmla="*/ 571620 h 874716"/>
                <a:gd name="connsiteX77" fmla="*/ 5740488 w 6858001"/>
                <a:gd name="connsiteY77" fmla="*/ 577526 h 874716"/>
                <a:gd name="connsiteX78" fmla="*/ 5760873 w 6858001"/>
                <a:gd name="connsiteY78" fmla="*/ 586291 h 874716"/>
                <a:gd name="connsiteX79" fmla="*/ 5883751 w 6858001"/>
                <a:gd name="connsiteY79" fmla="*/ 674686 h 874716"/>
                <a:gd name="connsiteX80" fmla="*/ 5935949 w 6858001"/>
                <a:gd name="connsiteY80" fmla="*/ 692592 h 874716"/>
                <a:gd name="connsiteX81" fmla="*/ 5993291 w 6858001"/>
                <a:gd name="connsiteY81" fmla="*/ 688972 h 874716"/>
                <a:gd name="connsiteX82" fmla="*/ 6026440 w 6858001"/>
                <a:gd name="connsiteY82" fmla="*/ 682496 h 874716"/>
                <a:gd name="connsiteX83" fmla="*/ 6108738 w 6858001"/>
                <a:gd name="connsiteY83" fmla="*/ 626296 h 874716"/>
                <a:gd name="connsiteX84" fmla="*/ 6155602 w 6858001"/>
                <a:gd name="connsiteY84" fmla="*/ 628202 h 874716"/>
                <a:gd name="connsiteX85" fmla="*/ 6228756 w 6858001"/>
                <a:gd name="connsiteY85" fmla="*/ 666873 h 874716"/>
                <a:gd name="connsiteX86" fmla="*/ 6361539 w 6858001"/>
                <a:gd name="connsiteY86" fmla="*/ 684210 h 874716"/>
                <a:gd name="connsiteX87" fmla="*/ 6428979 w 6858001"/>
                <a:gd name="connsiteY87" fmla="*/ 630106 h 874716"/>
                <a:gd name="connsiteX88" fmla="*/ 6463840 w 6858001"/>
                <a:gd name="connsiteY88" fmla="*/ 578098 h 874716"/>
                <a:gd name="connsiteX89" fmla="*/ 6564620 w 6858001"/>
                <a:gd name="connsiteY89" fmla="*/ 517708 h 874716"/>
                <a:gd name="connsiteX90" fmla="*/ 6588625 w 6858001"/>
                <a:gd name="connsiteY90" fmla="*/ 540187 h 874716"/>
                <a:gd name="connsiteX91" fmla="*/ 6662541 w 6858001"/>
                <a:gd name="connsiteY91" fmla="*/ 549714 h 874716"/>
                <a:gd name="connsiteX92" fmla="*/ 6742552 w 6858001"/>
                <a:gd name="connsiteY92" fmla="*/ 548952 h 874716"/>
                <a:gd name="connsiteX93" fmla="*/ 6812063 w 6858001"/>
                <a:gd name="connsiteY93" fmla="*/ 568430 h 874716"/>
                <a:gd name="connsiteX94" fmla="*/ 6858001 w 6858001"/>
                <a:gd name="connsiteY94" fmla="*/ 562267 h 874716"/>
                <a:gd name="connsiteX95" fmla="*/ 6858001 w 6858001"/>
                <a:gd name="connsiteY95" fmla="*/ 734520 h 874716"/>
                <a:gd name="connsiteX96" fmla="*/ 6815516 w 6858001"/>
                <a:gd name="connsiteY96" fmla="*/ 744220 h 874716"/>
                <a:gd name="connsiteX97" fmla="*/ 6748458 w 6858001"/>
                <a:gd name="connsiteY97" fmla="*/ 763271 h 874716"/>
                <a:gd name="connsiteX98" fmla="*/ 6584812 w 6858001"/>
                <a:gd name="connsiteY98" fmla="*/ 784797 h 874716"/>
                <a:gd name="connsiteX99" fmla="*/ 6415833 w 6858001"/>
                <a:gd name="connsiteY99" fmla="*/ 805562 h 874716"/>
                <a:gd name="connsiteX100" fmla="*/ 6323058 w 6858001"/>
                <a:gd name="connsiteY100" fmla="*/ 812420 h 874716"/>
                <a:gd name="connsiteX101" fmla="*/ 6242093 w 6858001"/>
                <a:gd name="connsiteY101" fmla="*/ 823281 h 874716"/>
                <a:gd name="connsiteX102" fmla="*/ 6171605 w 6858001"/>
                <a:gd name="connsiteY102" fmla="*/ 830139 h 874716"/>
                <a:gd name="connsiteX103" fmla="*/ 6059397 w 6858001"/>
                <a:gd name="connsiteY103" fmla="*/ 844045 h 874716"/>
                <a:gd name="connsiteX104" fmla="*/ 6012723 w 6858001"/>
                <a:gd name="connsiteY104" fmla="*/ 847665 h 874716"/>
                <a:gd name="connsiteX105" fmla="*/ 5902610 w 6858001"/>
                <a:gd name="connsiteY105" fmla="*/ 847473 h 874716"/>
                <a:gd name="connsiteX106" fmla="*/ 5864318 w 6858001"/>
                <a:gd name="connsiteY106" fmla="*/ 845569 h 874716"/>
                <a:gd name="connsiteX107" fmla="*/ 5790592 w 6858001"/>
                <a:gd name="connsiteY107" fmla="*/ 821947 h 874716"/>
                <a:gd name="connsiteX108" fmla="*/ 5781830 w 6858001"/>
                <a:gd name="connsiteY108" fmla="*/ 820233 h 874716"/>
                <a:gd name="connsiteX109" fmla="*/ 5733440 w 6858001"/>
                <a:gd name="connsiteY109" fmla="*/ 810896 h 874716"/>
                <a:gd name="connsiteX110" fmla="*/ 5706959 w 6858001"/>
                <a:gd name="connsiteY110" fmla="*/ 807848 h 874716"/>
                <a:gd name="connsiteX111" fmla="*/ 5606372 w 6858001"/>
                <a:gd name="connsiteY111" fmla="*/ 788417 h 874716"/>
                <a:gd name="connsiteX112" fmla="*/ 5548460 w 6858001"/>
                <a:gd name="connsiteY112" fmla="*/ 779273 h 874716"/>
                <a:gd name="connsiteX113" fmla="*/ 5501594 w 6858001"/>
                <a:gd name="connsiteY113" fmla="*/ 780607 h 874716"/>
                <a:gd name="connsiteX114" fmla="*/ 5419295 w 6858001"/>
                <a:gd name="connsiteY114" fmla="*/ 782321 h 874716"/>
                <a:gd name="connsiteX115" fmla="*/ 5393005 w 6858001"/>
                <a:gd name="connsiteY115" fmla="*/ 786703 h 874716"/>
                <a:gd name="connsiteX116" fmla="*/ 5274129 w 6858001"/>
                <a:gd name="connsiteY116" fmla="*/ 774129 h 874716"/>
                <a:gd name="connsiteX117" fmla="*/ 5206308 w 6858001"/>
                <a:gd name="connsiteY117" fmla="*/ 773177 h 874716"/>
                <a:gd name="connsiteX118" fmla="*/ 5129916 w 6858001"/>
                <a:gd name="connsiteY118" fmla="*/ 757554 h 874716"/>
                <a:gd name="connsiteX119" fmla="*/ 5107627 w 6858001"/>
                <a:gd name="connsiteY119" fmla="*/ 758316 h 874716"/>
                <a:gd name="connsiteX120" fmla="*/ 5082670 w 6858001"/>
                <a:gd name="connsiteY120" fmla="*/ 759651 h 874716"/>
                <a:gd name="connsiteX121" fmla="*/ 5006086 w 6858001"/>
                <a:gd name="connsiteY121" fmla="*/ 760795 h 874716"/>
                <a:gd name="connsiteX122" fmla="*/ 4959602 w 6858001"/>
                <a:gd name="connsiteY122" fmla="*/ 766509 h 874716"/>
                <a:gd name="connsiteX123" fmla="*/ 4871019 w 6858001"/>
                <a:gd name="connsiteY123" fmla="*/ 763081 h 874716"/>
                <a:gd name="connsiteX124" fmla="*/ 4838250 w 6858001"/>
                <a:gd name="connsiteY124" fmla="*/ 768033 h 874716"/>
                <a:gd name="connsiteX125" fmla="*/ 4755381 w 6858001"/>
                <a:gd name="connsiteY125" fmla="*/ 768605 h 874716"/>
                <a:gd name="connsiteX126" fmla="*/ 4681083 w 6858001"/>
                <a:gd name="connsiteY126" fmla="*/ 765747 h 874716"/>
                <a:gd name="connsiteX127" fmla="*/ 4609452 w 6858001"/>
                <a:gd name="connsiteY127" fmla="*/ 767271 h 874716"/>
                <a:gd name="connsiteX128" fmla="*/ 4558207 w 6858001"/>
                <a:gd name="connsiteY128" fmla="*/ 773557 h 874716"/>
                <a:gd name="connsiteX129" fmla="*/ 4502579 w 6858001"/>
                <a:gd name="connsiteY129" fmla="*/ 777367 h 874716"/>
                <a:gd name="connsiteX130" fmla="*/ 4349222 w 6858001"/>
                <a:gd name="connsiteY130" fmla="*/ 800038 h 874716"/>
                <a:gd name="connsiteX131" fmla="*/ 4320837 w 6858001"/>
                <a:gd name="connsiteY131" fmla="*/ 794514 h 874716"/>
                <a:gd name="connsiteX132" fmla="*/ 4159667 w 6858001"/>
                <a:gd name="connsiteY132" fmla="*/ 789370 h 874716"/>
                <a:gd name="connsiteX133" fmla="*/ 4124614 w 6858001"/>
                <a:gd name="connsiteY133" fmla="*/ 789752 h 874716"/>
                <a:gd name="connsiteX134" fmla="*/ 4030503 w 6858001"/>
                <a:gd name="connsiteY134" fmla="*/ 767271 h 874716"/>
                <a:gd name="connsiteX135" fmla="*/ 3885338 w 6858001"/>
                <a:gd name="connsiteY135" fmla="*/ 802896 h 874716"/>
                <a:gd name="connsiteX136" fmla="*/ 3749506 w 6858001"/>
                <a:gd name="connsiteY136" fmla="*/ 847473 h 874716"/>
                <a:gd name="connsiteX137" fmla="*/ 3732361 w 6858001"/>
                <a:gd name="connsiteY137" fmla="*/ 853190 h 874716"/>
                <a:gd name="connsiteX138" fmla="*/ 3683591 w 6858001"/>
                <a:gd name="connsiteY138" fmla="*/ 862906 h 874716"/>
                <a:gd name="connsiteX139" fmla="*/ 3623201 w 6858001"/>
                <a:gd name="connsiteY139" fmla="*/ 866334 h 874716"/>
                <a:gd name="connsiteX140" fmla="*/ 3546617 w 6858001"/>
                <a:gd name="connsiteY140" fmla="*/ 874716 h 874716"/>
                <a:gd name="connsiteX141" fmla="*/ 3485275 w 6858001"/>
                <a:gd name="connsiteY141" fmla="*/ 864238 h 874716"/>
                <a:gd name="connsiteX142" fmla="*/ 3399546 w 6858001"/>
                <a:gd name="connsiteY142" fmla="*/ 848618 h 874716"/>
                <a:gd name="connsiteX143" fmla="*/ 3318771 w 6858001"/>
                <a:gd name="connsiteY143" fmla="*/ 833757 h 874716"/>
                <a:gd name="connsiteX144" fmla="*/ 3293244 w 6858001"/>
                <a:gd name="connsiteY144" fmla="*/ 851284 h 874716"/>
                <a:gd name="connsiteX145" fmla="*/ 3253809 w 6858001"/>
                <a:gd name="connsiteY145" fmla="*/ 866524 h 874716"/>
                <a:gd name="connsiteX146" fmla="*/ 3209993 w 6858001"/>
                <a:gd name="connsiteY146" fmla="*/ 848235 h 874716"/>
                <a:gd name="connsiteX147" fmla="*/ 3107500 w 6858001"/>
                <a:gd name="connsiteY147" fmla="*/ 810326 h 874716"/>
                <a:gd name="connsiteX148" fmla="*/ 3042728 w 6858001"/>
                <a:gd name="connsiteY148" fmla="*/ 808610 h 874716"/>
                <a:gd name="connsiteX149" fmla="*/ 2901943 w 6858001"/>
                <a:gd name="connsiteY149" fmla="*/ 792418 h 874716"/>
                <a:gd name="connsiteX150" fmla="*/ 2809930 w 6858001"/>
                <a:gd name="connsiteY150" fmla="*/ 769367 h 874716"/>
                <a:gd name="connsiteX151" fmla="*/ 2743826 w 6858001"/>
                <a:gd name="connsiteY151" fmla="*/ 743268 h 874716"/>
                <a:gd name="connsiteX152" fmla="*/ 2649143 w 6858001"/>
                <a:gd name="connsiteY152" fmla="*/ 709167 h 874716"/>
                <a:gd name="connsiteX153" fmla="*/ 2554079 w 6858001"/>
                <a:gd name="connsiteY153" fmla="*/ 691450 h 874716"/>
                <a:gd name="connsiteX154" fmla="*/ 2485307 w 6858001"/>
                <a:gd name="connsiteY154" fmla="*/ 669160 h 874716"/>
                <a:gd name="connsiteX155" fmla="*/ 2401292 w 6858001"/>
                <a:gd name="connsiteY155" fmla="*/ 653919 h 874716"/>
                <a:gd name="connsiteX156" fmla="*/ 2330806 w 6858001"/>
                <a:gd name="connsiteY156" fmla="*/ 653349 h 874716"/>
                <a:gd name="connsiteX157" fmla="*/ 2220312 w 6858001"/>
                <a:gd name="connsiteY157" fmla="*/ 656015 h 874716"/>
                <a:gd name="connsiteX158" fmla="*/ 2085054 w 6858001"/>
                <a:gd name="connsiteY158" fmla="*/ 609914 h 874716"/>
                <a:gd name="connsiteX159" fmla="*/ 2030378 w 6858001"/>
                <a:gd name="connsiteY159" fmla="*/ 599625 h 874716"/>
                <a:gd name="connsiteX160" fmla="*/ 1978940 w 6858001"/>
                <a:gd name="connsiteY160" fmla="*/ 594863 h 874716"/>
                <a:gd name="connsiteX161" fmla="*/ 1869780 w 6858001"/>
                <a:gd name="connsiteY161" fmla="*/ 564192 h 874716"/>
                <a:gd name="connsiteX162" fmla="*/ 1825393 w 6858001"/>
                <a:gd name="connsiteY162" fmla="*/ 554094 h 874716"/>
                <a:gd name="connsiteX163" fmla="*/ 1763287 w 6858001"/>
                <a:gd name="connsiteY163" fmla="*/ 554286 h 874716"/>
                <a:gd name="connsiteX164" fmla="*/ 1650317 w 6858001"/>
                <a:gd name="connsiteY164" fmla="*/ 540187 h 874716"/>
                <a:gd name="connsiteX165" fmla="*/ 1537537 w 6858001"/>
                <a:gd name="connsiteY165" fmla="*/ 499038 h 874716"/>
                <a:gd name="connsiteX166" fmla="*/ 1489720 w 6858001"/>
                <a:gd name="connsiteY166" fmla="*/ 503038 h 874716"/>
                <a:gd name="connsiteX167" fmla="*/ 1472575 w 6858001"/>
                <a:gd name="connsiteY167" fmla="*/ 502086 h 874716"/>
                <a:gd name="connsiteX168" fmla="*/ 1318456 w 6858001"/>
                <a:gd name="connsiteY168" fmla="*/ 479415 h 874716"/>
                <a:gd name="connsiteX169" fmla="*/ 1303024 w 6858001"/>
                <a:gd name="connsiteY169" fmla="*/ 476939 h 874716"/>
                <a:gd name="connsiteX170" fmla="*/ 1230633 w 6858001"/>
                <a:gd name="connsiteY170" fmla="*/ 456746 h 874716"/>
                <a:gd name="connsiteX171" fmla="*/ 1048125 w 6858001"/>
                <a:gd name="connsiteY171" fmla="*/ 444172 h 874716"/>
                <a:gd name="connsiteX172" fmla="*/ 1036887 w 6858001"/>
                <a:gd name="connsiteY172" fmla="*/ 442648 h 874716"/>
                <a:gd name="connsiteX173" fmla="*/ 975733 w 6858001"/>
                <a:gd name="connsiteY173" fmla="*/ 452744 h 874716"/>
                <a:gd name="connsiteX174" fmla="*/ 945444 w 6858001"/>
                <a:gd name="connsiteY174" fmla="*/ 467033 h 874716"/>
                <a:gd name="connsiteX175" fmla="*/ 898198 w 6858001"/>
                <a:gd name="connsiteY175" fmla="*/ 481893 h 874716"/>
                <a:gd name="connsiteX176" fmla="*/ 850189 w 6858001"/>
                <a:gd name="connsiteY176" fmla="*/ 487417 h 874716"/>
                <a:gd name="connsiteX177" fmla="*/ 769605 w 6858001"/>
                <a:gd name="connsiteY177" fmla="*/ 464937 h 874716"/>
                <a:gd name="connsiteX178" fmla="*/ 740268 w 6858001"/>
                <a:gd name="connsiteY178" fmla="*/ 462651 h 874716"/>
                <a:gd name="connsiteX179" fmla="*/ 674923 w 6858001"/>
                <a:gd name="connsiteY179" fmla="*/ 451792 h 874716"/>
                <a:gd name="connsiteX180" fmla="*/ 617772 w 6858001"/>
                <a:gd name="connsiteY180" fmla="*/ 452554 h 874716"/>
                <a:gd name="connsiteX181" fmla="*/ 571860 w 6858001"/>
                <a:gd name="connsiteY181" fmla="*/ 469891 h 874716"/>
                <a:gd name="connsiteX182" fmla="*/ 505182 w 6858001"/>
                <a:gd name="connsiteY182" fmla="*/ 473319 h 874716"/>
                <a:gd name="connsiteX183" fmla="*/ 462126 w 6858001"/>
                <a:gd name="connsiteY183" fmla="*/ 460747 h 874716"/>
                <a:gd name="connsiteX184" fmla="*/ 453364 w 6858001"/>
                <a:gd name="connsiteY184" fmla="*/ 459033 h 874716"/>
                <a:gd name="connsiteX185" fmla="*/ 340774 w 6858001"/>
                <a:gd name="connsiteY185" fmla="*/ 458268 h 874716"/>
                <a:gd name="connsiteX186" fmla="*/ 200182 w 6858001"/>
                <a:gd name="connsiteY186" fmla="*/ 496180 h 874716"/>
                <a:gd name="connsiteX187" fmla="*/ 176939 w 6858001"/>
                <a:gd name="connsiteY187" fmla="*/ 504182 h 874716"/>
                <a:gd name="connsiteX188" fmla="*/ 63587 w 6858001"/>
                <a:gd name="connsiteY188" fmla="*/ 518088 h 874716"/>
                <a:gd name="connsiteX189" fmla="*/ 2817 w 6858001"/>
                <a:gd name="connsiteY189" fmla="*/ 532187 h 874716"/>
                <a:gd name="connsiteX190" fmla="*/ 0 w 6858001"/>
                <a:gd name="connsiteY190" fmla="*/ 533314 h 874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Lst>
              <a:rect l="l" t="t" r="r" b="b"/>
              <a:pathLst>
                <a:path w="6858001" h="874716">
                  <a:moveTo>
                    <a:pt x="0" y="533314"/>
                  </a:moveTo>
                  <a:lnTo>
                    <a:pt x="0" y="69206"/>
                  </a:lnTo>
                  <a:lnTo>
                    <a:pt x="21486" y="71924"/>
                  </a:lnTo>
                  <a:cubicBezTo>
                    <a:pt x="92546" y="60493"/>
                    <a:pt x="159604" y="87354"/>
                    <a:pt x="228948" y="88116"/>
                  </a:cubicBezTo>
                  <a:cubicBezTo>
                    <a:pt x="260382" y="88496"/>
                    <a:pt x="291435" y="94592"/>
                    <a:pt x="313533" y="62779"/>
                  </a:cubicBezTo>
                  <a:cubicBezTo>
                    <a:pt x="316389" y="58587"/>
                    <a:pt x="330298" y="60873"/>
                    <a:pt x="338870" y="62207"/>
                  </a:cubicBezTo>
                  <a:cubicBezTo>
                    <a:pt x="357921" y="65066"/>
                    <a:pt x="376781" y="72304"/>
                    <a:pt x="395640" y="72114"/>
                  </a:cubicBezTo>
                  <a:cubicBezTo>
                    <a:pt x="434695" y="71924"/>
                    <a:pt x="473939" y="68876"/>
                    <a:pt x="512802" y="65446"/>
                  </a:cubicBezTo>
                  <a:cubicBezTo>
                    <a:pt x="527470" y="64112"/>
                    <a:pt x="541569" y="58969"/>
                    <a:pt x="556047" y="55349"/>
                  </a:cubicBezTo>
                  <a:cubicBezTo>
                    <a:pt x="564048" y="53253"/>
                    <a:pt x="572622" y="47729"/>
                    <a:pt x="580050" y="48871"/>
                  </a:cubicBezTo>
                  <a:cubicBezTo>
                    <a:pt x="623106" y="55539"/>
                    <a:pt x="662541" y="39157"/>
                    <a:pt x="703308" y="30964"/>
                  </a:cubicBezTo>
                  <a:cubicBezTo>
                    <a:pt x="722169" y="27154"/>
                    <a:pt x="739886" y="18010"/>
                    <a:pt x="758174" y="11724"/>
                  </a:cubicBezTo>
                  <a:cubicBezTo>
                    <a:pt x="762936" y="10008"/>
                    <a:pt x="768271" y="8484"/>
                    <a:pt x="773035" y="8866"/>
                  </a:cubicBezTo>
                  <a:cubicBezTo>
                    <a:pt x="800276" y="11152"/>
                    <a:pt x="827329" y="14390"/>
                    <a:pt x="854379" y="16866"/>
                  </a:cubicBezTo>
                  <a:cubicBezTo>
                    <a:pt x="878956" y="19152"/>
                    <a:pt x="903722" y="19914"/>
                    <a:pt x="915343" y="47919"/>
                  </a:cubicBezTo>
                  <a:cubicBezTo>
                    <a:pt x="917059" y="52301"/>
                    <a:pt x="922773" y="55539"/>
                    <a:pt x="927155" y="58397"/>
                  </a:cubicBezTo>
                  <a:cubicBezTo>
                    <a:pt x="994785" y="102405"/>
                    <a:pt x="1030980" y="101261"/>
                    <a:pt x="1097087" y="54777"/>
                  </a:cubicBezTo>
                  <a:cubicBezTo>
                    <a:pt x="1103945" y="50015"/>
                    <a:pt x="1118613" y="46585"/>
                    <a:pt x="1123185" y="50395"/>
                  </a:cubicBezTo>
                  <a:cubicBezTo>
                    <a:pt x="1162049" y="82020"/>
                    <a:pt x="1204532" y="78590"/>
                    <a:pt x="1249302" y="68684"/>
                  </a:cubicBezTo>
                  <a:cubicBezTo>
                    <a:pt x="1260922" y="66018"/>
                    <a:pt x="1277307" y="66018"/>
                    <a:pt x="1286069" y="72304"/>
                  </a:cubicBezTo>
                  <a:cubicBezTo>
                    <a:pt x="1327790" y="101451"/>
                    <a:pt x="1372560" y="97261"/>
                    <a:pt x="1417899" y="88688"/>
                  </a:cubicBezTo>
                  <a:cubicBezTo>
                    <a:pt x="1424948" y="87354"/>
                    <a:pt x="1433522" y="80114"/>
                    <a:pt x="1436568" y="73448"/>
                  </a:cubicBezTo>
                  <a:cubicBezTo>
                    <a:pt x="1447428" y="49825"/>
                    <a:pt x="1467813" y="41823"/>
                    <a:pt x="1490292" y="35154"/>
                  </a:cubicBezTo>
                  <a:cubicBezTo>
                    <a:pt x="1525727" y="24296"/>
                    <a:pt x="1560588" y="11532"/>
                    <a:pt x="1596213" y="1245"/>
                  </a:cubicBezTo>
                  <a:cubicBezTo>
                    <a:pt x="1604978" y="-1231"/>
                    <a:pt x="1615836" y="293"/>
                    <a:pt x="1624980" y="3150"/>
                  </a:cubicBezTo>
                  <a:cubicBezTo>
                    <a:pt x="1656223" y="12866"/>
                    <a:pt x="1676036" y="37251"/>
                    <a:pt x="1697753" y="59731"/>
                  </a:cubicBezTo>
                  <a:cubicBezTo>
                    <a:pt x="1707279" y="69638"/>
                    <a:pt x="1720423" y="76686"/>
                    <a:pt x="1733188" y="82400"/>
                  </a:cubicBezTo>
                  <a:cubicBezTo>
                    <a:pt x="1766335" y="97071"/>
                    <a:pt x="1800246" y="110215"/>
                    <a:pt x="1833775" y="124121"/>
                  </a:cubicBezTo>
                  <a:cubicBezTo>
                    <a:pt x="1837013" y="125455"/>
                    <a:pt x="1839679" y="128884"/>
                    <a:pt x="1842158" y="131742"/>
                  </a:cubicBezTo>
                  <a:cubicBezTo>
                    <a:pt x="1866922" y="161843"/>
                    <a:pt x="1891497" y="192132"/>
                    <a:pt x="1916454" y="222233"/>
                  </a:cubicBezTo>
                  <a:cubicBezTo>
                    <a:pt x="1921216" y="227947"/>
                    <a:pt x="1928076" y="232139"/>
                    <a:pt x="1933219" y="237663"/>
                  </a:cubicBezTo>
                  <a:cubicBezTo>
                    <a:pt x="1940459" y="245283"/>
                    <a:pt x="1949603" y="252524"/>
                    <a:pt x="1953413" y="261668"/>
                  </a:cubicBezTo>
                  <a:cubicBezTo>
                    <a:pt x="1965224" y="290433"/>
                    <a:pt x="1987894" y="302817"/>
                    <a:pt x="2016469" y="308151"/>
                  </a:cubicBezTo>
                  <a:cubicBezTo>
                    <a:pt x="2042570" y="313104"/>
                    <a:pt x="2068669" y="317296"/>
                    <a:pt x="2094578" y="323010"/>
                  </a:cubicBezTo>
                  <a:cubicBezTo>
                    <a:pt x="2126201" y="329868"/>
                    <a:pt x="2157636" y="337298"/>
                    <a:pt x="2188879" y="345681"/>
                  </a:cubicBezTo>
                  <a:cubicBezTo>
                    <a:pt x="2202404" y="349301"/>
                    <a:pt x="2216692" y="353491"/>
                    <a:pt x="2228314" y="360921"/>
                  </a:cubicBezTo>
                  <a:cubicBezTo>
                    <a:pt x="2260890" y="381496"/>
                    <a:pt x="2295753" y="395402"/>
                    <a:pt x="2334044" y="389878"/>
                  </a:cubicBezTo>
                  <a:cubicBezTo>
                    <a:pt x="2364715" y="385496"/>
                    <a:pt x="2390434" y="396736"/>
                    <a:pt x="2409485" y="414263"/>
                  </a:cubicBezTo>
                  <a:cubicBezTo>
                    <a:pt x="2444158" y="446078"/>
                    <a:pt x="2481305" y="438838"/>
                    <a:pt x="2518264" y="428552"/>
                  </a:cubicBezTo>
                  <a:cubicBezTo>
                    <a:pt x="2537315" y="423217"/>
                    <a:pt x="2552935" y="423979"/>
                    <a:pt x="2571034" y="429122"/>
                  </a:cubicBezTo>
                  <a:cubicBezTo>
                    <a:pt x="2612945" y="441124"/>
                    <a:pt x="2640950" y="473701"/>
                    <a:pt x="2668001" y="502276"/>
                  </a:cubicBezTo>
                  <a:cubicBezTo>
                    <a:pt x="2691054" y="526661"/>
                    <a:pt x="2716963" y="540377"/>
                    <a:pt x="2745348" y="550666"/>
                  </a:cubicBezTo>
                  <a:cubicBezTo>
                    <a:pt x="2781163" y="563810"/>
                    <a:pt x="2809548" y="558858"/>
                    <a:pt x="2826694" y="527233"/>
                  </a:cubicBezTo>
                  <a:cubicBezTo>
                    <a:pt x="2831457" y="518278"/>
                    <a:pt x="2839839" y="507800"/>
                    <a:pt x="2848793" y="505134"/>
                  </a:cubicBezTo>
                  <a:cubicBezTo>
                    <a:pt x="2892037" y="491800"/>
                    <a:pt x="2935854" y="472367"/>
                    <a:pt x="2982148" y="484179"/>
                  </a:cubicBezTo>
                  <a:cubicBezTo>
                    <a:pt x="3046158" y="500372"/>
                    <a:pt x="3108644" y="499420"/>
                    <a:pt x="3172654" y="483417"/>
                  </a:cubicBezTo>
                  <a:cubicBezTo>
                    <a:pt x="3276480" y="457508"/>
                    <a:pt x="3380305" y="430076"/>
                    <a:pt x="3489467" y="435790"/>
                  </a:cubicBezTo>
                  <a:cubicBezTo>
                    <a:pt x="3507563" y="436742"/>
                    <a:pt x="3529090" y="425121"/>
                    <a:pt x="3544713" y="413691"/>
                  </a:cubicBezTo>
                  <a:cubicBezTo>
                    <a:pt x="3574622" y="391974"/>
                    <a:pt x="3573288" y="390258"/>
                    <a:pt x="3606817" y="408167"/>
                  </a:cubicBezTo>
                  <a:cubicBezTo>
                    <a:pt x="3614819" y="412549"/>
                    <a:pt x="3624725" y="415215"/>
                    <a:pt x="3630632" y="421693"/>
                  </a:cubicBezTo>
                  <a:cubicBezTo>
                    <a:pt x="3660731" y="454650"/>
                    <a:pt x="3697880" y="446648"/>
                    <a:pt x="3734837" y="441886"/>
                  </a:cubicBezTo>
                  <a:cubicBezTo>
                    <a:pt x="3741315" y="440934"/>
                    <a:pt x="3749125" y="439600"/>
                    <a:pt x="3754652" y="442268"/>
                  </a:cubicBezTo>
                  <a:cubicBezTo>
                    <a:pt x="3779607" y="454268"/>
                    <a:pt x="3800753" y="450078"/>
                    <a:pt x="3822472" y="433694"/>
                  </a:cubicBezTo>
                  <a:cubicBezTo>
                    <a:pt x="3841331" y="419597"/>
                    <a:pt x="3863049" y="411215"/>
                    <a:pt x="3885338" y="428742"/>
                  </a:cubicBezTo>
                  <a:cubicBezTo>
                    <a:pt x="3934870" y="467605"/>
                    <a:pt x="3987829" y="469509"/>
                    <a:pt x="4043839" y="444934"/>
                  </a:cubicBezTo>
                  <a:cubicBezTo>
                    <a:pt x="4083845" y="427407"/>
                    <a:pt x="4123280" y="423407"/>
                    <a:pt x="4165383" y="441124"/>
                  </a:cubicBezTo>
                  <a:cubicBezTo>
                    <a:pt x="4181576" y="447982"/>
                    <a:pt x="4202531" y="443410"/>
                    <a:pt x="4221391" y="444934"/>
                  </a:cubicBezTo>
                  <a:cubicBezTo>
                    <a:pt x="4232060" y="445696"/>
                    <a:pt x="4243872" y="445886"/>
                    <a:pt x="4253014" y="450650"/>
                  </a:cubicBezTo>
                  <a:cubicBezTo>
                    <a:pt x="4277401" y="462843"/>
                    <a:pt x="4300070" y="478463"/>
                    <a:pt x="4324645" y="490466"/>
                  </a:cubicBezTo>
                  <a:cubicBezTo>
                    <a:pt x="4336457" y="496180"/>
                    <a:pt x="4350554" y="499228"/>
                    <a:pt x="4363890" y="499420"/>
                  </a:cubicBezTo>
                  <a:cubicBezTo>
                    <a:pt x="4403325" y="500372"/>
                    <a:pt x="4442761" y="500372"/>
                    <a:pt x="4482004" y="498658"/>
                  </a:cubicBezTo>
                  <a:cubicBezTo>
                    <a:pt x="4546776" y="495990"/>
                    <a:pt x="4612500" y="495418"/>
                    <a:pt x="4659174" y="438648"/>
                  </a:cubicBezTo>
                  <a:cubicBezTo>
                    <a:pt x="4662986" y="434076"/>
                    <a:pt x="4671176" y="431408"/>
                    <a:pt x="4677655" y="430646"/>
                  </a:cubicBezTo>
                  <a:cubicBezTo>
                    <a:pt x="4707564" y="427027"/>
                    <a:pt x="4738235" y="426645"/>
                    <a:pt x="4767764" y="420739"/>
                  </a:cubicBezTo>
                  <a:cubicBezTo>
                    <a:pt x="4791386" y="415977"/>
                    <a:pt x="4811009" y="417501"/>
                    <a:pt x="4828916" y="434266"/>
                  </a:cubicBezTo>
                  <a:cubicBezTo>
                    <a:pt x="4852348" y="456364"/>
                    <a:pt x="4880925" y="469319"/>
                    <a:pt x="4912168" y="462271"/>
                  </a:cubicBezTo>
                  <a:cubicBezTo>
                    <a:pt x="4943409" y="455412"/>
                    <a:pt x="4963984" y="470271"/>
                    <a:pt x="4987037" y="485703"/>
                  </a:cubicBezTo>
                  <a:cubicBezTo>
                    <a:pt x="5003801" y="496942"/>
                    <a:pt x="5022852" y="511040"/>
                    <a:pt x="5041521" y="512182"/>
                  </a:cubicBezTo>
                  <a:cubicBezTo>
                    <a:pt x="5083814" y="514658"/>
                    <a:pt x="5120201" y="553904"/>
                    <a:pt x="5166113" y="531615"/>
                  </a:cubicBezTo>
                  <a:cubicBezTo>
                    <a:pt x="5169161" y="530091"/>
                    <a:pt x="5174685" y="533901"/>
                    <a:pt x="5179067" y="534853"/>
                  </a:cubicBezTo>
                  <a:cubicBezTo>
                    <a:pt x="5214121" y="542093"/>
                    <a:pt x="5247078" y="535043"/>
                    <a:pt x="5272796" y="511230"/>
                  </a:cubicBezTo>
                  <a:cubicBezTo>
                    <a:pt x="5306516" y="480177"/>
                    <a:pt x="5343855" y="477129"/>
                    <a:pt x="5385384" y="487227"/>
                  </a:cubicBezTo>
                  <a:cubicBezTo>
                    <a:pt x="5398721" y="490466"/>
                    <a:pt x="5412057" y="492752"/>
                    <a:pt x="5425582" y="495418"/>
                  </a:cubicBezTo>
                  <a:cubicBezTo>
                    <a:pt x="5443870" y="499228"/>
                    <a:pt x="5462351" y="503230"/>
                    <a:pt x="5480637" y="507040"/>
                  </a:cubicBezTo>
                  <a:cubicBezTo>
                    <a:pt x="5498356" y="510850"/>
                    <a:pt x="5517979" y="517326"/>
                    <a:pt x="5531693" y="500944"/>
                  </a:cubicBezTo>
                  <a:cubicBezTo>
                    <a:pt x="5543506" y="486845"/>
                    <a:pt x="5551888" y="488179"/>
                    <a:pt x="5562746" y="500372"/>
                  </a:cubicBezTo>
                  <a:cubicBezTo>
                    <a:pt x="5600467" y="543045"/>
                    <a:pt x="5646189" y="569716"/>
                    <a:pt x="5704483" y="571620"/>
                  </a:cubicBezTo>
                  <a:cubicBezTo>
                    <a:pt x="5716485" y="572002"/>
                    <a:pt x="5728678" y="574668"/>
                    <a:pt x="5740488" y="577526"/>
                  </a:cubicBezTo>
                  <a:cubicBezTo>
                    <a:pt x="5747728" y="579241"/>
                    <a:pt x="5756493" y="581147"/>
                    <a:pt x="5760873" y="586291"/>
                  </a:cubicBezTo>
                  <a:cubicBezTo>
                    <a:pt x="5794974" y="625534"/>
                    <a:pt x="5837457" y="652777"/>
                    <a:pt x="5883751" y="674686"/>
                  </a:cubicBezTo>
                  <a:cubicBezTo>
                    <a:pt x="5900323" y="682496"/>
                    <a:pt x="5918042" y="690306"/>
                    <a:pt x="5935949" y="692592"/>
                  </a:cubicBezTo>
                  <a:cubicBezTo>
                    <a:pt x="5954617" y="694878"/>
                    <a:pt x="5974240" y="691068"/>
                    <a:pt x="5993291" y="688972"/>
                  </a:cubicBezTo>
                  <a:cubicBezTo>
                    <a:pt x="6004531" y="687830"/>
                    <a:pt x="6017485" y="688020"/>
                    <a:pt x="6026440" y="682496"/>
                  </a:cubicBezTo>
                  <a:cubicBezTo>
                    <a:pt x="6054825" y="665159"/>
                    <a:pt x="6082258" y="646491"/>
                    <a:pt x="6108738" y="626296"/>
                  </a:cubicBezTo>
                  <a:cubicBezTo>
                    <a:pt x="6131409" y="608960"/>
                    <a:pt x="6135981" y="606483"/>
                    <a:pt x="6155602" y="628202"/>
                  </a:cubicBezTo>
                  <a:cubicBezTo>
                    <a:pt x="6175797" y="650491"/>
                    <a:pt x="6200944" y="662111"/>
                    <a:pt x="6228756" y="666873"/>
                  </a:cubicBezTo>
                  <a:cubicBezTo>
                    <a:pt x="6272764" y="674304"/>
                    <a:pt x="6317151" y="680590"/>
                    <a:pt x="6361539" y="684210"/>
                  </a:cubicBezTo>
                  <a:cubicBezTo>
                    <a:pt x="6401736" y="687448"/>
                    <a:pt x="6420977" y="669922"/>
                    <a:pt x="6428979" y="630106"/>
                  </a:cubicBezTo>
                  <a:cubicBezTo>
                    <a:pt x="6433551" y="608007"/>
                    <a:pt x="6439458" y="584003"/>
                    <a:pt x="6463840" y="578098"/>
                  </a:cubicBezTo>
                  <a:cubicBezTo>
                    <a:pt x="6503658" y="568572"/>
                    <a:pt x="6544997" y="564382"/>
                    <a:pt x="6564620" y="517708"/>
                  </a:cubicBezTo>
                  <a:cubicBezTo>
                    <a:pt x="6575478" y="527995"/>
                    <a:pt x="6582146" y="534091"/>
                    <a:pt x="6588625" y="540187"/>
                  </a:cubicBezTo>
                  <a:cubicBezTo>
                    <a:pt x="6606531" y="557142"/>
                    <a:pt x="6643678" y="564382"/>
                    <a:pt x="6662541" y="549714"/>
                  </a:cubicBezTo>
                  <a:cubicBezTo>
                    <a:pt x="6690354" y="528377"/>
                    <a:pt x="6715883" y="532377"/>
                    <a:pt x="6742552" y="548952"/>
                  </a:cubicBezTo>
                  <a:cubicBezTo>
                    <a:pt x="6764841" y="562668"/>
                    <a:pt x="6788417" y="567954"/>
                    <a:pt x="6812063" y="568430"/>
                  </a:cubicBezTo>
                  <a:lnTo>
                    <a:pt x="6858001" y="562267"/>
                  </a:lnTo>
                  <a:lnTo>
                    <a:pt x="6858001" y="734520"/>
                  </a:lnTo>
                  <a:lnTo>
                    <a:pt x="6815516" y="744220"/>
                  </a:lnTo>
                  <a:cubicBezTo>
                    <a:pt x="6793035" y="749744"/>
                    <a:pt x="6771319" y="759651"/>
                    <a:pt x="6748458" y="763271"/>
                  </a:cubicBezTo>
                  <a:cubicBezTo>
                    <a:pt x="6694164" y="771843"/>
                    <a:pt x="6639488" y="777939"/>
                    <a:pt x="6584812" y="784797"/>
                  </a:cubicBezTo>
                  <a:cubicBezTo>
                    <a:pt x="6528424" y="791846"/>
                    <a:pt x="6472225" y="799276"/>
                    <a:pt x="6415833" y="805562"/>
                  </a:cubicBezTo>
                  <a:cubicBezTo>
                    <a:pt x="6384972" y="808802"/>
                    <a:pt x="6353919" y="809372"/>
                    <a:pt x="6323058" y="812420"/>
                  </a:cubicBezTo>
                  <a:cubicBezTo>
                    <a:pt x="6296005" y="815088"/>
                    <a:pt x="6269144" y="820041"/>
                    <a:pt x="6242093" y="823281"/>
                  </a:cubicBezTo>
                  <a:cubicBezTo>
                    <a:pt x="6218660" y="825947"/>
                    <a:pt x="6195037" y="827471"/>
                    <a:pt x="6171605" y="830139"/>
                  </a:cubicBezTo>
                  <a:cubicBezTo>
                    <a:pt x="6134075" y="834519"/>
                    <a:pt x="6096736" y="839473"/>
                    <a:pt x="6059397" y="844045"/>
                  </a:cubicBezTo>
                  <a:cubicBezTo>
                    <a:pt x="6043776" y="845759"/>
                    <a:pt x="6027392" y="850522"/>
                    <a:pt x="6012723" y="847665"/>
                  </a:cubicBezTo>
                  <a:cubicBezTo>
                    <a:pt x="5975764" y="840425"/>
                    <a:pt x="5939377" y="842521"/>
                    <a:pt x="5902610" y="847473"/>
                  </a:cubicBezTo>
                  <a:cubicBezTo>
                    <a:pt x="5890037" y="849190"/>
                    <a:pt x="5876511" y="848808"/>
                    <a:pt x="5864318" y="845569"/>
                  </a:cubicBezTo>
                  <a:cubicBezTo>
                    <a:pt x="5839361" y="839091"/>
                    <a:pt x="5815169" y="829947"/>
                    <a:pt x="5790592" y="821947"/>
                  </a:cubicBezTo>
                  <a:cubicBezTo>
                    <a:pt x="5787924" y="820995"/>
                    <a:pt x="5784686" y="820803"/>
                    <a:pt x="5781830" y="820233"/>
                  </a:cubicBezTo>
                  <a:cubicBezTo>
                    <a:pt x="5765635" y="816992"/>
                    <a:pt x="5749634" y="813754"/>
                    <a:pt x="5733440" y="810896"/>
                  </a:cubicBezTo>
                  <a:cubicBezTo>
                    <a:pt x="5724678" y="809372"/>
                    <a:pt x="5715723" y="809182"/>
                    <a:pt x="5706959" y="807848"/>
                  </a:cubicBezTo>
                  <a:cubicBezTo>
                    <a:pt x="5673050" y="802514"/>
                    <a:pt x="5635711" y="811468"/>
                    <a:pt x="5606372" y="788417"/>
                  </a:cubicBezTo>
                  <a:cubicBezTo>
                    <a:pt x="5587321" y="773557"/>
                    <a:pt x="5568842" y="776987"/>
                    <a:pt x="5548460" y="779273"/>
                  </a:cubicBezTo>
                  <a:cubicBezTo>
                    <a:pt x="5533027" y="780987"/>
                    <a:pt x="5517215" y="780415"/>
                    <a:pt x="5501594" y="780607"/>
                  </a:cubicBezTo>
                  <a:cubicBezTo>
                    <a:pt x="5474161" y="781177"/>
                    <a:pt x="5446728" y="781369"/>
                    <a:pt x="5419295" y="782321"/>
                  </a:cubicBezTo>
                  <a:cubicBezTo>
                    <a:pt x="5410531" y="782701"/>
                    <a:pt x="5401579" y="787465"/>
                    <a:pt x="5393005" y="786703"/>
                  </a:cubicBezTo>
                  <a:cubicBezTo>
                    <a:pt x="5353379" y="783083"/>
                    <a:pt x="5313754" y="777367"/>
                    <a:pt x="5274129" y="774129"/>
                  </a:cubicBezTo>
                  <a:cubicBezTo>
                    <a:pt x="5251650" y="772225"/>
                    <a:pt x="5228597" y="775843"/>
                    <a:pt x="5206308" y="773177"/>
                  </a:cubicBezTo>
                  <a:cubicBezTo>
                    <a:pt x="5180591" y="770129"/>
                    <a:pt x="5155445" y="762319"/>
                    <a:pt x="5129916" y="757554"/>
                  </a:cubicBezTo>
                  <a:cubicBezTo>
                    <a:pt x="5122867" y="756222"/>
                    <a:pt x="5115057" y="757936"/>
                    <a:pt x="5107627" y="758316"/>
                  </a:cubicBezTo>
                  <a:cubicBezTo>
                    <a:pt x="5099245" y="758699"/>
                    <a:pt x="5091052" y="759461"/>
                    <a:pt x="5082670" y="759651"/>
                  </a:cubicBezTo>
                  <a:cubicBezTo>
                    <a:pt x="5057141" y="760033"/>
                    <a:pt x="5031614" y="759461"/>
                    <a:pt x="5006086" y="760795"/>
                  </a:cubicBezTo>
                  <a:cubicBezTo>
                    <a:pt x="4990465" y="761557"/>
                    <a:pt x="4974082" y="769367"/>
                    <a:pt x="4959602" y="766509"/>
                  </a:cubicBezTo>
                  <a:cubicBezTo>
                    <a:pt x="4930075" y="760985"/>
                    <a:pt x="4900546" y="773367"/>
                    <a:pt x="4871019" y="763081"/>
                  </a:cubicBezTo>
                  <a:cubicBezTo>
                    <a:pt x="4861873" y="760033"/>
                    <a:pt x="4849300" y="767653"/>
                    <a:pt x="4838250" y="768033"/>
                  </a:cubicBezTo>
                  <a:cubicBezTo>
                    <a:pt x="4810627" y="768985"/>
                    <a:pt x="4783004" y="768795"/>
                    <a:pt x="4755381" y="768605"/>
                  </a:cubicBezTo>
                  <a:cubicBezTo>
                    <a:pt x="4730614" y="768415"/>
                    <a:pt x="4704895" y="771081"/>
                    <a:pt x="4681083" y="765747"/>
                  </a:cubicBezTo>
                  <a:cubicBezTo>
                    <a:pt x="4656126" y="760033"/>
                    <a:pt x="4633647" y="760795"/>
                    <a:pt x="4609452" y="767271"/>
                  </a:cubicBezTo>
                  <a:cubicBezTo>
                    <a:pt x="4592878" y="771653"/>
                    <a:pt x="4575351" y="772225"/>
                    <a:pt x="4558207" y="773557"/>
                  </a:cubicBezTo>
                  <a:cubicBezTo>
                    <a:pt x="4539728" y="775081"/>
                    <a:pt x="4519343" y="771081"/>
                    <a:pt x="4502579" y="777367"/>
                  </a:cubicBezTo>
                  <a:cubicBezTo>
                    <a:pt x="4452665" y="796038"/>
                    <a:pt x="4401419" y="800038"/>
                    <a:pt x="4349222" y="800038"/>
                  </a:cubicBezTo>
                  <a:cubicBezTo>
                    <a:pt x="4339695" y="800038"/>
                    <a:pt x="4329979" y="797372"/>
                    <a:pt x="4320837" y="794514"/>
                  </a:cubicBezTo>
                  <a:cubicBezTo>
                    <a:pt x="4267493" y="777367"/>
                    <a:pt x="4213961" y="778891"/>
                    <a:pt x="4159667" y="789370"/>
                  </a:cubicBezTo>
                  <a:cubicBezTo>
                    <a:pt x="4148427" y="791656"/>
                    <a:pt x="4135854" y="792038"/>
                    <a:pt x="4124614" y="789752"/>
                  </a:cubicBezTo>
                  <a:cubicBezTo>
                    <a:pt x="4092989" y="783083"/>
                    <a:pt x="4062318" y="772033"/>
                    <a:pt x="4030503" y="767271"/>
                  </a:cubicBezTo>
                  <a:cubicBezTo>
                    <a:pt x="3977925" y="759461"/>
                    <a:pt x="3932394" y="785749"/>
                    <a:pt x="3885338" y="802896"/>
                  </a:cubicBezTo>
                  <a:cubicBezTo>
                    <a:pt x="3840569" y="819089"/>
                    <a:pt x="3802467" y="855666"/>
                    <a:pt x="3749506" y="847473"/>
                  </a:cubicBezTo>
                  <a:cubicBezTo>
                    <a:pt x="3744173" y="846711"/>
                    <a:pt x="3738267" y="851856"/>
                    <a:pt x="3732361" y="853190"/>
                  </a:cubicBezTo>
                  <a:cubicBezTo>
                    <a:pt x="3716168" y="856810"/>
                    <a:pt x="3699976" y="861190"/>
                    <a:pt x="3683591" y="862906"/>
                  </a:cubicBezTo>
                  <a:cubicBezTo>
                    <a:pt x="3663589" y="865192"/>
                    <a:pt x="3643204" y="864430"/>
                    <a:pt x="3623201" y="866334"/>
                  </a:cubicBezTo>
                  <a:cubicBezTo>
                    <a:pt x="3597482" y="868620"/>
                    <a:pt x="3572146" y="874716"/>
                    <a:pt x="3546617" y="874716"/>
                  </a:cubicBezTo>
                  <a:cubicBezTo>
                    <a:pt x="3526042" y="874716"/>
                    <a:pt x="3505657" y="867668"/>
                    <a:pt x="3485275" y="864238"/>
                  </a:cubicBezTo>
                  <a:cubicBezTo>
                    <a:pt x="3456508" y="859476"/>
                    <a:pt x="3424883" y="860810"/>
                    <a:pt x="3399546" y="848618"/>
                  </a:cubicBezTo>
                  <a:cubicBezTo>
                    <a:pt x="3372495" y="835663"/>
                    <a:pt x="3346776" y="829757"/>
                    <a:pt x="3318771" y="833757"/>
                  </a:cubicBezTo>
                  <a:cubicBezTo>
                    <a:pt x="3309437" y="835091"/>
                    <a:pt x="3297434" y="843093"/>
                    <a:pt x="3293244" y="851284"/>
                  </a:cubicBezTo>
                  <a:cubicBezTo>
                    <a:pt x="3283908" y="869572"/>
                    <a:pt x="3271145" y="872812"/>
                    <a:pt x="3253809" y="866524"/>
                  </a:cubicBezTo>
                  <a:cubicBezTo>
                    <a:pt x="3238758" y="861190"/>
                    <a:pt x="3220280" y="858524"/>
                    <a:pt x="3209993" y="848235"/>
                  </a:cubicBezTo>
                  <a:cubicBezTo>
                    <a:pt x="3180844" y="819089"/>
                    <a:pt x="3143695" y="818136"/>
                    <a:pt x="3107500" y="810326"/>
                  </a:cubicBezTo>
                  <a:cubicBezTo>
                    <a:pt x="3085403" y="805562"/>
                    <a:pt x="3064827" y="805372"/>
                    <a:pt x="3042728" y="808610"/>
                  </a:cubicBezTo>
                  <a:cubicBezTo>
                    <a:pt x="2994722" y="815850"/>
                    <a:pt x="2948047" y="805562"/>
                    <a:pt x="2901943" y="792418"/>
                  </a:cubicBezTo>
                  <a:cubicBezTo>
                    <a:pt x="2871462" y="783655"/>
                    <a:pt x="2840219" y="778321"/>
                    <a:pt x="2809930" y="769367"/>
                  </a:cubicBezTo>
                  <a:cubicBezTo>
                    <a:pt x="2787259" y="762509"/>
                    <a:pt x="2764590" y="754316"/>
                    <a:pt x="2743826" y="743268"/>
                  </a:cubicBezTo>
                  <a:cubicBezTo>
                    <a:pt x="2713723" y="727073"/>
                    <a:pt x="2687436" y="702689"/>
                    <a:pt x="2649143" y="709167"/>
                  </a:cubicBezTo>
                  <a:cubicBezTo>
                    <a:pt x="2615421" y="714881"/>
                    <a:pt x="2584942" y="702881"/>
                    <a:pt x="2554079" y="691450"/>
                  </a:cubicBezTo>
                  <a:cubicBezTo>
                    <a:pt x="2531409" y="683068"/>
                    <a:pt x="2508742" y="674494"/>
                    <a:pt x="2485307" y="669160"/>
                  </a:cubicBezTo>
                  <a:cubicBezTo>
                    <a:pt x="2457492" y="662873"/>
                    <a:pt x="2426059" y="665541"/>
                    <a:pt x="2401292" y="653919"/>
                  </a:cubicBezTo>
                  <a:cubicBezTo>
                    <a:pt x="2375383" y="641727"/>
                    <a:pt x="2353859" y="649919"/>
                    <a:pt x="2330806" y="653349"/>
                  </a:cubicBezTo>
                  <a:cubicBezTo>
                    <a:pt x="2294039" y="658683"/>
                    <a:pt x="2257459" y="668590"/>
                    <a:pt x="2220312" y="656015"/>
                  </a:cubicBezTo>
                  <a:cubicBezTo>
                    <a:pt x="2175163" y="640775"/>
                    <a:pt x="2130393" y="624392"/>
                    <a:pt x="2085054" y="609914"/>
                  </a:cubicBezTo>
                  <a:cubicBezTo>
                    <a:pt x="2067525" y="604387"/>
                    <a:pt x="2048668" y="602101"/>
                    <a:pt x="2030378" y="599625"/>
                  </a:cubicBezTo>
                  <a:cubicBezTo>
                    <a:pt x="2013043" y="597529"/>
                    <a:pt x="1992279" y="602863"/>
                    <a:pt x="1978940" y="594863"/>
                  </a:cubicBezTo>
                  <a:cubicBezTo>
                    <a:pt x="1944649" y="574288"/>
                    <a:pt x="1909408" y="564192"/>
                    <a:pt x="1869780" y="564192"/>
                  </a:cubicBezTo>
                  <a:cubicBezTo>
                    <a:pt x="1854920" y="564192"/>
                    <a:pt x="1840441" y="555618"/>
                    <a:pt x="1825393" y="554094"/>
                  </a:cubicBezTo>
                  <a:cubicBezTo>
                    <a:pt x="1804816" y="552190"/>
                    <a:pt x="1781194" y="547045"/>
                    <a:pt x="1763287" y="554286"/>
                  </a:cubicBezTo>
                  <a:cubicBezTo>
                    <a:pt x="1721185" y="571430"/>
                    <a:pt x="1687086" y="557142"/>
                    <a:pt x="1650317" y="540187"/>
                  </a:cubicBezTo>
                  <a:cubicBezTo>
                    <a:pt x="1614120" y="523423"/>
                    <a:pt x="1576019" y="510088"/>
                    <a:pt x="1537537" y="499038"/>
                  </a:cubicBezTo>
                  <a:cubicBezTo>
                    <a:pt x="1523059" y="495038"/>
                    <a:pt x="1505724" y="501706"/>
                    <a:pt x="1489720" y="503038"/>
                  </a:cubicBezTo>
                  <a:cubicBezTo>
                    <a:pt x="1484004" y="503420"/>
                    <a:pt x="1477717" y="503992"/>
                    <a:pt x="1472575" y="502086"/>
                  </a:cubicBezTo>
                  <a:cubicBezTo>
                    <a:pt x="1422854" y="483797"/>
                    <a:pt x="1372368" y="469891"/>
                    <a:pt x="1318456" y="479415"/>
                  </a:cubicBezTo>
                  <a:cubicBezTo>
                    <a:pt x="1313504" y="480369"/>
                    <a:pt x="1307978" y="478273"/>
                    <a:pt x="1303024" y="476939"/>
                  </a:cubicBezTo>
                  <a:cubicBezTo>
                    <a:pt x="1278829" y="470081"/>
                    <a:pt x="1255206" y="459223"/>
                    <a:pt x="1230633" y="456746"/>
                  </a:cubicBezTo>
                  <a:cubicBezTo>
                    <a:pt x="1170051" y="450650"/>
                    <a:pt x="1109091" y="448172"/>
                    <a:pt x="1048125" y="444172"/>
                  </a:cubicBezTo>
                  <a:cubicBezTo>
                    <a:pt x="1044315" y="443982"/>
                    <a:pt x="1040315" y="443982"/>
                    <a:pt x="1036887" y="442648"/>
                  </a:cubicBezTo>
                  <a:cubicBezTo>
                    <a:pt x="1014406" y="434456"/>
                    <a:pt x="994785" y="437124"/>
                    <a:pt x="975733" y="452744"/>
                  </a:cubicBezTo>
                  <a:cubicBezTo>
                    <a:pt x="967350" y="459603"/>
                    <a:pt x="955920" y="463223"/>
                    <a:pt x="945444" y="467033"/>
                  </a:cubicBezTo>
                  <a:cubicBezTo>
                    <a:pt x="930011" y="472749"/>
                    <a:pt x="914200" y="478273"/>
                    <a:pt x="898198" y="481893"/>
                  </a:cubicBezTo>
                  <a:cubicBezTo>
                    <a:pt x="882384" y="485321"/>
                    <a:pt x="865430" y="490084"/>
                    <a:pt x="850189" y="487417"/>
                  </a:cubicBezTo>
                  <a:cubicBezTo>
                    <a:pt x="822756" y="482655"/>
                    <a:pt x="796655" y="471987"/>
                    <a:pt x="769605" y="464937"/>
                  </a:cubicBezTo>
                  <a:cubicBezTo>
                    <a:pt x="760270" y="462461"/>
                    <a:pt x="749982" y="462843"/>
                    <a:pt x="740268" y="462651"/>
                  </a:cubicBezTo>
                  <a:cubicBezTo>
                    <a:pt x="717977" y="462081"/>
                    <a:pt x="695116" y="467605"/>
                    <a:pt x="674923" y="451792"/>
                  </a:cubicBezTo>
                  <a:cubicBezTo>
                    <a:pt x="656255" y="436934"/>
                    <a:pt x="637392" y="441314"/>
                    <a:pt x="617772" y="452554"/>
                  </a:cubicBezTo>
                  <a:cubicBezTo>
                    <a:pt x="603673" y="460557"/>
                    <a:pt x="587672" y="466843"/>
                    <a:pt x="571860" y="469891"/>
                  </a:cubicBezTo>
                  <a:cubicBezTo>
                    <a:pt x="550141" y="474081"/>
                    <a:pt x="528615" y="475797"/>
                    <a:pt x="505182" y="473319"/>
                  </a:cubicBezTo>
                  <a:cubicBezTo>
                    <a:pt x="488607" y="471605"/>
                    <a:pt x="475081" y="470843"/>
                    <a:pt x="462126" y="460747"/>
                  </a:cubicBezTo>
                  <a:cubicBezTo>
                    <a:pt x="460032" y="459223"/>
                    <a:pt x="456222" y="458841"/>
                    <a:pt x="453364" y="459033"/>
                  </a:cubicBezTo>
                  <a:cubicBezTo>
                    <a:pt x="415835" y="462271"/>
                    <a:pt x="378686" y="460557"/>
                    <a:pt x="340774" y="458268"/>
                  </a:cubicBezTo>
                  <a:cubicBezTo>
                    <a:pt x="292579" y="455222"/>
                    <a:pt x="241901" y="464175"/>
                    <a:pt x="200182" y="496180"/>
                  </a:cubicBezTo>
                  <a:cubicBezTo>
                    <a:pt x="194085" y="500944"/>
                    <a:pt x="184941" y="503038"/>
                    <a:pt x="176939" y="504182"/>
                  </a:cubicBezTo>
                  <a:cubicBezTo>
                    <a:pt x="139219" y="509134"/>
                    <a:pt x="101308" y="512564"/>
                    <a:pt x="63587" y="518088"/>
                  </a:cubicBezTo>
                  <a:cubicBezTo>
                    <a:pt x="43012" y="521137"/>
                    <a:pt x="21486" y="523805"/>
                    <a:pt x="2817" y="532187"/>
                  </a:cubicBezTo>
                  <a:lnTo>
                    <a:pt x="0" y="533314"/>
                  </a:lnTo>
                  <a:close/>
                </a:path>
              </a:pathLst>
            </a:custGeom>
            <a:blipFill dpi="0" rotWithShape="1">
              <a:blip r:embed="rId4">
                <a:alphaModFix amt="57000"/>
              </a:blip>
              <a:srcRect/>
              <a:tile tx="0" ty="0" sx="100000" sy="100000" flip="none" algn="tl"/>
            </a:blip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Tree>
    <p:extLst>
      <p:ext uri="{BB962C8B-B14F-4D97-AF65-F5344CB8AC3E}">
        <p14:creationId xmlns:p14="http://schemas.microsoft.com/office/powerpoint/2010/main" val="33861647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C0763A76-9F1C-4FC5-82B7-DD475DA461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1" name="Rectangle 10">
            <a:extLst>
              <a:ext uri="{FF2B5EF4-FFF2-40B4-BE49-F238E27FC236}">
                <a16:creationId xmlns:a16="http://schemas.microsoft.com/office/drawing/2014/main" id="{E81BF4F6-F2CF-4984-9D14-D6966D92F9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8522446" cy="2285999"/>
          </a:xfrm>
          <a:prstGeom prst="rect">
            <a:avLst/>
          </a:prstGeom>
          <a:ln>
            <a:noFill/>
          </a:ln>
          <a:effectLst>
            <a:outerShdw blurRad="596900" dist="304800" dir="7140000" sx="90000" sy="90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FC5D6BC-4340-9908-EF3E-A41DCA51C8D8}"/>
              </a:ext>
            </a:extLst>
          </p:cNvPr>
          <p:cNvSpPr>
            <a:spLocks noGrp="1"/>
          </p:cNvSpPr>
          <p:nvPr>
            <p:ph type="title"/>
          </p:nvPr>
        </p:nvSpPr>
        <p:spPr>
          <a:xfrm>
            <a:off x="761803" y="350196"/>
            <a:ext cx="4646904" cy="1624520"/>
          </a:xfrm>
        </p:spPr>
        <p:txBody>
          <a:bodyPr anchor="ctr">
            <a:normAutofit/>
          </a:bodyPr>
          <a:lstStyle/>
          <a:p>
            <a:r>
              <a:rPr lang="en-US" sz="4000"/>
              <a:t>Software Engineering</a:t>
            </a:r>
          </a:p>
        </p:txBody>
      </p:sp>
      <p:sp>
        <p:nvSpPr>
          <p:cNvPr id="3" name="Content Placeholder 2">
            <a:extLst>
              <a:ext uri="{FF2B5EF4-FFF2-40B4-BE49-F238E27FC236}">
                <a16:creationId xmlns:a16="http://schemas.microsoft.com/office/drawing/2014/main" id="{986628F3-7B1E-388E-0259-CBC6156ADB71}"/>
              </a:ext>
            </a:extLst>
          </p:cNvPr>
          <p:cNvSpPr>
            <a:spLocks noGrp="1"/>
          </p:cNvSpPr>
          <p:nvPr>
            <p:ph idx="1"/>
          </p:nvPr>
        </p:nvSpPr>
        <p:spPr>
          <a:xfrm>
            <a:off x="761802" y="2743200"/>
            <a:ext cx="4646905" cy="3613149"/>
          </a:xfrm>
        </p:spPr>
        <p:txBody>
          <a:bodyPr anchor="ctr">
            <a:normAutofit/>
          </a:bodyPr>
          <a:lstStyle/>
          <a:p>
            <a:r>
              <a:rPr lang="en-US" sz="2000" dirty="0"/>
              <a:t>Overview of CS</a:t>
            </a:r>
          </a:p>
          <a:p>
            <a:r>
              <a:rPr lang="en-US" sz="2000" dirty="0"/>
              <a:t>Python as a Trigger</a:t>
            </a:r>
          </a:p>
          <a:p>
            <a:r>
              <a:rPr lang="en-US" sz="2000" dirty="0"/>
              <a:t>Trial and error </a:t>
            </a:r>
          </a:p>
          <a:p>
            <a:r>
              <a:rPr lang="en-US" sz="2000" dirty="0"/>
              <a:t>Most Important ideas</a:t>
            </a:r>
          </a:p>
          <a:p>
            <a:r>
              <a:rPr lang="en-US" sz="2000" dirty="0"/>
              <a:t>Teamwork and Kaizen</a:t>
            </a:r>
          </a:p>
        </p:txBody>
      </p:sp>
      <p:pic>
        <p:nvPicPr>
          <p:cNvPr id="5" name="Picture 4" descr="People at the meeting desk">
            <a:extLst>
              <a:ext uri="{FF2B5EF4-FFF2-40B4-BE49-F238E27FC236}">
                <a16:creationId xmlns:a16="http://schemas.microsoft.com/office/drawing/2014/main" id="{36669B9B-2E5A-3729-755A-3A1B1EB6434D}"/>
              </a:ext>
            </a:extLst>
          </p:cNvPr>
          <p:cNvPicPr>
            <a:picLocks noChangeAspect="1"/>
          </p:cNvPicPr>
          <p:nvPr/>
        </p:nvPicPr>
        <p:blipFill>
          <a:blip r:embed="rId2"/>
          <a:srcRect l="20271" r="29673"/>
          <a:stretch>
            <a:fillRect/>
          </a:stretch>
        </p:blipFill>
        <p:spPr>
          <a:xfrm>
            <a:off x="6096000" y="1"/>
            <a:ext cx="6102825" cy="6858000"/>
          </a:xfrm>
          <a:prstGeom prst="rect">
            <a:avLst/>
          </a:prstGeom>
        </p:spPr>
      </p:pic>
    </p:spTree>
    <p:extLst>
      <p:ext uri="{BB962C8B-B14F-4D97-AF65-F5344CB8AC3E}">
        <p14:creationId xmlns:p14="http://schemas.microsoft.com/office/powerpoint/2010/main" val="869280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5A0118C5-4F8D-4CF4-BADD-53FEACC6C4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Freeform: Shape 20">
            <a:extLst>
              <a:ext uri="{FF2B5EF4-FFF2-40B4-BE49-F238E27FC236}">
                <a16:creationId xmlns:a16="http://schemas.microsoft.com/office/drawing/2014/main" id="{F98F79A4-A6C7-4101-B1E9-27E05CB7CF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2"/>
            <a:ext cx="2232251" cy="2361890"/>
          </a:xfrm>
          <a:custGeom>
            <a:avLst/>
            <a:gdLst>
              <a:gd name="connsiteX0" fmla="*/ 2292284 w 3871489"/>
              <a:gd name="connsiteY0" fmla="*/ 0 h 4096327"/>
              <a:gd name="connsiteX1" fmla="*/ 3500914 w 3871489"/>
              <a:gd name="connsiteY1" fmla="*/ 0 h 4096327"/>
              <a:gd name="connsiteX2" fmla="*/ 3542229 w 3871489"/>
              <a:gd name="connsiteY2" fmla="*/ 68006 h 4096327"/>
              <a:gd name="connsiteX3" fmla="*/ 3871489 w 3871489"/>
              <a:gd name="connsiteY3" fmla="*/ 1368323 h 4096327"/>
              <a:gd name="connsiteX4" fmla="*/ 1143485 w 3871489"/>
              <a:gd name="connsiteY4" fmla="*/ 4096327 h 4096327"/>
              <a:gd name="connsiteX5" fmla="*/ 81633 w 3871489"/>
              <a:gd name="connsiteY5" fmla="*/ 3881944 h 4096327"/>
              <a:gd name="connsiteX6" fmla="*/ 0 w 3871489"/>
              <a:gd name="connsiteY6" fmla="*/ 3842618 h 4096327"/>
              <a:gd name="connsiteX7" fmla="*/ 0 w 3871489"/>
              <a:gd name="connsiteY7" fmla="*/ 2741475 h 4096327"/>
              <a:gd name="connsiteX8" fmla="*/ 6615 w 3871489"/>
              <a:gd name="connsiteY8" fmla="*/ 2747487 h 4096327"/>
              <a:gd name="connsiteX9" fmla="*/ 1143485 w 3871489"/>
              <a:gd name="connsiteY9" fmla="*/ 3155655 h 4096327"/>
              <a:gd name="connsiteX10" fmla="*/ 2930817 w 3871489"/>
              <a:gd name="connsiteY10" fmla="*/ 1368323 h 4096327"/>
              <a:gd name="connsiteX11" fmla="*/ 2407287 w 3871489"/>
              <a:gd name="connsiteY11" fmla="*/ 104524 h 40963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871489" h="4096327">
                <a:moveTo>
                  <a:pt x="2292284" y="0"/>
                </a:moveTo>
                <a:lnTo>
                  <a:pt x="3500914" y="0"/>
                </a:lnTo>
                <a:lnTo>
                  <a:pt x="3542229" y="68006"/>
                </a:lnTo>
                <a:cubicBezTo>
                  <a:pt x="3752213" y="454545"/>
                  <a:pt x="3871489" y="897507"/>
                  <a:pt x="3871489" y="1368323"/>
                </a:cubicBezTo>
                <a:cubicBezTo>
                  <a:pt x="3871489" y="2874936"/>
                  <a:pt x="2650098" y="4096327"/>
                  <a:pt x="1143485" y="4096327"/>
                </a:cubicBezTo>
                <a:cubicBezTo>
                  <a:pt x="766832" y="4096327"/>
                  <a:pt x="408006" y="4019990"/>
                  <a:pt x="81633" y="3881944"/>
                </a:cubicBezTo>
                <a:lnTo>
                  <a:pt x="0" y="3842618"/>
                </a:lnTo>
                <a:lnTo>
                  <a:pt x="0" y="2741475"/>
                </a:lnTo>
                <a:lnTo>
                  <a:pt x="6615" y="2747487"/>
                </a:lnTo>
                <a:cubicBezTo>
                  <a:pt x="315579" y="3002472"/>
                  <a:pt x="711663" y="3155655"/>
                  <a:pt x="1143485" y="3155655"/>
                </a:cubicBezTo>
                <a:cubicBezTo>
                  <a:pt x="2130515" y="3155655"/>
                  <a:pt x="2930817" y="2355353"/>
                  <a:pt x="2930817" y="1368323"/>
                </a:cubicBezTo>
                <a:cubicBezTo>
                  <a:pt x="2930817" y="874812"/>
                  <a:pt x="2730741" y="427979"/>
                  <a:pt x="2407287" y="104524"/>
                </a:cubicBezTo>
                <a:close/>
              </a:path>
            </a:pathLst>
          </a:cu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accent1"/>
              </a:solidFill>
            </a:endParaRPr>
          </a:p>
        </p:txBody>
      </p:sp>
      <p:sp>
        <p:nvSpPr>
          <p:cNvPr id="2" name="Title 1">
            <a:extLst>
              <a:ext uri="{FF2B5EF4-FFF2-40B4-BE49-F238E27FC236}">
                <a16:creationId xmlns:a16="http://schemas.microsoft.com/office/drawing/2014/main" id="{2CE44A05-6C90-7632-7E98-54EBDE522C1A}"/>
              </a:ext>
            </a:extLst>
          </p:cNvPr>
          <p:cNvSpPr>
            <a:spLocks noGrp="1"/>
          </p:cNvSpPr>
          <p:nvPr>
            <p:ph type="title"/>
          </p:nvPr>
        </p:nvSpPr>
        <p:spPr>
          <a:xfrm>
            <a:off x="2232252" y="633046"/>
            <a:ext cx="4463623" cy="1314996"/>
          </a:xfrm>
        </p:spPr>
        <p:txBody>
          <a:bodyPr anchor="b">
            <a:normAutofit/>
          </a:bodyPr>
          <a:lstStyle/>
          <a:p>
            <a:r>
              <a:rPr lang="en-US">
                <a:solidFill>
                  <a:schemeClr val="bg1"/>
                </a:solidFill>
              </a:rPr>
              <a:t>Civil Engineering</a:t>
            </a:r>
          </a:p>
        </p:txBody>
      </p:sp>
      <p:sp>
        <p:nvSpPr>
          <p:cNvPr id="23" name="Freeform: Shape 22">
            <a:extLst>
              <a:ext uri="{FF2B5EF4-FFF2-40B4-BE49-F238E27FC236}">
                <a16:creationId xmlns:a16="http://schemas.microsoft.com/office/drawing/2014/main" id="{79AFCB35-9C04-4524-A0B1-57FF6865D0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92656"/>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7963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283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7963"/>
                </a:lnTo>
                <a:lnTo>
                  <a:pt x="1613277" y="39017"/>
                </a:lnTo>
                <a:lnTo>
                  <a:pt x="1374516" y="277779"/>
                </a:lnTo>
                <a:lnTo>
                  <a:pt x="1135754" y="39017"/>
                </a:lnTo>
                <a:lnTo>
                  <a:pt x="896745" y="277779"/>
                </a:lnTo>
                <a:lnTo>
                  <a:pt x="657984" y="39017"/>
                </a:lnTo>
                <a:lnTo>
                  <a:pt x="419222" y="277779"/>
                </a:lnTo>
                <a:lnTo>
                  <a:pt x="180458" y="39017"/>
                </a:lnTo>
                <a:lnTo>
                  <a:pt x="0" y="219283"/>
                </a:lnTo>
                <a:lnTo>
                  <a:pt x="0" y="180458"/>
                </a:lnTo>
                <a:close/>
              </a:path>
            </a:pathLst>
          </a:custGeom>
          <a:solidFill>
            <a:schemeClr val="bg1"/>
          </a:solidFill>
          <a:ln w="9525" cap="flat">
            <a:noFill/>
            <a:prstDash val="solid"/>
            <a:miter/>
          </a:ln>
        </p:spPr>
        <p:txBody>
          <a:bodyPr wrap="square" rtlCol="0" anchor="ctr">
            <a:noAutofit/>
          </a:bodyPr>
          <a:lstStyle/>
          <a:p>
            <a:endParaRPr lang="en-US"/>
          </a:p>
        </p:txBody>
      </p:sp>
      <p:sp>
        <p:nvSpPr>
          <p:cNvPr id="25" name="Freeform: Shape 24">
            <a:extLst>
              <a:ext uri="{FF2B5EF4-FFF2-40B4-BE49-F238E27FC236}">
                <a16:creationId xmlns:a16="http://schemas.microsoft.com/office/drawing/2014/main" id="{D11AD2AD-0BA0-4DD3-8EEA-84686A0E718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32391"/>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8208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475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8208"/>
                </a:lnTo>
                <a:lnTo>
                  <a:pt x="1613277" y="39017"/>
                </a:lnTo>
                <a:lnTo>
                  <a:pt x="1374516" y="277779"/>
                </a:lnTo>
                <a:lnTo>
                  <a:pt x="1135754" y="39017"/>
                </a:lnTo>
                <a:lnTo>
                  <a:pt x="896745" y="277779"/>
                </a:lnTo>
                <a:lnTo>
                  <a:pt x="657984" y="39017"/>
                </a:lnTo>
                <a:lnTo>
                  <a:pt x="419222" y="277779"/>
                </a:lnTo>
                <a:lnTo>
                  <a:pt x="180458" y="39017"/>
                </a:lnTo>
                <a:lnTo>
                  <a:pt x="0" y="219475"/>
                </a:lnTo>
                <a:lnTo>
                  <a:pt x="0" y="180458"/>
                </a:lnTo>
                <a:close/>
              </a:path>
            </a:pathLst>
          </a:custGeom>
          <a:solidFill>
            <a:schemeClr val="bg1"/>
          </a:solidFill>
          <a:ln w="9525" cap="flat">
            <a:noFill/>
            <a:prstDash val="solid"/>
            <a:miter/>
          </a:ln>
        </p:spPr>
        <p:txBody>
          <a:bodyPr wrap="square" rtlCol="0" anchor="ctr">
            <a:noAutofit/>
          </a:bodyPr>
          <a:lstStyle/>
          <a:p>
            <a:endParaRPr lang="en-US"/>
          </a:p>
        </p:txBody>
      </p:sp>
      <p:sp>
        <p:nvSpPr>
          <p:cNvPr id="3" name="Content Placeholder 2">
            <a:extLst>
              <a:ext uri="{FF2B5EF4-FFF2-40B4-BE49-F238E27FC236}">
                <a16:creationId xmlns:a16="http://schemas.microsoft.com/office/drawing/2014/main" id="{ED17C32E-A73D-87FB-EFD5-47AEE901D6C7}"/>
              </a:ext>
            </a:extLst>
          </p:cNvPr>
          <p:cNvSpPr>
            <a:spLocks noGrp="1"/>
          </p:cNvSpPr>
          <p:nvPr>
            <p:ph idx="1"/>
          </p:nvPr>
        </p:nvSpPr>
        <p:spPr>
          <a:xfrm>
            <a:off x="2232252" y="2125737"/>
            <a:ext cx="4463623" cy="4044463"/>
          </a:xfrm>
        </p:spPr>
        <p:txBody>
          <a:bodyPr>
            <a:normAutofit/>
          </a:bodyPr>
          <a:lstStyle/>
          <a:p>
            <a:r>
              <a:rPr lang="en-US" dirty="0">
                <a:solidFill>
                  <a:schemeClr val="bg1"/>
                </a:solidFill>
              </a:rPr>
              <a:t>Course Overview</a:t>
            </a:r>
          </a:p>
          <a:p>
            <a:r>
              <a:rPr lang="en-US" dirty="0">
                <a:solidFill>
                  <a:schemeClr val="bg1"/>
                </a:solidFill>
              </a:rPr>
              <a:t>Sub fields</a:t>
            </a:r>
          </a:p>
          <a:p>
            <a:r>
              <a:rPr lang="en-US" dirty="0">
                <a:solidFill>
                  <a:schemeClr val="bg1"/>
                </a:solidFill>
              </a:rPr>
              <a:t>Applications</a:t>
            </a:r>
          </a:p>
          <a:p>
            <a:endParaRPr lang="en-US" dirty="0">
              <a:solidFill>
                <a:schemeClr val="bg1"/>
              </a:solidFill>
            </a:endParaRPr>
          </a:p>
        </p:txBody>
      </p:sp>
      <p:sp>
        <p:nvSpPr>
          <p:cNvPr id="27" name="Freeform: Shape 26">
            <a:extLst>
              <a:ext uri="{FF2B5EF4-FFF2-40B4-BE49-F238E27FC236}">
                <a16:creationId xmlns:a16="http://schemas.microsoft.com/office/drawing/2014/main" id="{83C8019B-3985-409B-9B87-494B974EE9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2"/>
            <a:ext cx="2232251" cy="2361890"/>
          </a:xfrm>
          <a:custGeom>
            <a:avLst/>
            <a:gdLst>
              <a:gd name="connsiteX0" fmla="*/ 2292284 w 3871489"/>
              <a:gd name="connsiteY0" fmla="*/ 0 h 4096327"/>
              <a:gd name="connsiteX1" fmla="*/ 3500914 w 3871489"/>
              <a:gd name="connsiteY1" fmla="*/ 0 h 4096327"/>
              <a:gd name="connsiteX2" fmla="*/ 3542229 w 3871489"/>
              <a:gd name="connsiteY2" fmla="*/ 68006 h 4096327"/>
              <a:gd name="connsiteX3" fmla="*/ 3871489 w 3871489"/>
              <a:gd name="connsiteY3" fmla="*/ 1368323 h 4096327"/>
              <a:gd name="connsiteX4" fmla="*/ 1143485 w 3871489"/>
              <a:gd name="connsiteY4" fmla="*/ 4096327 h 4096327"/>
              <a:gd name="connsiteX5" fmla="*/ 81633 w 3871489"/>
              <a:gd name="connsiteY5" fmla="*/ 3881944 h 4096327"/>
              <a:gd name="connsiteX6" fmla="*/ 0 w 3871489"/>
              <a:gd name="connsiteY6" fmla="*/ 3842618 h 4096327"/>
              <a:gd name="connsiteX7" fmla="*/ 0 w 3871489"/>
              <a:gd name="connsiteY7" fmla="*/ 2741475 h 4096327"/>
              <a:gd name="connsiteX8" fmla="*/ 6615 w 3871489"/>
              <a:gd name="connsiteY8" fmla="*/ 2747487 h 4096327"/>
              <a:gd name="connsiteX9" fmla="*/ 1143485 w 3871489"/>
              <a:gd name="connsiteY9" fmla="*/ 3155655 h 4096327"/>
              <a:gd name="connsiteX10" fmla="*/ 2930817 w 3871489"/>
              <a:gd name="connsiteY10" fmla="*/ 1368323 h 4096327"/>
              <a:gd name="connsiteX11" fmla="*/ 2407287 w 3871489"/>
              <a:gd name="connsiteY11" fmla="*/ 104524 h 40963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871489" h="4096327">
                <a:moveTo>
                  <a:pt x="2292284" y="0"/>
                </a:moveTo>
                <a:lnTo>
                  <a:pt x="3500914" y="0"/>
                </a:lnTo>
                <a:lnTo>
                  <a:pt x="3542229" y="68006"/>
                </a:lnTo>
                <a:cubicBezTo>
                  <a:pt x="3752213" y="454545"/>
                  <a:pt x="3871489" y="897507"/>
                  <a:pt x="3871489" y="1368323"/>
                </a:cubicBezTo>
                <a:cubicBezTo>
                  <a:pt x="3871489" y="2874936"/>
                  <a:pt x="2650098" y="4096327"/>
                  <a:pt x="1143485" y="4096327"/>
                </a:cubicBezTo>
                <a:cubicBezTo>
                  <a:pt x="766832" y="4096327"/>
                  <a:pt x="408006" y="4019990"/>
                  <a:pt x="81633" y="3881944"/>
                </a:cubicBezTo>
                <a:lnTo>
                  <a:pt x="0" y="3842618"/>
                </a:lnTo>
                <a:lnTo>
                  <a:pt x="0" y="2741475"/>
                </a:lnTo>
                <a:lnTo>
                  <a:pt x="6615" y="2747487"/>
                </a:lnTo>
                <a:cubicBezTo>
                  <a:pt x="315579" y="3002472"/>
                  <a:pt x="711663" y="3155655"/>
                  <a:pt x="1143485" y="3155655"/>
                </a:cubicBezTo>
                <a:cubicBezTo>
                  <a:pt x="2130515" y="3155655"/>
                  <a:pt x="2930817" y="2355353"/>
                  <a:pt x="2930817" y="1368323"/>
                </a:cubicBezTo>
                <a:cubicBezTo>
                  <a:pt x="2930817" y="874812"/>
                  <a:pt x="2730741" y="427979"/>
                  <a:pt x="2407287" y="104524"/>
                </a:cubicBezTo>
                <a:close/>
              </a:path>
            </a:pathLst>
          </a:custGeom>
          <a:solidFill>
            <a:schemeClr val="accent6">
              <a:alpha val="3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accent1"/>
              </a:solidFill>
            </a:endParaRPr>
          </a:p>
        </p:txBody>
      </p:sp>
      <p:sp>
        <p:nvSpPr>
          <p:cNvPr id="29" name="Freeform: Shape 28">
            <a:extLst>
              <a:ext uri="{FF2B5EF4-FFF2-40B4-BE49-F238E27FC236}">
                <a16:creationId xmlns:a16="http://schemas.microsoft.com/office/drawing/2014/main" id="{9E5C5460-229E-46C8-A712-CC31798542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59419" y="3564607"/>
            <a:ext cx="3432581" cy="3293393"/>
          </a:xfrm>
          <a:custGeom>
            <a:avLst/>
            <a:gdLst>
              <a:gd name="connsiteX0" fmla="*/ 2473947 w 3432581"/>
              <a:gd name="connsiteY0" fmla="*/ 0 h 3293393"/>
              <a:gd name="connsiteX1" fmla="*/ 3209623 w 3432581"/>
              <a:gd name="connsiteY1" fmla="*/ 111224 h 3293393"/>
              <a:gd name="connsiteX2" fmla="*/ 3432581 w 3432581"/>
              <a:gd name="connsiteY2" fmla="*/ 192828 h 3293393"/>
              <a:gd name="connsiteX3" fmla="*/ 3432581 w 3432581"/>
              <a:gd name="connsiteY3" fmla="*/ 3293393 h 3293393"/>
              <a:gd name="connsiteX4" fmla="*/ 141884 w 3432581"/>
              <a:gd name="connsiteY4" fmla="*/ 3293393 h 3293393"/>
              <a:gd name="connsiteX5" fmla="*/ 111224 w 3432581"/>
              <a:gd name="connsiteY5" fmla="*/ 3209623 h 3293393"/>
              <a:gd name="connsiteX6" fmla="*/ 0 w 3432581"/>
              <a:gd name="connsiteY6" fmla="*/ 2473947 h 3293393"/>
              <a:gd name="connsiteX7" fmla="*/ 2473947 w 3432581"/>
              <a:gd name="connsiteY7" fmla="*/ 0 h 3293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32581" h="3293393">
                <a:moveTo>
                  <a:pt x="2473947" y="0"/>
                </a:moveTo>
                <a:cubicBezTo>
                  <a:pt x="2730133" y="0"/>
                  <a:pt x="2977223" y="38940"/>
                  <a:pt x="3209623" y="111224"/>
                </a:cubicBezTo>
                <a:lnTo>
                  <a:pt x="3432581" y="192828"/>
                </a:lnTo>
                <a:lnTo>
                  <a:pt x="3432581" y="3293393"/>
                </a:lnTo>
                <a:lnTo>
                  <a:pt x="141884" y="3293393"/>
                </a:lnTo>
                <a:lnTo>
                  <a:pt x="111224" y="3209623"/>
                </a:lnTo>
                <a:cubicBezTo>
                  <a:pt x="38940" y="2977224"/>
                  <a:pt x="0" y="2730133"/>
                  <a:pt x="0" y="2473947"/>
                </a:cubicBezTo>
                <a:cubicBezTo>
                  <a:pt x="0" y="1107624"/>
                  <a:pt x="1107624" y="0"/>
                  <a:pt x="2473947" y="0"/>
                </a:cubicBezTo>
                <a:close/>
              </a:path>
            </a:pathLst>
          </a:cu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31" name="Freeform: Shape 30">
            <a:extLst>
              <a:ext uri="{FF2B5EF4-FFF2-40B4-BE49-F238E27FC236}">
                <a16:creationId xmlns:a16="http://schemas.microsoft.com/office/drawing/2014/main" id="{B85A4DB3-61AA-49A1-85A9-B3397CD519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59419" y="3564607"/>
            <a:ext cx="3432581" cy="3293393"/>
          </a:xfrm>
          <a:custGeom>
            <a:avLst/>
            <a:gdLst>
              <a:gd name="connsiteX0" fmla="*/ 2473947 w 3432581"/>
              <a:gd name="connsiteY0" fmla="*/ 0 h 3293393"/>
              <a:gd name="connsiteX1" fmla="*/ 3209623 w 3432581"/>
              <a:gd name="connsiteY1" fmla="*/ 111224 h 3293393"/>
              <a:gd name="connsiteX2" fmla="*/ 3432581 w 3432581"/>
              <a:gd name="connsiteY2" fmla="*/ 192828 h 3293393"/>
              <a:gd name="connsiteX3" fmla="*/ 3432581 w 3432581"/>
              <a:gd name="connsiteY3" fmla="*/ 3293393 h 3293393"/>
              <a:gd name="connsiteX4" fmla="*/ 141884 w 3432581"/>
              <a:gd name="connsiteY4" fmla="*/ 3293393 h 3293393"/>
              <a:gd name="connsiteX5" fmla="*/ 111224 w 3432581"/>
              <a:gd name="connsiteY5" fmla="*/ 3209623 h 3293393"/>
              <a:gd name="connsiteX6" fmla="*/ 0 w 3432581"/>
              <a:gd name="connsiteY6" fmla="*/ 2473947 h 3293393"/>
              <a:gd name="connsiteX7" fmla="*/ 2473947 w 3432581"/>
              <a:gd name="connsiteY7" fmla="*/ 0 h 3293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32581" h="3293393">
                <a:moveTo>
                  <a:pt x="2473947" y="0"/>
                </a:moveTo>
                <a:cubicBezTo>
                  <a:pt x="2730133" y="0"/>
                  <a:pt x="2977223" y="38940"/>
                  <a:pt x="3209623" y="111224"/>
                </a:cubicBezTo>
                <a:lnTo>
                  <a:pt x="3432581" y="192828"/>
                </a:lnTo>
                <a:lnTo>
                  <a:pt x="3432581" y="3293393"/>
                </a:lnTo>
                <a:lnTo>
                  <a:pt x="141884" y="3293393"/>
                </a:lnTo>
                <a:lnTo>
                  <a:pt x="111224" y="3209623"/>
                </a:lnTo>
                <a:cubicBezTo>
                  <a:pt x="38940" y="2977224"/>
                  <a:pt x="0" y="2730133"/>
                  <a:pt x="0" y="2473947"/>
                </a:cubicBezTo>
                <a:cubicBezTo>
                  <a:pt x="0" y="1107624"/>
                  <a:pt x="1107624" y="0"/>
                  <a:pt x="2473947" y="0"/>
                </a:cubicBezTo>
                <a:close/>
              </a:path>
            </a:pathLst>
          </a:custGeom>
          <a:solidFill>
            <a:schemeClr val="accent2">
              <a:alpha val="3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pic>
        <p:nvPicPr>
          <p:cNvPr id="14" name="Picture 13" descr="Colorful grass on hills">
            <a:extLst>
              <a:ext uri="{FF2B5EF4-FFF2-40B4-BE49-F238E27FC236}">
                <a16:creationId xmlns:a16="http://schemas.microsoft.com/office/drawing/2014/main" id="{A77456CC-5081-0509-1F09-AB69A331A5D2}"/>
              </a:ext>
            </a:extLst>
          </p:cNvPr>
          <p:cNvPicPr>
            <a:picLocks noChangeAspect="1"/>
          </p:cNvPicPr>
          <p:nvPr/>
        </p:nvPicPr>
        <p:blipFill>
          <a:blip r:embed="rId2"/>
          <a:srcRect l="14792" r="28960" b="3"/>
          <a:stretch>
            <a:fillRect/>
          </a:stretch>
        </p:blipFill>
        <p:spPr>
          <a:xfrm>
            <a:off x="7020480" y="871280"/>
            <a:ext cx="4415738" cy="4415738"/>
          </a:xfrm>
          <a:custGeom>
            <a:avLst/>
            <a:gdLst/>
            <a:ahLst/>
            <a:cxnLst/>
            <a:rect l="l" t="t" r="r" b="b"/>
            <a:pathLst>
              <a:path w="2452978" h="2452978">
                <a:moveTo>
                  <a:pt x="1226489" y="0"/>
                </a:moveTo>
                <a:cubicBezTo>
                  <a:pt x="1903860" y="0"/>
                  <a:pt x="2452978" y="549118"/>
                  <a:pt x="2452978" y="1226489"/>
                </a:cubicBezTo>
                <a:cubicBezTo>
                  <a:pt x="2452978" y="1903860"/>
                  <a:pt x="1903860" y="2452978"/>
                  <a:pt x="1226489" y="2452978"/>
                </a:cubicBezTo>
                <a:cubicBezTo>
                  <a:pt x="549118" y="2452978"/>
                  <a:pt x="0" y="1903860"/>
                  <a:pt x="0" y="1226489"/>
                </a:cubicBezTo>
                <a:cubicBezTo>
                  <a:pt x="0" y="549118"/>
                  <a:pt x="549118" y="0"/>
                  <a:pt x="1226489" y="0"/>
                </a:cubicBezTo>
                <a:close/>
              </a:path>
            </a:pathLst>
          </a:custGeom>
        </p:spPr>
      </p:pic>
      <p:grpSp>
        <p:nvGrpSpPr>
          <p:cNvPr id="33" name="Graphic 185">
            <a:extLst>
              <a:ext uri="{FF2B5EF4-FFF2-40B4-BE49-F238E27FC236}">
                <a16:creationId xmlns:a16="http://schemas.microsoft.com/office/drawing/2014/main" id="{0C156BF8-7FF7-440F-BE2B-417DFFE8BFA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428634" y="5987064"/>
            <a:ext cx="1054466" cy="469689"/>
            <a:chOff x="9841624" y="4115729"/>
            <a:chExt cx="602169" cy="268223"/>
          </a:xfrm>
          <a:solidFill>
            <a:schemeClr val="bg1"/>
          </a:solidFill>
        </p:grpSpPr>
        <p:sp>
          <p:nvSpPr>
            <p:cNvPr id="34" name="Freeform: Shape 33">
              <a:extLst>
                <a:ext uri="{FF2B5EF4-FFF2-40B4-BE49-F238E27FC236}">
                  <a16:creationId xmlns:a16="http://schemas.microsoft.com/office/drawing/2014/main" id="{B7067280-C3E7-4DF6-A345-B9FEF6EF8D6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35" name="Freeform: Shape 34">
              <a:extLst>
                <a:ext uri="{FF2B5EF4-FFF2-40B4-BE49-F238E27FC236}">
                  <a16:creationId xmlns:a16="http://schemas.microsoft.com/office/drawing/2014/main" id="{A78365A8-666B-4417-9D3C-554E6E6B2C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36" name="Freeform: Shape 35">
              <a:extLst>
                <a:ext uri="{FF2B5EF4-FFF2-40B4-BE49-F238E27FC236}">
                  <a16:creationId xmlns:a16="http://schemas.microsoft.com/office/drawing/2014/main" id="{E71CAAFA-0A31-4308-AB9F-B1C84ABDF9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37" name="Freeform: Shape 36">
              <a:extLst>
                <a:ext uri="{FF2B5EF4-FFF2-40B4-BE49-F238E27FC236}">
                  <a16:creationId xmlns:a16="http://schemas.microsoft.com/office/drawing/2014/main" id="{96AB1D25-144D-4BB4-A45C-60B8A094F41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38" name="Freeform: Shape 37">
              <a:extLst>
                <a:ext uri="{FF2B5EF4-FFF2-40B4-BE49-F238E27FC236}">
                  <a16:creationId xmlns:a16="http://schemas.microsoft.com/office/drawing/2014/main" id="{069F0FB4-779A-48FC-AC33-784F177C929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11901373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5A0118C5-4F8D-4CF4-BADD-53FEACC6C4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Freeform: Shape 15">
            <a:extLst>
              <a:ext uri="{FF2B5EF4-FFF2-40B4-BE49-F238E27FC236}">
                <a16:creationId xmlns:a16="http://schemas.microsoft.com/office/drawing/2014/main" id="{F98F79A4-A6C7-4101-B1E9-27E05CB7CF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2"/>
            <a:ext cx="2232251" cy="2361890"/>
          </a:xfrm>
          <a:custGeom>
            <a:avLst/>
            <a:gdLst>
              <a:gd name="connsiteX0" fmla="*/ 2292284 w 3871489"/>
              <a:gd name="connsiteY0" fmla="*/ 0 h 4096327"/>
              <a:gd name="connsiteX1" fmla="*/ 3500914 w 3871489"/>
              <a:gd name="connsiteY1" fmla="*/ 0 h 4096327"/>
              <a:gd name="connsiteX2" fmla="*/ 3542229 w 3871489"/>
              <a:gd name="connsiteY2" fmla="*/ 68006 h 4096327"/>
              <a:gd name="connsiteX3" fmla="*/ 3871489 w 3871489"/>
              <a:gd name="connsiteY3" fmla="*/ 1368323 h 4096327"/>
              <a:gd name="connsiteX4" fmla="*/ 1143485 w 3871489"/>
              <a:gd name="connsiteY4" fmla="*/ 4096327 h 4096327"/>
              <a:gd name="connsiteX5" fmla="*/ 81633 w 3871489"/>
              <a:gd name="connsiteY5" fmla="*/ 3881944 h 4096327"/>
              <a:gd name="connsiteX6" fmla="*/ 0 w 3871489"/>
              <a:gd name="connsiteY6" fmla="*/ 3842618 h 4096327"/>
              <a:gd name="connsiteX7" fmla="*/ 0 w 3871489"/>
              <a:gd name="connsiteY7" fmla="*/ 2741475 h 4096327"/>
              <a:gd name="connsiteX8" fmla="*/ 6615 w 3871489"/>
              <a:gd name="connsiteY8" fmla="*/ 2747487 h 4096327"/>
              <a:gd name="connsiteX9" fmla="*/ 1143485 w 3871489"/>
              <a:gd name="connsiteY9" fmla="*/ 3155655 h 4096327"/>
              <a:gd name="connsiteX10" fmla="*/ 2930817 w 3871489"/>
              <a:gd name="connsiteY10" fmla="*/ 1368323 h 4096327"/>
              <a:gd name="connsiteX11" fmla="*/ 2407287 w 3871489"/>
              <a:gd name="connsiteY11" fmla="*/ 104524 h 40963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871489" h="4096327">
                <a:moveTo>
                  <a:pt x="2292284" y="0"/>
                </a:moveTo>
                <a:lnTo>
                  <a:pt x="3500914" y="0"/>
                </a:lnTo>
                <a:lnTo>
                  <a:pt x="3542229" y="68006"/>
                </a:lnTo>
                <a:cubicBezTo>
                  <a:pt x="3752213" y="454545"/>
                  <a:pt x="3871489" y="897507"/>
                  <a:pt x="3871489" y="1368323"/>
                </a:cubicBezTo>
                <a:cubicBezTo>
                  <a:pt x="3871489" y="2874936"/>
                  <a:pt x="2650098" y="4096327"/>
                  <a:pt x="1143485" y="4096327"/>
                </a:cubicBezTo>
                <a:cubicBezTo>
                  <a:pt x="766832" y="4096327"/>
                  <a:pt x="408006" y="4019990"/>
                  <a:pt x="81633" y="3881944"/>
                </a:cubicBezTo>
                <a:lnTo>
                  <a:pt x="0" y="3842618"/>
                </a:lnTo>
                <a:lnTo>
                  <a:pt x="0" y="2741475"/>
                </a:lnTo>
                <a:lnTo>
                  <a:pt x="6615" y="2747487"/>
                </a:lnTo>
                <a:cubicBezTo>
                  <a:pt x="315579" y="3002472"/>
                  <a:pt x="711663" y="3155655"/>
                  <a:pt x="1143485" y="3155655"/>
                </a:cubicBezTo>
                <a:cubicBezTo>
                  <a:pt x="2130515" y="3155655"/>
                  <a:pt x="2930817" y="2355353"/>
                  <a:pt x="2930817" y="1368323"/>
                </a:cubicBezTo>
                <a:cubicBezTo>
                  <a:pt x="2930817" y="874812"/>
                  <a:pt x="2730741" y="427979"/>
                  <a:pt x="2407287" y="104524"/>
                </a:cubicBezTo>
                <a:close/>
              </a:path>
            </a:pathLst>
          </a:cu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accent1"/>
              </a:solidFill>
            </a:endParaRPr>
          </a:p>
        </p:txBody>
      </p:sp>
      <p:sp>
        <p:nvSpPr>
          <p:cNvPr id="2" name="Title 1">
            <a:extLst>
              <a:ext uri="{FF2B5EF4-FFF2-40B4-BE49-F238E27FC236}">
                <a16:creationId xmlns:a16="http://schemas.microsoft.com/office/drawing/2014/main" id="{235876B2-7275-B1AF-CC9D-CCDC02D2DE2E}"/>
              </a:ext>
            </a:extLst>
          </p:cNvPr>
          <p:cNvSpPr>
            <a:spLocks noGrp="1"/>
          </p:cNvSpPr>
          <p:nvPr>
            <p:ph type="title"/>
          </p:nvPr>
        </p:nvSpPr>
        <p:spPr>
          <a:xfrm>
            <a:off x="2232252" y="633046"/>
            <a:ext cx="4463623" cy="1314996"/>
          </a:xfrm>
        </p:spPr>
        <p:txBody>
          <a:bodyPr anchor="b">
            <a:normAutofit/>
          </a:bodyPr>
          <a:lstStyle/>
          <a:p>
            <a:r>
              <a:rPr lang="en-US">
                <a:solidFill>
                  <a:schemeClr val="bg1"/>
                </a:solidFill>
              </a:rPr>
              <a:t>Electrical Engineering</a:t>
            </a:r>
          </a:p>
        </p:txBody>
      </p:sp>
      <p:sp>
        <p:nvSpPr>
          <p:cNvPr id="18" name="Freeform: Shape 17">
            <a:extLst>
              <a:ext uri="{FF2B5EF4-FFF2-40B4-BE49-F238E27FC236}">
                <a16:creationId xmlns:a16="http://schemas.microsoft.com/office/drawing/2014/main" id="{79AFCB35-9C04-4524-A0B1-57FF6865D0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92656"/>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7963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283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7963"/>
                </a:lnTo>
                <a:lnTo>
                  <a:pt x="1613277" y="39017"/>
                </a:lnTo>
                <a:lnTo>
                  <a:pt x="1374516" y="277779"/>
                </a:lnTo>
                <a:lnTo>
                  <a:pt x="1135754" y="39017"/>
                </a:lnTo>
                <a:lnTo>
                  <a:pt x="896745" y="277779"/>
                </a:lnTo>
                <a:lnTo>
                  <a:pt x="657984" y="39017"/>
                </a:lnTo>
                <a:lnTo>
                  <a:pt x="419222" y="277779"/>
                </a:lnTo>
                <a:lnTo>
                  <a:pt x="180458" y="39017"/>
                </a:lnTo>
                <a:lnTo>
                  <a:pt x="0" y="219283"/>
                </a:lnTo>
                <a:lnTo>
                  <a:pt x="0" y="180458"/>
                </a:lnTo>
                <a:close/>
              </a:path>
            </a:pathLst>
          </a:custGeom>
          <a:solidFill>
            <a:schemeClr val="bg1"/>
          </a:solidFill>
          <a:ln w="9525" cap="flat">
            <a:noFill/>
            <a:prstDash val="solid"/>
            <a:miter/>
          </a:ln>
        </p:spPr>
        <p:txBody>
          <a:bodyPr wrap="square" rtlCol="0" anchor="ctr">
            <a:noAutofit/>
          </a:bodyPr>
          <a:lstStyle/>
          <a:p>
            <a:endParaRPr lang="en-US"/>
          </a:p>
        </p:txBody>
      </p:sp>
      <p:sp>
        <p:nvSpPr>
          <p:cNvPr id="20" name="Freeform: Shape 19">
            <a:extLst>
              <a:ext uri="{FF2B5EF4-FFF2-40B4-BE49-F238E27FC236}">
                <a16:creationId xmlns:a16="http://schemas.microsoft.com/office/drawing/2014/main" id="{D11AD2AD-0BA0-4DD3-8EEA-84686A0E718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32391"/>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8208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475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8208"/>
                </a:lnTo>
                <a:lnTo>
                  <a:pt x="1613277" y="39017"/>
                </a:lnTo>
                <a:lnTo>
                  <a:pt x="1374516" y="277779"/>
                </a:lnTo>
                <a:lnTo>
                  <a:pt x="1135754" y="39017"/>
                </a:lnTo>
                <a:lnTo>
                  <a:pt x="896745" y="277779"/>
                </a:lnTo>
                <a:lnTo>
                  <a:pt x="657984" y="39017"/>
                </a:lnTo>
                <a:lnTo>
                  <a:pt x="419222" y="277779"/>
                </a:lnTo>
                <a:lnTo>
                  <a:pt x="180458" y="39017"/>
                </a:lnTo>
                <a:lnTo>
                  <a:pt x="0" y="219475"/>
                </a:lnTo>
                <a:lnTo>
                  <a:pt x="0" y="180458"/>
                </a:lnTo>
                <a:close/>
              </a:path>
            </a:pathLst>
          </a:custGeom>
          <a:solidFill>
            <a:schemeClr val="bg1"/>
          </a:solidFill>
          <a:ln w="9525" cap="flat">
            <a:noFill/>
            <a:prstDash val="solid"/>
            <a:miter/>
          </a:ln>
        </p:spPr>
        <p:txBody>
          <a:bodyPr wrap="square" rtlCol="0" anchor="ctr">
            <a:noAutofit/>
          </a:bodyPr>
          <a:lstStyle/>
          <a:p>
            <a:endParaRPr lang="en-US"/>
          </a:p>
        </p:txBody>
      </p:sp>
      <p:sp>
        <p:nvSpPr>
          <p:cNvPr id="3" name="Content Placeholder 2">
            <a:extLst>
              <a:ext uri="{FF2B5EF4-FFF2-40B4-BE49-F238E27FC236}">
                <a16:creationId xmlns:a16="http://schemas.microsoft.com/office/drawing/2014/main" id="{59F46116-EBF0-82DB-19E3-D628C7F810DE}"/>
              </a:ext>
            </a:extLst>
          </p:cNvPr>
          <p:cNvSpPr>
            <a:spLocks noGrp="1"/>
          </p:cNvSpPr>
          <p:nvPr>
            <p:ph idx="1"/>
          </p:nvPr>
        </p:nvSpPr>
        <p:spPr>
          <a:xfrm>
            <a:off x="2232252" y="2125737"/>
            <a:ext cx="4463623" cy="4044463"/>
          </a:xfrm>
        </p:spPr>
        <p:txBody>
          <a:bodyPr>
            <a:normAutofit/>
          </a:bodyPr>
          <a:lstStyle/>
          <a:p>
            <a:r>
              <a:rPr lang="en-US" dirty="0">
                <a:solidFill>
                  <a:schemeClr val="bg1"/>
                </a:solidFill>
              </a:rPr>
              <a:t>Common Terminologies</a:t>
            </a:r>
          </a:p>
          <a:p>
            <a:r>
              <a:rPr lang="en-US" dirty="0">
                <a:solidFill>
                  <a:schemeClr val="bg1"/>
                </a:solidFill>
              </a:rPr>
              <a:t>Subfields</a:t>
            </a:r>
          </a:p>
          <a:p>
            <a:r>
              <a:rPr lang="en-US" dirty="0">
                <a:solidFill>
                  <a:schemeClr val="bg1"/>
                </a:solidFill>
              </a:rPr>
              <a:t>Huge Impact</a:t>
            </a:r>
          </a:p>
          <a:p>
            <a:endParaRPr lang="en-US" dirty="0">
              <a:solidFill>
                <a:schemeClr val="bg1"/>
              </a:solidFill>
            </a:endParaRPr>
          </a:p>
        </p:txBody>
      </p:sp>
      <p:sp>
        <p:nvSpPr>
          <p:cNvPr id="22" name="Freeform: Shape 21">
            <a:extLst>
              <a:ext uri="{FF2B5EF4-FFF2-40B4-BE49-F238E27FC236}">
                <a16:creationId xmlns:a16="http://schemas.microsoft.com/office/drawing/2014/main" id="{83C8019B-3985-409B-9B87-494B974EE9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2"/>
            <a:ext cx="2232251" cy="2361890"/>
          </a:xfrm>
          <a:custGeom>
            <a:avLst/>
            <a:gdLst>
              <a:gd name="connsiteX0" fmla="*/ 2292284 w 3871489"/>
              <a:gd name="connsiteY0" fmla="*/ 0 h 4096327"/>
              <a:gd name="connsiteX1" fmla="*/ 3500914 w 3871489"/>
              <a:gd name="connsiteY1" fmla="*/ 0 h 4096327"/>
              <a:gd name="connsiteX2" fmla="*/ 3542229 w 3871489"/>
              <a:gd name="connsiteY2" fmla="*/ 68006 h 4096327"/>
              <a:gd name="connsiteX3" fmla="*/ 3871489 w 3871489"/>
              <a:gd name="connsiteY3" fmla="*/ 1368323 h 4096327"/>
              <a:gd name="connsiteX4" fmla="*/ 1143485 w 3871489"/>
              <a:gd name="connsiteY4" fmla="*/ 4096327 h 4096327"/>
              <a:gd name="connsiteX5" fmla="*/ 81633 w 3871489"/>
              <a:gd name="connsiteY5" fmla="*/ 3881944 h 4096327"/>
              <a:gd name="connsiteX6" fmla="*/ 0 w 3871489"/>
              <a:gd name="connsiteY6" fmla="*/ 3842618 h 4096327"/>
              <a:gd name="connsiteX7" fmla="*/ 0 w 3871489"/>
              <a:gd name="connsiteY7" fmla="*/ 2741475 h 4096327"/>
              <a:gd name="connsiteX8" fmla="*/ 6615 w 3871489"/>
              <a:gd name="connsiteY8" fmla="*/ 2747487 h 4096327"/>
              <a:gd name="connsiteX9" fmla="*/ 1143485 w 3871489"/>
              <a:gd name="connsiteY9" fmla="*/ 3155655 h 4096327"/>
              <a:gd name="connsiteX10" fmla="*/ 2930817 w 3871489"/>
              <a:gd name="connsiteY10" fmla="*/ 1368323 h 4096327"/>
              <a:gd name="connsiteX11" fmla="*/ 2407287 w 3871489"/>
              <a:gd name="connsiteY11" fmla="*/ 104524 h 40963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871489" h="4096327">
                <a:moveTo>
                  <a:pt x="2292284" y="0"/>
                </a:moveTo>
                <a:lnTo>
                  <a:pt x="3500914" y="0"/>
                </a:lnTo>
                <a:lnTo>
                  <a:pt x="3542229" y="68006"/>
                </a:lnTo>
                <a:cubicBezTo>
                  <a:pt x="3752213" y="454545"/>
                  <a:pt x="3871489" y="897507"/>
                  <a:pt x="3871489" y="1368323"/>
                </a:cubicBezTo>
                <a:cubicBezTo>
                  <a:pt x="3871489" y="2874936"/>
                  <a:pt x="2650098" y="4096327"/>
                  <a:pt x="1143485" y="4096327"/>
                </a:cubicBezTo>
                <a:cubicBezTo>
                  <a:pt x="766832" y="4096327"/>
                  <a:pt x="408006" y="4019990"/>
                  <a:pt x="81633" y="3881944"/>
                </a:cubicBezTo>
                <a:lnTo>
                  <a:pt x="0" y="3842618"/>
                </a:lnTo>
                <a:lnTo>
                  <a:pt x="0" y="2741475"/>
                </a:lnTo>
                <a:lnTo>
                  <a:pt x="6615" y="2747487"/>
                </a:lnTo>
                <a:cubicBezTo>
                  <a:pt x="315579" y="3002472"/>
                  <a:pt x="711663" y="3155655"/>
                  <a:pt x="1143485" y="3155655"/>
                </a:cubicBezTo>
                <a:cubicBezTo>
                  <a:pt x="2130515" y="3155655"/>
                  <a:pt x="2930817" y="2355353"/>
                  <a:pt x="2930817" y="1368323"/>
                </a:cubicBezTo>
                <a:cubicBezTo>
                  <a:pt x="2930817" y="874812"/>
                  <a:pt x="2730741" y="427979"/>
                  <a:pt x="2407287" y="104524"/>
                </a:cubicBezTo>
                <a:close/>
              </a:path>
            </a:pathLst>
          </a:custGeom>
          <a:solidFill>
            <a:schemeClr val="accent6">
              <a:alpha val="3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accent1"/>
              </a:solidFill>
            </a:endParaRPr>
          </a:p>
        </p:txBody>
      </p:sp>
      <p:sp>
        <p:nvSpPr>
          <p:cNvPr id="24" name="Freeform: Shape 23">
            <a:extLst>
              <a:ext uri="{FF2B5EF4-FFF2-40B4-BE49-F238E27FC236}">
                <a16:creationId xmlns:a16="http://schemas.microsoft.com/office/drawing/2014/main" id="{9E5C5460-229E-46C8-A712-CC31798542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59419" y="3564607"/>
            <a:ext cx="3432581" cy="3293393"/>
          </a:xfrm>
          <a:custGeom>
            <a:avLst/>
            <a:gdLst>
              <a:gd name="connsiteX0" fmla="*/ 2473947 w 3432581"/>
              <a:gd name="connsiteY0" fmla="*/ 0 h 3293393"/>
              <a:gd name="connsiteX1" fmla="*/ 3209623 w 3432581"/>
              <a:gd name="connsiteY1" fmla="*/ 111224 h 3293393"/>
              <a:gd name="connsiteX2" fmla="*/ 3432581 w 3432581"/>
              <a:gd name="connsiteY2" fmla="*/ 192828 h 3293393"/>
              <a:gd name="connsiteX3" fmla="*/ 3432581 w 3432581"/>
              <a:gd name="connsiteY3" fmla="*/ 3293393 h 3293393"/>
              <a:gd name="connsiteX4" fmla="*/ 141884 w 3432581"/>
              <a:gd name="connsiteY4" fmla="*/ 3293393 h 3293393"/>
              <a:gd name="connsiteX5" fmla="*/ 111224 w 3432581"/>
              <a:gd name="connsiteY5" fmla="*/ 3209623 h 3293393"/>
              <a:gd name="connsiteX6" fmla="*/ 0 w 3432581"/>
              <a:gd name="connsiteY6" fmla="*/ 2473947 h 3293393"/>
              <a:gd name="connsiteX7" fmla="*/ 2473947 w 3432581"/>
              <a:gd name="connsiteY7" fmla="*/ 0 h 3293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32581" h="3293393">
                <a:moveTo>
                  <a:pt x="2473947" y="0"/>
                </a:moveTo>
                <a:cubicBezTo>
                  <a:pt x="2730133" y="0"/>
                  <a:pt x="2977223" y="38940"/>
                  <a:pt x="3209623" y="111224"/>
                </a:cubicBezTo>
                <a:lnTo>
                  <a:pt x="3432581" y="192828"/>
                </a:lnTo>
                <a:lnTo>
                  <a:pt x="3432581" y="3293393"/>
                </a:lnTo>
                <a:lnTo>
                  <a:pt x="141884" y="3293393"/>
                </a:lnTo>
                <a:lnTo>
                  <a:pt x="111224" y="3209623"/>
                </a:lnTo>
                <a:cubicBezTo>
                  <a:pt x="38940" y="2977224"/>
                  <a:pt x="0" y="2730133"/>
                  <a:pt x="0" y="2473947"/>
                </a:cubicBezTo>
                <a:cubicBezTo>
                  <a:pt x="0" y="1107624"/>
                  <a:pt x="1107624" y="0"/>
                  <a:pt x="2473947" y="0"/>
                </a:cubicBezTo>
                <a:close/>
              </a:path>
            </a:pathLst>
          </a:cu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26" name="Freeform: Shape 25">
            <a:extLst>
              <a:ext uri="{FF2B5EF4-FFF2-40B4-BE49-F238E27FC236}">
                <a16:creationId xmlns:a16="http://schemas.microsoft.com/office/drawing/2014/main" id="{B85A4DB3-61AA-49A1-85A9-B3397CD519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59419" y="3564607"/>
            <a:ext cx="3432581" cy="3293393"/>
          </a:xfrm>
          <a:custGeom>
            <a:avLst/>
            <a:gdLst>
              <a:gd name="connsiteX0" fmla="*/ 2473947 w 3432581"/>
              <a:gd name="connsiteY0" fmla="*/ 0 h 3293393"/>
              <a:gd name="connsiteX1" fmla="*/ 3209623 w 3432581"/>
              <a:gd name="connsiteY1" fmla="*/ 111224 h 3293393"/>
              <a:gd name="connsiteX2" fmla="*/ 3432581 w 3432581"/>
              <a:gd name="connsiteY2" fmla="*/ 192828 h 3293393"/>
              <a:gd name="connsiteX3" fmla="*/ 3432581 w 3432581"/>
              <a:gd name="connsiteY3" fmla="*/ 3293393 h 3293393"/>
              <a:gd name="connsiteX4" fmla="*/ 141884 w 3432581"/>
              <a:gd name="connsiteY4" fmla="*/ 3293393 h 3293393"/>
              <a:gd name="connsiteX5" fmla="*/ 111224 w 3432581"/>
              <a:gd name="connsiteY5" fmla="*/ 3209623 h 3293393"/>
              <a:gd name="connsiteX6" fmla="*/ 0 w 3432581"/>
              <a:gd name="connsiteY6" fmla="*/ 2473947 h 3293393"/>
              <a:gd name="connsiteX7" fmla="*/ 2473947 w 3432581"/>
              <a:gd name="connsiteY7" fmla="*/ 0 h 3293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32581" h="3293393">
                <a:moveTo>
                  <a:pt x="2473947" y="0"/>
                </a:moveTo>
                <a:cubicBezTo>
                  <a:pt x="2730133" y="0"/>
                  <a:pt x="2977223" y="38940"/>
                  <a:pt x="3209623" y="111224"/>
                </a:cubicBezTo>
                <a:lnTo>
                  <a:pt x="3432581" y="192828"/>
                </a:lnTo>
                <a:lnTo>
                  <a:pt x="3432581" y="3293393"/>
                </a:lnTo>
                <a:lnTo>
                  <a:pt x="141884" y="3293393"/>
                </a:lnTo>
                <a:lnTo>
                  <a:pt x="111224" y="3209623"/>
                </a:lnTo>
                <a:cubicBezTo>
                  <a:pt x="38940" y="2977224"/>
                  <a:pt x="0" y="2730133"/>
                  <a:pt x="0" y="2473947"/>
                </a:cubicBezTo>
                <a:cubicBezTo>
                  <a:pt x="0" y="1107624"/>
                  <a:pt x="1107624" y="0"/>
                  <a:pt x="2473947" y="0"/>
                </a:cubicBezTo>
                <a:close/>
              </a:path>
            </a:pathLst>
          </a:custGeom>
          <a:solidFill>
            <a:schemeClr val="accent2">
              <a:alpha val="3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pic>
        <p:nvPicPr>
          <p:cNvPr id="5" name="Picture 4" descr="Worktools on blueprint">
            <a:extLst>
              <a:ext uri="{FF2B5EF4-FFF2-40B4-BE49-F238E27FC236}">
                <a16:creationId xmlns:a16="http://schemas.microsoft.com/office/drawing/2014/main" id="{8FE7186F-A3BE-55B1-10DF-F9788EF3E9C3}"/>
              </a:ext>
            </a:extLst>
          </p:cNvPr>
          <p:cNvPicPr>
            <a:picLocks noChangeAspect="1"/>
          </p:cNvPicPr>
          <p:nvPr/>
        </p:nvPicPr>
        <p:blipFill>
          <a:blip r:embed="rId2"/>
          <a:srcRect l="33251" r="-2" b="-2"/>
          <a:stretch>
            <a:fillRect/>
          </a:stretch>
        </p:blipFill>
        <p:spPr>
          <a:xfrm>
            <a:off x="7020480" y="871280"/>
            <a:ext cx="4415738" cy="4415738"/>
          </a:xfrm>
          <a:custGeom>
            <a:avLst/>
            <a:gdLst/>
            <a:ahLst/>
            <a:cxnLst/>
            <a:rect l="l" t="t" r="r" b="b"/>
            <a:pathLst>
              <a:path w="2452978" h="2452978">
                <a:moveTo>
                  <a:pt x="1226489" y="0"/>
                </a:moveTo>
                <a:cubicBezTo>
                  <a:pt x="1903860" y="0"/>
                  <a:pt x="2452978" y="549118"/>
                  <a:pt x="2452978" y="1226489"/>
                </a:cubicBezTo>
                <a:cubicBezTo>
                  <a:pt x="2452978" y="1903860"/>
                  <a:pt x="1903860" y="2452978"/>
                  <a:pt x="1226489" y="2452978"/>
                </a:cubicBezTo>
                <a:cubicBezTo>
                  <a:pt x="549118" y="2452978"/>
                  <a:pt x="0" y="1903860"/>
                  <a:pt x="0" y="1226489"/>
                </a:cubicBezTo>
                <a:cubicBezTo>
                  <a:pt x="0" y="549118"/>
                  <a:pt x="549118" y="0"/>
                  <a:pt x="1226489" y="0"/>
                </a:cubicBezTo>
                <a:close/>
              </a:path>
            </a:pathLst>
          </a:custGeom>
        </p:spPr>
      </p:pic>
      <p:grpSp>
        <p:nvGrpSpPr>
          <p:cNvPr id="28" name="Graphic 185">
            <a:extLst>
              <a:ext uri="{FF2B5EF4-FFF2-40B4-BE49-F238E27FC236}">
                <a16:creationId xmlns:a16="http://schemas.microsoft.com/office/drawing/2014/main" id="{0C156BF8-7FF7-440F-BE2B-417DFFE8BFA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428634" y="5987064"/>
            <a:ext cx="1054466" cy="469689"/>
            <a:chOff x="9841624" y="4115729"/>
            <a:chExt cx="602169" cy="268223"/>
          </a:xfrm>
          <a:solidFill>
            <a:schemeClr val="bg1"/>
          </a:solidFill>
        </p:grpSpPr>
        <p:sp>
          <p:nvSpPr>
            <p:cNvPr id="29" name="Freeform: Shape 28">
              <a:extLst>
                <a:ext uri="{FF2B5EF4-FFF2-40B4-BE49-F238E27FC236}">
                  <a16:creationId xmlns:a16="http://schemas.microsoft.com/office/drawing/2014/main" id="{B7067280-C3E7-4DF6-A345-B9FEF6EF8D6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A78365A8-666B-4417-9D3C-554E6E6B2C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E71CAAFA-0A31-4308-AB9F-B1C84ABDF9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96AB1D25-144D-4BB4-A45C-60B8A094F41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069F0FB4-779A-48FC-AC33-784F177C929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33441322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descr="Steel machine">
            <a:extLst>
              <a:ext uri="{FF2B5EF4-FFF2-40B4-BE49-F238E27FC236}">
                <a16:creationId xmlns:a16="http://schemas.microsoft.com/office/drawing/2014/main" id="{E798ADDC-E770-5F3D-6E45-2ADC7624D411}"/>
              </a:ext>
            </a:extLst>
          </p:cNvPr>
          <p:cNvPicPr>
            <a:picLocks noChangeAspect="1"/>
          </p:cNvPicPr>
          <p:nvPr/>
        </p:nvPicPr>
        <p:blipFill>
          <a:blip r:embed="rId2">
            <a:alphaModFix amt="40000"/>
          </a:blip>
          <a:srcRect t="8776" b="6955"/>
          <a:stretch>
            <a:fillRect/>
          </a:stretch>
        </p:blipFill>
        <p:spPr>
          <a:xfrm>
            <a:off x="20" y="10"/>
            <a:ext cx="12191980" cy="6857990"/>
          </a:xfrm>
          <a:prstGeom prst="rect">
            <a:avLst/>
          </a:prstGeom>
        </p:spPr>
      </p:pic>
      <p:sp>
        <p:nvSpPr>
          <p:cNvPr id="2" name="Title 1">
            <a:extLst>
              <a:ext uri="{FF2B5EF4-FFF2-40B4-BE49-F238E27FC236}">
                <a16:creationId xmlns:a16="http://schemas.microsoft.com/office/drawing/2014/main" id="{7BD6F58C-EACB-8830-FB05-3BD53368B325}"/>
              </a:ext>
            </a:extLst>
          </p:cNvPr>
          <p:cNvSpPr>
            <a:spLocks noGrp="1"/>
          </p:cNvSpPr>
          <p:nvPr>
            <p:ph type="title"/>
          </p:nvPr>
        </p:nvSpPr>
        <p:spPr>
          <a:xfrm>
            <a:off x="965200" y="965200"/>
            <a:ext cx="10261600" cy="3564869"/>
          </a:xfrm>
        </p:spPr>
        <p:txBody>
          <a:bodyPr vert="horz" lIns="91440" tIns="45720" rIns="91440" bIns="45720" rtlCol="0" anchor="b">
            <a:normAutofit/>
          </a:bodyPr>
          <a:lstStyle/>
          <a:p>
            <a:r>
              <a:rPr lang="en-US" sz="8100" b="1" dirty="0">
                <a:ln w="22225">
                  <a:solidFill>
                    <a:schemeClr val="tx1"/>
                  </a:solidFill>
                  <a:miter lim="800000"/>
                </a:ln>
                <a:noFill/>
              </a:rPr>
              <a:t>Mechanical Engineering   Vs   Aerospace Engineering</a:t>
            </a:r>
          </a:p>
        </p:txBody>
      </p:sp>
    </p:spTree>
    <p:extLst>
      <p:ext uri="{BB962C8B-B14F-4D97-AF65-F5344CB8AC3E}">
        <p14:creationId xmlns:p14="http://schemas.microsoft.com/office/powerpoint/2010/main" val="2927021506"/>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5A0118C5-4F8D-4CF4-BADD-53FEACC6C4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F98F79A4-A6C7-4101-B1E9-27E05CB7CF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2"/>
            <a:ext cx="2232251" cy="2361890"/>
          </a:xfrm>
          <a:custGeom>
            <a:avLst/>
            <a:gdLst>
              <a:gd name="connsiteX0" fmla="*/ 2292284 w 3871489"/>
              <a:gd name="connsiteY0" fmla="*/ 0 h 4096327"/>
              <a:gd name="connsiteX1" fmla="*/ 3500914 w 3871489"/>
              <a:gd name="connsiteY1" fmla="*/ 0 h 4096327"/>
              <a:gd name="connsiteX2" fmla="*/ 3542229 w 3871489"/>
              <a:gd name="connsiteY2" fmla="*/ 68006 h 4096327"/>
              <a:gd name="connsiteX3" fmla="*/ 3871489 w 3871489"/>
              <a:gd name="connsiteY3" fmla="*/ 1368323 h 4096327"/>
              <a:gd name="connsiteX4" fmla="*/ 1143485 w 3871489"/>
              <a:gd name="connsiteY4" fmla="*/ 4096327 h 4096327"/>
              <a:gd name="connsiteX5" fmla="*/ 81633 w 3871489"/>
              <a:gd name="connsiteY5" fmla="*/ 3881944 h 4096327"/>
              <a:gd name="connsiteX6" fmla="*/ 0 w 3871489"/>
              <a:gd name="connsiteY6" fmla="*/ 3842618 h 4096327"/>
              <a:gd name="connsiteX7" fmla="*/ 0 w 3871489"/>
              <a:gd name="connsiteY7" fmla="*/ 2741475 h 4096327"/>
              <a:gd name="connsiteX8" fmla="*/ 6615 w 3871489"/>
              <a:gd name="connsiteY8" fmla="*/ 2747487 h 4096327"/>
              <a:gd name="connsiteX9" fmla="*/ 1143485 w 3871489"/>
              <a:gd name="connsiteY9" fmla="*/ 3155655 h 4096327"/>
              <a:gd name="connsiteX10" fmla="*/ 2930817 w 3871489"/>
              <a:gd name="connsiteY10" fmla="*/ 1368323 h 4096327"/>
              <a:gd name="connsiteX11" fmla="*/ 2407287 w 3871489"/>
              <a:gd name="connsiteY11" fmla="*/ 104524 h 40963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871489" h="4096327">
                <a:moveTo>
                  <a:pt x="2292284" y="0"/>
                </a:moveTo>
                <a:lnTo>
                  <a:pt x="3500914" y="0"/>
                </a:lnTo>
                <a:lnTo>
                  <a:pt x="3542229" y="68006"/>
                </a:lnTo>
                <a:cubicBezTo>
                  <a:pt x="3752213" y="454545"/>
                  <a:pt x="3871489" y="897507"/>
                  <a:pt x="3871489" y="1368323"/>
                </a:cubicBezTo>
                <a:cubicBezTo>
                  <a:pt x="3871489" y="2874936"/>
                  <a:pt x="2650098" y="4096327"/>
                  <a:pt x="1143485" y="4096327"/>
                </a:cubicBezTo>
                <a:cubicBezTo>
                  <a:pt x="766832" y="4096327"/>
                  <a:pt x="408006" y="4019990"/>
                  <a:pt x="81633" y="3881944"/>
                </a:cubicBezTo>
                <a:lnTo>
                  <a:pt x="0" y="3842618"/>
                </a:lnTo>
                <a:lnTo>
                  <a:pt x="0" y="2741475"/>
                </a:lnTo>
                <a:lnTo>
                  <a:pt x="6615" y="2747487"/>
                </a:lnTo>
                <a:cubicBezTo>
                  <a:pt x="315579" y="3002472"/>
                  <a:pt x="711663" y="3155655"/>
                  <a:pt x="1143485" y="3155655"/>
                </a:cubicBezTo>
                <a:cubicBezTo>
                  <a:pt x="2130515" y="3155655"/>
                  <a:pt x="2930817" y="2355353"/>
                  <a:pt x="2930817" y="1368323"/>
                </a:cubicBezTo>
                <a:cubicBezTo>
                  <a:pt x="2930817" y="874812"/>
                  <a:pt x="2730741" y="427979"/>
                  <a:pt x="2407287" y="104524"/>
                </a:cubicBezTo>
                <a:close/>
              </a:path>
            </a:pathLst>
          </a:cu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accent1"/>
              </a:solidFill>
            </a:endParaRPr>
          </a:p>
        </p:txBody>
      </p:sp>
      <p:sp>
        <p:nvSpPr>
          <p:cNvPr id="2" name="Title 1">
            <a:extLst>
              <a:ext uri="{FF2B5EF4-FFF2-40B4-BE49-F238E27FC236}">
                <a16:creationId xmlns:a16="http://schemas.microsoft.com/office/drawing/2014/main" id="{282C2DFF-DD1F-53C4-81D3-A964288257F9}"/>
              </a:ext>
            </a:extLst>
          </p:cNvPr>
          <p:cNvSpPr>
            <a:spLocks noGrp="1"/>
          </p:cNvSpPr>
          <p:nvPr>
            <p:ph type="title"/>
          </p:nvPr>
        </p:nvSpPr>
        <p:spPr>
          <a:xfrm>
            <a:off x="2232252" y="633046"/>
            <a:ext cx="4463623" cy="1314996"/>
          </a:xfrm>
        </p:spPr>
        <p:txBody>
          <a:bodyPr anchor="b">
            <a:normAutofit/>
          </a:bodyPr>
          <a:lstStyle/>
          <a:p>
            <a:r>
              <a:rPr lang="en-US">
                <a:solidFill>
                  <a:schemeClr val="bg1"/>
                </a:solidFill>
              </a:rPr>
              <a:t>Comparison</a:t>
            </a:r>
          </a:p>
        </p:txBody>
      </p:sp>
      <p:sp>
        <p:nvSpPr>
          <p:cNvPr id="20" name="Freeform: Shape 19">
            <a:extLst>
              <a:ext uri="{FF2B5EF4-FFF2-40B4-BE49-F238E27FC236}">
                <a16:creationId xmlns:a16="http://schemas.microsoft.com/office/drawing/2014/main" id="{79AFCB35-9C04-4524-A0B1-57FF6865D0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92656"/>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7963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283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7963"/>
                </a:lnTo>
                <a:lnTo>
                  <a:pt x="1613277" y="39017"/>
                </a:lnTo>
                <a:lnTo>
                  <a:pt x="1374516" y="277779"/>
                </a:lnTo>
                <a:lnTo>
                  <a:pt x="1135754" y="39017"/>
                </a:lnTo>
                <a:lnTo>
                  <a:pt x="896745" y="277779"/>
                </a:lnTo>
                <a:lnTo>
                  <a:pt x="657984" y="39017"/>
                </a:lnTo>
                <a:lnTo>
                  <a:pt x="419222" y="277779"/>
                </a:lnTo>
                <a:lnTo>
                  <a:pt x="180458" y="39017"/>
                </a:lnTo>
                <a:lnTo>
                  <a:pt x="0" y="219283"/>
                </a:lnTo>
                <a:lnTo>
                  <a:pt x="0" y="180458"/>
                </a:lnTo>
                <a:close/>
              </a:path>
            </a:pathLst>
          </a:custGeom>
          <a:solidFill>
            <a:schemeClr val="bg1"/>
          </a:solidFill>
          <a:ln w="9525" cap="flat">
            <a:noFill/>
            <a:prstDash val="solid"/>
            <a:miter/>
          </a:ln>
        </p:spPr>
        <p:txBody>
          <a:bodyPr wrap="square" rtlCol="0" anchor="ctr">
            <a:noAutofit/>
          </a:bodyPr>
          <a:lstStyle/>
          <a:p>
            <a:endParaRPr lang="en-US"/>
          </a:p>
        </p:txBody>
      </p:sp>
      <p:sp>
        <p:nvSpPr>
          <p:cNvPr id="22" name="Freeform: Shape 21">
            <a:extLst>
              <a:ext uri="{FF2B5EF4-FFF2-40B4-BE49-F238E27FC236}">
                <a16:creationId xmlns:a16="http://schemas.microsoft.com/office/drawing/2014/main" id="{D11AD2AD-0BA0-4DD3-8EEA-84686A0E718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32391"/>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8208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475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8208"/>
                </a:lnTo>
                <a:lnTo>
                  <a:pt x="1613277" y="39017"/>
                </a:lnTo>
                <a:lnTo>
                  <a:pt x="1374516" y="277779"/>
                </a:lnTo>
                <a:lnTo>
                  <a:pt x="1135754" y="39017"/>
                </a:lnTo>
                <a:lnTo>
                  <a:pt x="896745" y="277779"/>
                </a:lnTo>
                <a:lnTo>
                  <a:pt x="657984" y="39017"/>
                </a:lnTo>
                <a:lnTo>
                  <a:pt x="419222" y="277779"/>
                </a:lnTo>
                <a:lnTo>
                  <a:pt x="180458" y="39017"/>
                </a:lnTo>
                <a:lnTo>
                  <a:pt x="0" y="219475"/>
                </a:lnTo>
                <a:lnTo>
                  <a:pt x="0" y="180458"/>
                </a:lnTo>
                <a:close/>
              </a:path>
            </a:pathLst>
          </a:custGeom>
          <a:solidFill>
            <a:schemeClr val="bg1"/>
          </a:solidFill>
          <a:ln w="9525" cap="flat">
            <a:noFill/>
            <a:prstDash val="solid"/>
            <a:miter/>
          </a:ln>
        </p:spPr>
        <p:txBody>
          <a:bodyPr wrap="square" rtlCol="0" anchor="ctr">
            <a:noAutofit/>
          </a:bodyPr>
          <a:lstStyle/>
          <a:p>
            <a:endParaRPr lang="en-US"/>
          </a:p>
        </p:txBody>
      </p:sp>
      <p:sp>
        <p:nvSpPr>
          <p:cNvPr id="3" name="Content Placeholder 2">
            <a:extLst>
              <a:ext uri="{FF2B5EF4-FFF2-40B4-BE49-F238E27FC236}">
                <a16:creationId xmlns:a16="http://schemas.microsoft.com/office/drawing/2014/main" id="{E2C169C1-D3F4-8C0A-0DA7-C5FDA5E317B6}"/>
              </a:ext>
            </a:extLst>
          </p:cNvPr>
          <p:cNvSpPr>
            <a:spLocks noGrp="1"/>
          </p:cNvSpPr>
          <p:nvPr>
            <p:ph idx="1"/>
          </p:nvPr>
        </p:nvSpPr>
        <p:spPr>
          <a:xfrm>
            <a:off x="2232252" y="2125737"/>
            <a:ext cx="4463623" cy="4044463"/>
          </a:xfrm>
        </p:spPr>
        <p:txBody>
          <a:bodyPr>
            <a:normAutofit/>
          </a:bodyPr>
          <a:lstStyle/>
          <a:p>
            <a:r>
              <a:rPr lang="en-US">
                <a:solidFill>
                  <a:schemeClr val="bg1"/>
                </a:solidFill>
              </a:rPr>
              <a:t>Major Distinction</a:t>
            </a:r>
          </a:p>
          <a:p>
            <a:r>
              <a:rPr lang="en-US">
                <a:solidFill>
                  <a:schemeClr val="bg1"/>
                </a:solidFill>
              </a:rPr>
              <a:t>Future Prospects</a:t>
            </a:r>
          </a:p>
          <a:p>
            <a:r>
              <a:rPr lang="en-US">
                <a:solidFill>
                  <a:schemeClr val="bg1"/>
                </a:solidFill>
              </a:rPr>
              <a:t>Subfields</a:t>
            </a:r>
          </a:p>
          <a:p>
            <a:r>
              <a:rPr lang="en-US">
                <a:solidFill>
                  <a:schemeClr val="bg1"/>
                </a:solidFill>
              </a:rPr>
              <a:t>Applications</a:t>
            </a:r>
          </a:p>
          <a:p>
            <a:endParaRPr lang="en-US">
              <a:solidFill>
                <a:schemeClr val="bg1"/>
              </a:solidFill>
            </a:endParaRPr>
          </a:p>
        </p:txBody>
      </p:sp>
      <p:sp>
        <p:nvSpPr>
          <p:cNvPr id="24" name="Freeform: Shape 23">
            <a:extLst>
              <a:ext uri="{FF2B5EF4-FFF2-40B4-BE49-F238E27FC236}">
                <a16:creationId xmlns:a16="http://schemas.microsoft.com/office/drawing/2014/main" id="{83C8019B-3985-409B-9B87-494B974EE9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2"/>
            <a:ext cx="2232251" cy="2361890"/>
          </a:xfrm>
          <a:custGeom>
            <a:avLst/>
            <a:gdLst>
              <a:gd name="connsiteX0" fmla="*/ 2292284 w 3871489"/>
              <a:gd name="connsiteY0" fmla="*/ 0 h 4096327"/>
              <a:gd name="connsiteX1" fmla="*/ 3500914 w 3871489"/>
              <a:gd name="connsiteY1" fmla="*/ 0 h 4096327"/>
              <a:gd name="connsiteX2" fmla="*/ 3542229 w 3871489"/>
              <a:gd name="connsiteY2" fmla="*/ 68006 h 4096327"/>
              <a:gd name="connsiteX3" fmla="*/ 3871489 w 3871489"/>
              <a:gd name="connsiteY3" fmla="*/ 1368323 h 4096327"/>
              <a:gd name="connsiteX4" fmla="*/ 1143485 w 3871489"/>
              <a:gd name="connsiteY4" fmla="*/ 4096327 h 4096327"/>
              <a:gd name="connsiteX5" fmla="*/ 81633 w 3871489"/>
              <a:gd name="connsiteY5" fmla="*/ 3881944 h 4096327"/>
              <a:gd name="connsiteX6" fmla="*/ 0 w 3871489"/>
              <a:gd name="connsiteY6" fmla="*/ 3842618 h 4096327"/>
              <a:gd name="connsiteX7" fmla="*/ 0 w 3871489"/>
              <a:gd name="connsiteY7" fmla="*/ 2741475 h 4096327"/>
              <a:gd name="connsiteX8" fmla="*/ 6615 w 3871489"/>
              <a:gd name="connsiteY8" fmla="*/ 2747487 h 4096327"/>
              <a:gd name="connsiteX9" fmla="*/ 1143485 w 3871489"/>
              <a:gd name="connsiteY9" fmla="*/ 3155655 h 4096327"/>
              <a:gd name="connsiteX10" fmla="*/ 2930817 w 3871489"/>
              <a:gd name="connsiteY10" fmla="*/ 1368323 h 4096327"/>
              <a:gd name="connsiteX11" fmla="*/ 2407287 w 3871489"/>
              <a:gd name="connsiteY11" fmla="*/ 104524 h 40963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871489" h="4096327">
                <a:moveTo>
                  <a:pt x="2292284" y="0"/>
                </a:moveTo>
                <a:lnTo>
                  <a:pt x="3500914" y="0"/>
                </a:lnTo>
                <a:lnTo>
                  <a:pt x="3542229" y="68006"/>
                </a:lnTo>
                <a:cubicBezTo>
                  <a:pt x="3752213" y="454545"/>
                  <a:pt x="3871489" y="897507"/>
                  <a:pt x="3871489" y="1368323"/>
                </a:cubicBezTo>
                <a:cubicBezTo>
                  <a:pt x="3871489" y="2874936"/>
                  <a:pt x="2650098" y="4096327"/>
                  <a:pt x="1143485" y="4096327"/>
                </a:cubicBezTo>
                <a:cubicBezTo>
                  <a:pt x="766832" y="4096327"/>
                  <a:pt x="408006" y="4019990"/>
                  <a:pt x="81633" y="3881944"/>
                </a:cubicBezTo>
                <a:lnTo>
                  <a:pt x="0" y="3842618"/>
                </a:lnTo>
                <a:lnTo>
                  <a:pt x="0" y="2741475"/>
                </a:lnTo>
                <a:lnTo>
                  <a:pt x="6615" y="2747487"/>
                </a:lnTo>
                <a:cubicBezTo>
                  <a:pt x="315579" y="3002472"/>
                  <a:pt x="711663" y="3155655"/>
                  <a:pt x="1143485" y="3155655"/>
                </a:cubicBezTo>
                <a:cubicBezTo>
                  <a:pt x="2130515" y="3155655"/>
                  <a:pt x="2930817" y="2355353"/>
                  <a:pt x="2930817" y="1368323"/>
                </a:cubicBezTo>
                <a:cubicBezTo>
                  <a:pt x="2930817" y="874812"/>
                  <a:pt x="2730741" y="427979"/>
                  <a:pt x="2407287" y="104524"/>
                </a:cubicBezTo>
                <a:close/>
              </a:path>
            </a:pathLst>
          </a:custGeom>
          <a:solidFill>
            <a:schemeClr val="accent6">
              <a:alpha val="3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accent1"/>
              </a:solidFill>
            </a:endParaRPr>
          </a:p>
        </p:txBody>
      </p:sp>
      <p:sp>
        <p:nvSpPr>
          <p:cNvPr id="26" name="Freeform: Shape 25">
            <a:extLst>
              <a:ext uri="{FF2B5EF4-FFF2-40B4-BE49-F238E27FC236}">
                <a16:creationId xmlns:a16="http://schemas.microsoft.com/office/drawing/2014/main" id="{9E5C5460-229E-46C8-A712-CC31798542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59419" y="3564607"/>
            <a:ext cx="3432581" cy="3293393"/>
          </a:xfrm>
          <a:custGeom>
            <a:avLst/>
            <a:gdLst>
              <a:gd name="connsiteX0" fmla="*/ 2473947 w 3432581"/>
              <a:gd name="connsiteY0" fmla="*/ 0 h 3293393"/>
              <a:gd name="connsiteX1" fmla="*/ 3209623 w 3432581"/>
              <a:gd name="connsiteY1" fmla="*/ 111224 h 3293393"/>
              <a:gd name="connsiteX2" fmla="*/ 3432581 w 3432581"/>
              <a:gd name="connsiteY2" fmla="*/ 192828 h 3293393"/>
              <a:gd name="connsiteX3" fmla="*/ 3432581 w 3432581"/>
              <a:gd name="connsiteY3" fmla="*/ 3293393 h 3293393"/>
              <a:gd name="connsiteX4" fmla="*/ 141884 w 3432581"/>
              <a:gd name="connsiteY4" fmla="*/ 3293393 h 3293393"/>
              <a:gd name="connsiteX5" fmla="*/ 111224 w 3432581"/>
              <a:gd name="connsiteY5" fmla="*/ 3209623 h 3293393"/>
              <a:gd name="connsiteX6" fmla="*/ 0 w 3432581"/>
              <a:gd name="connsiteY6" fmla="*/ 2473947 h 3293393"/>
              <a:gd name="connsiteX7" fmla="*/ 2473947 w 3432581"/>
              <a:gd name="connsiteY7" fmla="*/ 0 h 3293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32581" h="3293393">
                <a:moveTo>
                  <a:pt x="2473947" y="0"/>
                </a:moveTo>
                <a:cubicBezTo>
                  <a:pt x="2730133" y="0"/>
                  <a:pt x="2977223" y="38940"/>
                  <a:pt x="3209623" y="111224"/>
                </a:cubicBezTo>
                <a:lnTo>
                  <a:pt x="3432581" y="192828"/>
                </a:lnTo>
                <a:lnTo>
                  <a:pt x="3432581" y="3293393"/>
                </a:lnTo>
                <a:lnTo>
                  <a:pt x="141884" y="3293393"/>
                </a:lnTo>
                <a:lnTo>
                  <a:pt x="111224" y="3209623"/>
                </a:lnTo>
                <a:cubicBezTo>
                  <a:pt x="38940" y="2977224"/>
                  <a:pt x="0" y="2730133"/>
                  <a:pt x="0" y="2473947"/>
                </a:cubicBezTo>
                <a:cubicBezTo>
                  <a:pt x="0" y="1107624"/>
                  <a:pt x="1107624" y="0"/>
                  <a:pt x="2473947" y="0"/>
                </a:cubicBezTo>
                <a:close/>
              </a:path>
            </a:pathLst>
          </a:cu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28" name="Freeform: Shape 27">
            <a:extLst>
              <a:ext uri="{FF2B5EF4-FFF2-40B4-BE49-F238E27FC236}">
                <a16:creationId xmlns:a16="http://schemas.microsoft.com/office/drawing/2014/main" id="{B85A4DB3-61AA-49A1-85A9-B3397CD519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59419" y="3564607"/>
            <a:ext cx="3432581" cy="3293393"/>
          </a:xfrm>
          <a:custGeom>
            <a:avLst/>
            <a:gdLst>
              <a:gd name="connsiteX0" fmla="*/ 2473947 w 3432581"/>
              <a:gd name="connsiteY0" fmla="*/ 0 h 3293393"/>
              <a:gd name="connsiteX1" fmla="*/ 3209623 w 3432581"/>
              <a:gd name="connsiteY1" fmla="*/ 111224 h 3293393"/>
              <a:gd name="connsiteX2" fmla="*/ 3432581 w 3432581"/>
              <a:gd name="connsiteY2" fmla="*/ 192828 h 3293393"/>
              <a:gd name="connsiteX3" fmla="*/ 3432581 w 3432581"/>
              <a:gd name="connsiteY3" fmla="*/ 3293393 h 3293393"/>
              <a:gd name="connsiteX4" fmla="*/ 141884 w 3432581"/>
              <a:gd name="connsiteY4" fmla="*/ 3293393 h 3293393"/>
              <a:gd name="connsiteX5" fmla="*/ 111224 w 3432581"/>
              <a:gd name="connsiteY5" fmla="*/ 3209623 h 3293393"/>
              <a:gd name="connsiteX6" fmla="*/ 0 w 3432581"/>
              <a:gd name="connsiteY6" fmla="*/ 2473947 h 3293393"/>
              <a:gd name="connsiteX7" fmla="*/ 2473947 w 3432581"/>
              <a:gd name="connsiteY7" fmla="*/ 0 h 3293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32581" h="3293393">
                <a:moveTo>
                  <a:pt x="2473947" y="0"/>
                </a:moveTo>
                <a:cubicBezTo>
                  <a:pt x="2730133" y="0"/>
                  <a:pt x="2977223" y="38940"/>
                  <a:pt x="3209623" y="111224"/>
                </a:cubicBezTo>
                <a:lnTo>
                  <a:pt x="3432581" y="192828"/>
                </a:lnTo>
                <a:lnTo>
                  <a:pt x="3432581" y="3293393"/>
                </a:lnTo>
                <a:lnTo>
                  <a:pt x="141884" y="3293393"/>
                </a:lnTo>
                <a:lnTo>
                  <a:pt x="111224" y="3209623"/>
                </a:lnTo>
                <a:cubicBezTo>
                  <a:pt x="38940" y="2977224"/>
                  <a:pt x="0" y="2730133"/>
                  <a:pt x="0" y="2473947"/>
                </a:cubicBezTo>
                <a:cubicBezTo>
                  <a:pt x="0" y="1107624"/>
                  <a:pt x="1107624" y="0"/>
                  <a:pt x="2473947" y="0"/>
                </a:cubicBezTo>
                <a:close/>
              </a:path>
            </a:pathLst>
          </a:custGeom>
          <a:solidFill>
            <a:schemeClr val="accent2">
              <a:alpha val="3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pic>
        <p:nvPicPr>
          <p:cNvPr id="5" name="Picture 4" descr="Financial graphs on a dark display">
            <a:extLst>
              <a:ext uri="{FF2B5EF4-FFF2-40B4-BE49-F238E27FC236}">
                <a16:creationId xmlns:a16="http://schemas.microsoft.com/office/drawing/2014/main" id="{9CE9493A-967A-3FE1-63A1-73513CD8DE1A}"/>
              </a:ext>
            </a:extLst>
          </p:cNvPr>
          <p:cNvPicPr>
            <a:picLocks noChangeAspect="1"/>
          </p:cNvPicPr>
          <p:nvPr/>
        </p:nvPicPr>
        <p:blipFill>
          <a:blip r:embed="rId2"/>
          <a:srcRect l="17389" r="20111"/>
          <a:stretch>
            <a:fillRect/>
          </a:stretch>
        </p:blipFill>
        <p:spPr>
          <a:xfrm>
            <a:off x="7020480" y="871280"/>
            <a:ext cx="4415738" cy="4415738"/>
          </a:xfrm>
          <a:custGeom>
            <a:avLst/>
            <a:gdLst/>
            <a:ahLst/>
            <a:cxnLst/>
            <a:rect l="l" t="t" r="r" b="b"/>
            <a:pathLst>
              <a:path w="2452978" h="2452978">
                <a:moveTo>
                  <a:pt x="1226489" y="0"/>
                </a:moveTo>
                <a:cubicBezTo>
                  <a:pt x="1903860" y="0"/>
                  <a:pt x="2452978" y="549118"/>
                  <a:pt x="2452978" y="1226489"/>
                </a:cubicBezTo>
                <a:cubicBezTo>
                  <a:pt x="2452978" y="1903860"/>
                  <a:pt x="1903860" y="2452978"/>
                  <a:pt x="1226489" y="2452978"/>
                </a:cubicBezTo>
                <a:cubicBezTo>
                  <a:pt x="549118" y="2452978"/>
                  <a:pt x="0" y="1903860"/>
                  <a:pt x="0" y="1226489"/>
                </a:cubicBezTo>
                <a:cubicBezTo>
                  <a:pt x="0" y="549118"/>
                  <a:pt x="549118" y="0"/>
                  <a:pt x="1226489" y="0"/>
                </a:cubicBezTo>
                <a:close/>
              </a:path>
            </a:pathLst>
          </a:custGeom>
        </p:spPr>
      </p:pic>
      <p:grpSp>
        <p:nvGrpSpPr>
          <p:cNvPr id="30" name="Graphic 185">
            <a:extLst>
              <a:ext uri="{FF2B5EF4-FFF2-40B4-BE49-F238E27FC236}">
                <a16:creationId xmlns:a16="http://schemas.microsoft.com/office/drawing/2014/main" id="{0C156BF8-7FF7-440F-BE2B-417DFFE8BFA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428634" y="5987064"/>
            <a:ext cx="1054466" cy="469689"/>
            <a:chOff x="9841624" y="4115729"/>
            <a:chExt cx="602169" cy="268223"/>
          </a:xfrm>
          <a:solidFill>
            <a:schemeClr val="bg1"/>
          </a:solidFill>
        </p:grpSpPr>
        <p:sp>
          <p:nvSpPr>
            <p:cNvPr id="31" name="Freeform: Shape 30">
              <a:extLst>
                <a:ext uri="{FF2B5EF4-FFF2-40B4-BE49-F238E27FC236}">
                  <a16:creationId xmlns:a16="http://schemas.microsoft.com/office/drawing/2014/main" id="{B7067280-C3E7-4DF6-A345-B9FEF6EF8D6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A78365A8-666B-4417-9D3C-554E6E6B2C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E71CAAFA-0A31-4308-AB9F-B1C84ABDF9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96AB1D25-144D-4BB4-A45C-60B8A094F41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35" name="Freeform: Shape 34">
              <a:extLst>
                <a:ext uri="{FF2B5EF4-FFF2-40B4-BE49-F238E27FC236}">
                  <a16:creationId xmlns:a16="http://schemas.microsoft.com/office/drawing/2014/main" id="{069F0FB4-779A-48FC-AC33-784F177C929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33026353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04812C46-200A-4DEB-A05E-3ED6C68C23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Digital financial graph">
            <a:extLst>
              <a:ext uri="{FF2B5EF4-FFF2-40B4-BE49-F238E27FC236}">
                <a16:creationId xmlns:a16="http://schemas.microsoft.com/office/drawing/2014/main" id="{DD0FFD7E-DECE-C35E-121B-E9B2A7E846DA}"/>
              </a:ext>
            </a:extLst>
          </p:cNvPr>
          <p:cNvPicPr>
            <a:picLocks noChangeAspect="1"/>
          </p:cNvPicPr>
          <p:nvPr/>
        </p:nvPicPr>
        <p:blipFill>
          <a:blip r:embed="rId2"/>
          <a:srcRect l="15097" r="5592"/>
          <a:stretch>
            <a:fillRect/>
          </a:stretch>
        </p:blipFill>
        <p:spPr>
          <a:xfrm>
            <a:off x="1" y="10"/>
            <a:ext cx="9669642" cy="6857990"/>
          </a:xfrm>
          <a:prstGeom prst="rect">
            <a:avLst/>
          </a:prstGeom>
        </p:spPr>
      </p:pic>
      <p:sp>
        <p:nvSpPr>
          <p:cNvPr id="18" name="Rectangle 17">
            <a:extLst>
              <a:ext uri="{FF2B5EF4-FFF2-40B4-BE49-F238E27FC236}">
                <a16:creationId xmlns:a16="http://schemas.microsoft.com/office/drawing/2014/main" id="{D1EA859B-E555-4109-94F3-6700E046E0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125019" y="0"/>
            <a:ext cx="7066978"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FDB9A40F-8622-E1C6-27F1-1FB0424D99AB}"/>
              </a:ext>
            </a:extLst>
          </p:cNvPr>
          <p:cNvSpPr>
            <a:spLocks noGrp="1"/>
          </p:cNvSpPr>
          <p:nvPr>
            <p:ph type="title"/>
          </p:nvPr>
        </p:nvSpPr>
        <p:spPr>
          <a:xfrm>
            <a:off x="7531610" y="365125"/>
            <a:ext cx="3822189" cy="1899912"/>
          </a:xfrm>
        </p:spPr>
        <p:txBody>
          <a:bodyPr>
            <a:normAutofit/>
          </a:bodyPr>
          <a:lstStyle/>
          <a:p>
            <a:r>
              <a:rPr lang="en-US" sz="4000"/>
              <a:t>Significant Challenges and Solutions</a:t>
            </a:r>
          </a:p>
        </p:txBody>
      </p:sp>
      <p:sp>
        <p:nvSpPr>
          <p:cNvPr id="3" name="Content Placeholder 2">
            <a:extLst>
              <a:ext uri="{FF2B5EF4-FFF2-40B4-BE49-F238E27FC236}">
                <a16:creationId xmlns:a16="http://schemas.microsoft.com/office/drawing/2014/main" id="{B2432B72-350F-8ACC-A57B-CF466048BE43}"/>
              </a:ext>
            </a:extLst>
          </p:cNvPr>
          <p:cNvSpPr>
            <a:spLocks noGrp="1"/>
          </p:cNvSpPr>
          <p:nvPr>
            <p:ph idx="1"/>
          </p:nvPr>
        </p:nvSpPr>
        <p:spPr>
          <a:xfrm>
            <a:off x="7531610" y="2434201"/>
            <a:ext cx="3822189" cy="3742762"/>
          </a:xfrm>
        </p:spPr>
        <p:txBody>
          <a:bodyPr>
            <a:normAutofit/>
          </a:bodyPr>
          <a:lstStyle/>
          <a:p>
            <a:r>
              <a:rPr lang="en-US" sz="2000" dirty="0"/>
              <a:t>Major Problems</a:t>
            </a:r>
          </a:p>
          <a:p>
            <a:r>
              <a:rPr lang="en-US" sz="2000" dirty="0"/>
              <a:t>Interface with the real world</a:t>
            </a:r>
          </a:p>
          <a:p>
            <a:r>
              <a:rPr lang="en-US" sz="2000" dirty="0"/>
              <a:t>Solutions as an Engineer</a:t>
            </a:r>
          </a:p>
        </p:txBody>
      </p:sp>
    </p:spTree>
    <p:extLst>
      <p:ext uri="{BB962C8B-B14F-4D97-AF65-F5344CB8AC3E}">
        <p14:creationId xmlns:p14="http://schemas.microsoft.com/office/powerpoint/2010/main" val="855052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04812C46-200A-4DEB-A05E-3ED6C68C23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Tall office building looking up">
            <a:extLst>
              <a:ext uri="{FF2B5EF4-FFF2-40B4-BE49-F238E27FC236}">
                <a16:creationId xmlns:a16="http://schemas.microsoft.com/office/drawing/2014/main" id="{1CC4850C-B612-5132-FB21-BC37C826435D}"/>
              </a:ext>
            </a:extLst>
          </p:cNvPr>
          <p:cNvPicPr>
            <a:picLocks noChangeAspect="1"/>
          </p:cNvPicPr>
          <p:nvPr/>
        </p:nvPicPr>
        <p:blipFill>
          <a:blip r:embed="rId2"/>
          <a:srcRect l="5231" r="1357" b="-1"/>
          <a:stretch>
            <a:fillRect/>
          </a:stretch>
        </p:blipFill>
        <p:spPr>
          <a:xfrm>
            <a:off x="1" y="10"/>
            <a:ext cx="9669642" cy="6857990"/>
          </a:xfrm>
          <a:prstGeom prst="rect">
            <a:avLst/>
          </a:prstGeom>
        </p:spPr>
      </p:pic>
      <p:sp>
        <p:nvSpPr>
          <p:cNvPr id="18" name="Rectangle 17">
            <a:extLst>
              <a:ext uri="{FF2B5EF4-FFF2-40B4-BE49-F238E27FC236}">
                <a16:creationId xmlns:a16="http://schemas.microsoft.com/office/drawing/2014/main" id="{D1EA859B-E555-4109-94F3-6700E046E0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125019" y="0"/>
            <a:ext cx="7066978"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E1FD4D56-BB79-E4FE-E5AF-DC2681693B19}"/>
              </a:ext>
            </a:extLst>
          </p:cNvPr>
          <p:cNvSpPr>
            <a:spLocks noGrp="1"/>
          </p:cNvSpPr>
          <p:nvPr>
            <p:ph type="title"/>
          </p:nvPr>
        </p:nvSpPr>
        <p:spPr>
          <a:xfrm>
            <a:off x="7531610" y="365125"/>
            <a:ext cx="3822189" cy="1899912"/>
          </a:xfrm>
        </p:spPr>
        <p:txBody>
          <a:bodyPr>
            <a:normAutofit/>
          </a:bodyPr>
          <a:lstStyle/>
          <a:p>
            <a:r>
              <a:rPr lang="en-US" sz="4000"/>
              <a:t>Benefits </a:t>
            </a:r>
          </a:p>
        </p:txBody>
      </p:sp>
      <p:sp>
        <p:nvSpPr>
          <p:cNvPr id="3" name="Content Placeholder 2">
            <a:extLst>
              <a:ext uri="{FF2B5EF4-FFF2-40B4-BE49-F238E27FC236}">
                <a16:creationId xmlns:a16="http://schemas.microsoft.com/office/drawing/2014/main" id="{545E0C42-6263-0802-1327-E983EA8B16E1}"/>
              </a:ext>
            </a:extLst>
          </p:cNvPr>
          <p:cNvSpPr>
            <a:spLocks noGrp="1"/>
          </p:cNvSpPr>
          <p:nvPr>
            <p:ph idx="1"/>
          </p:nvPr>
        </p:nvSpPr>
        <p:spPr>
          <a:xfrm>
            <a:off x="7531610" y="2434201"/>
            <a:ext cx="3822189" cy="3742762"/>
          </a:xfrm>
        </p:spPr>
        <p:txBody>
          <a:bodyPr>
            <a:normAutofit/>
          </a:bodyPr>
          <a:lstStyle/>
          <a:p>
            <a:r>
              <a:rPr lang="en-US" sz="2000"/>
              <a:t>As a professional</a:t>
            </a:r>
          </a:p>
          <a:p>
            <a:r>
              <a:rPr lang="en-US" sz="2000"/>
              <a:t>Socio-economic</a:t>
            </a:r>
          </a:p>
          <a:p>
            <a:r>
              <a:rPr lang="en-US" sz="2000"/>
              <a:t>Future Renaissance</a:t>
            </a:r>
          </a:p>
          <a:p>
            <a:endParaRPr lang="en-US" sz="2000"/>
          </a:p>
        </p:txBody>
      </p:sp>
    </p:spTree>
    <p:extLst>
      <p:ext uri="{BB962C8B-B14F-4D97-AF65-F5344CB8AC3E}">
        <p14:creationId xmlns:p14="http://schemas.microsoft.com/office/powerpoint/2010/main" val="380658183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DE3FF38B-F8CE-D5C8-9F2E-597682B3CE14}"/>
              </a:ext>
            </a:extLst>
          </p:cNvPr>
          <p:cNvSpPr>
            <a:spLocks noGrp="1"/>
          </p:cNvSpPr>
          <p:nvPr>
            <p:ph type="title"/>
          </p:nvPr>
        </p:nvSpPr>
        <p:spPr>
          <a:xfrm>
            <a:off x="1371597" y="348865"/>
            <a:ext cx="10044023" cy="877729"/>
          </a:xfrm>
        </p:spPr>
        <p:txBody>
          <a:bodyPr anchor="ctr">
            <a:normAutofit/>
          </a:bodyPr>
          <a:lstStyle/>
          <a:p>
            <a:r>
              <a:rPr lang="en-US" sz="4000">
                <a:solidFill>
                  <a:srgbClr val="FFFFFF"/>
                </a:solidFill>
              </a:rPr>
              <a:t>After this pre-engineering</a:t>
            </a:r>
          </a:p>
        </p:txBody>
      </p:sp>
      <p:graphicFrame>
        <p:nvGraphicFramePr>
          <p:cNvPr id="5" name="Content Placeholder 2">
            <a:extLst>
              <a:ext uri="{FF2B5EF4-FFF2-40B4-BE49-F238E27FC236}">
                <a16:creationId xmlns:a16="http://schemas.microsoft.com/office/drawing/2014/main" id="{5584D7D5-E0D8-D8B6-C29C-6FA02458C4EA}"/>
              </a:ext>
            </a:extLst>
          </p:cNvPr>
          <p:cNvGraphicFramePr>
            <a:graphicFrameLocks noGrp="1"/>
          </p:cNvGraphicFramePr>
          <p:nvPr>
            <p:ph idx="1"/>
            <p:extLst>
              <p:ext uri="{D42A27DB-BD31-4B8C-83A1-F6EECF244321}">
                <p14:modId xmlns:p14="http://schemas.microsoft.com/office/powerpoint/2010/main" val="977268476"/>
              </p:ext>
            </p:extLst>
          </p:nvPr>
        </p:nvGraphicFramePr>
        <p:xfrm>
          <a:off x="644056" y="2112579"/>
          <a:ext cx="10927829"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6052858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descr="Top vide of a white alarm clock on a yellow and orange surface">
            <a:extLst>
              <a:ext uri="{FF2B5EF4-FFF2-40B4-BE49-F238E27FC236}">
                <a16:creationId xmlns:a16="http://schemas.microsoft.com/office/drawing/2014/main" id="{2E5DA9C6-402D-E96A-F5F6-72461DF615E0}"/>
              </a:ext>
            </a:extLst>
          </p:cNvPr>
          <p:cNvPicPr>
            <a:picLocks noChangeAspect="1"/>
          </p:cNvPicPr>
          <p:nvPr/>
        </p:nvPicPr>
        <p:blipFill>
          <a:blip r:embed="rId2"/>
          <a:srcRect t="7517" b="7534"/>
          <a:stretch>
            <a:fillRect/>
          </a:stretch>
        </p:blipFill>
        <p:spPr>
          <a:xfrm>
            <a:off x="20" y="-7619"/>
            <a:ext cx="12191979" cy="6887364"/>
          </a:xfrm>
          <a:prstGeom prst="rect">
            <a:avLst/>
          </a:prstGeom>
        </p:spPr>
      </p:pic>
      <p:sp>
        <p:nvSpPr>
          <p:cNvPr id="9" name="Rectangle 8">
            <a:extLst>
              <a:ext uri="{FF2B5EF4-FFF2-40B4-BE49-F238E27FC236}">
                <a16:creationId xmlns:a16="http://schemas.microsoft.com/office/drawing/2014/main" id="{4D60F200-5EB0-B223-2439-C96C67F0FE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7620"/>
            <a:ext cx="5566593" cy="6887364"/>
          </a:xfrm>
          <a:prstGeom prst="rect">
            <a:avLst/>
          </a:prstGeom>
          <a:gradFill flip="none" rotWithShape="1">
            <a:gsLst>
              <a:gs pos="21000">
                <a:srgbClr val="000000">
                  <a:alpha val="62000"/>
                </a:srgbClr>
              </a:gs>
              <a:gs pos="100000">
                <a:srgbClr val="000000">
                  <a:alpha val="0"/>
                </a:srgbClr>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74067CD3-146F-6228-E362-39AA720C25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63442" y="855815"/>
            <a:ext cx="6887365" cy="5160474"/>
          </a:xfrm>
          <a:prstGeom prst="rect">
            <a:avLst/>
          </a:prstGeom>
          <a:gradFill flip="none" rotWithShape="1">
            <a:gsLst>
              <a:gs pos="0">
                <a:schemeClr val="accent5">
                  <a:lumMod val="75000"/>
                  <a:alpha val="91000"/>
                </a:schemeClr>
              </a:gs>
              <a:gs pos="83000">
                <a:schemeClr val="accent5">
                  <a:alpha val="0"/>
                </a:schemeClr>
              </a:gs>
            </a:gsLst>
            <a:lin ang="510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3" name="Rectangle 12">
            <a:extLst>
              <a:ext uri="{FF2B5EF4-FFF2-40B4-BE49-F238E27FC236}">
                <a16:creationId xmlns:a16="http://schemas.microsoft.com/office/drawing/2014/main" id="{271C7E5C-A0F8-E9FA-56DB-31A257FD4ED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7648"/>
            <a:ext cx="2079513" cy="6865647"/>
          </a:xfrm>
          <a:prstGeom prst="rect">
            <a:avLst/>
          </a:prstGeom>
          <a:gradFill flip="none" rotWithShape="1">
            <a:gsLst>
              <a:gs pos="5000">
                <a:schemeClr val="accent5"/>
              </a:gs>
              <a:gs pos="49000">
                <a:schemeClr val="accent5">
                  <a:alpha val="0"/>
                </a:schemeClr>
              </a:gs>
            </a:gsLst>
            <a:lin ang="21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33F70A3C-4474-2A39-470C-FD55A88375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7706777" y="3068761"/>
            <a:ext cx="4504659" cy="3789239"/>
          </a:xfrm>
          <a:prstGeom prst="rect">
            <a:avLst/>
          </a:prstGeom>
          <a:gradFill flip="none" rotWithShape="1">
            <a:gsLst>
              <a:gs pos="0">
                <a:schemeClr val="accent5"/>
              </a:gs>
              <a:gs pos="60000">
                <a:schemeClr val="accent5">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7" name="Rectangle 16">
            <a:extLst>
              <a:ext uri="{FF2B5EF4-FFF2-40B4-BE49-F238E27FC236}">
                <a16:creationId xmlns:a16="http://schemas.microsoft.com/office/drawing/2014/main" id="{BAC3F7D4-9613-0E1F-901C-98FE831DEBC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8774557" y="-6485"/>
            <a:ext cx="3427160" cy="6879745"/>
          </a:xfrm>
          <a:prstGeom prst="rect">
            <a:avLst/>
          </a:prstGeom>
          <a:gradFill flip="none" rotWithShape="1">
            <a:gsLst>
              <a:gs pos="5000">
                <a:schemeClr val="accent2"/>
              </a:gs>
              <a:gs pos="49000">
                <a:schemeClr val="accent5">
                  <a:lumMod val="60000"/>
                  <a:lumOff val="40000"/>
                  <a:alpha val="0"/>
                </a:schemeClr>
              </a:gs>
            </a:gsLst>
            <a:lin ang="1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AFD5167C-AF48-26F0-7A9F-3F76433748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264705" y="-1061856"/>
            <a:ext cx="3682024" cy="12211438"/>
          </a:xfrm>
          <a:prstGeom prst="rect">
            <a:avLst/>
          </a:prstGeom>
          <a:gradFill>
            <a:gsLst>
              <a:gs pos="0">
                <a:schemeClr val="accent5"/>
              </a:gs>
              <a:gs pos="65000">
                <a:schemeClr val="accent2">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87B30A01-FCA8-86A5-A840-C32A3BE2ED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6" y="-7639"/>
            <a:ext cx="4879823" cy="6887373"/>
          </a:xfrm>
          <a:prstGeom prst="rect">
            <a:avLst/>
          </a:prstGeom>
          <a:gradFill>
            <a:gsLst>
              <a:gs pos="0">
                <a:schemeClr val="accent2">
                  <a:alpha val="70000"/>
                </a:schemeClr>
              </a:gs>
              <a:gs pos="44000">
                <a:schemeClr val="accent5">
                  <a:lumMod val="60000"/>
                  <a:lumOff val="40000"/>
                  <a:alpha val="0"/>
                </a:schemeClr>
              </a:gs>
            </a:gsLst>
            <a:lin ang="9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802E316-9751-B23E-4338-7388AA5B9D92}"/>
              </a:ext>
            </a:extLst>
          </p:cNvPr>
          <p:cNvSpPr>
            <a:spLocks noGrp="1"/>
          </p:cNvSpPr>
          <p:nvPr>
            <p:ph type="title"/>
          </p:nvPr>
        </p:nvSpPr>
        <p:spPr>
          <a:xfrm>
            <a:off x="859028" y="2155188"/>
            <a:ext cx="4160233" cy="2839273"/>
          </a:xfrm>
        </p:spPr>
        <p:txBody>
          <a:bodyPr vert="horz" lIns="91440" tIns="45720" rIns="91440" bIns="45720" rtlCol="0" anchor="b">
            <a:normAutofit/>
          </a:bodyPr>
          <a:lstStyle/>
          <a:p>
            <a:r>
              <a:rPr lang="en-US" sz="4000" dirty="0">
                <a:solidFill>
                  <a:srgbClr val="FFFFFF"/>
                </a:solidFill>
              </a:rPr>
              <a:t>Thank You for your time</a:t>
            </a:r>
          </a:p>
        </p:txBody>
      </p:sp>
    </p:spTree>
    <p:extLst>
      <p:ext uri="{BB962C8B-B14F-4D97-AF65-F5344CB8AC3E}">
        <p14:creationId xmlns:p14="http://schemas.microsoft.com/office/powerpoint/2010/main" val="23834307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162</TotalTime>
  <Words>203</Words>
  <Application>Microsoft Office PowerPoint</Application>
  <PresentationFormat>Widescreen</PresentationFormat>
  <Paragraphs>61</Paragraphs>
  <Slides>13</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Aptos</vt:lpstr>
      <vt:lpstr>Aptos Display</vt:lpstr>
      <vt:lpstr>Arial</vt:lpstr>
      <vt:lpstr>Office Theme</vt:lpstr>
      <vt:lpstr>Introduction to Engineering</vt:lpstr>
      <vt:lpstr>Before this pre-engineering </vt:lpstr>
      <vt:lpstr>In a nutshell</vt:lpstr>
      <vt:lpstr>For Commencement</vt:lpstr>
      <vt:lpstr>Software Engineering</vt:lpstr>
      <vt:lpstr>Civil Engineering</vt:lpstr>
      <vt:lpstr>Electrical Engineering</vt:lpstr>
      <vt:lpstr>Mechanical Engineering   Vs   Aerospace Engineering</vt:lpstr>
      <vt:lpstr>Comparison</vt:lpstr>
      <vt:lpstr>Significant Challenges and Solutions</vt:lpstr>
      <vt:lpstr>Benefits </vt:lpstr>
      <vt:lpstr>After this pre-engineering</vt:lpstr>
      <vt:lpstr>Thank You for your time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Be nj</dc:creator>
  <cp:lastModifiedBy>Be nj</cp:lastModifiedBy>
  <cp:revision>2</cp:revision>
  <dcterms:created xsi:type="dcterms:W3CDTF">2025-06-29T12:30:58Z</dcterms:created>
  <dcterms:modified xsi:type="dcterms:W3CDTF">2025-06-29T15:13:21Z</dcterms:modified>
</cp:coreProperties>
</file>