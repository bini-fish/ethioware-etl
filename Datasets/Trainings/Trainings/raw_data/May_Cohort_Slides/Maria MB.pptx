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5" r:id="rId10"/>
    <p:sldId id="266" r:id="rId11"/>
    <p:sldId id="268" r:id="rId12"/>
    <p:sldId id="267" r:id="rId13"/>
    <p:sldId id="269" r:id="rId14"/>
    <p:sldId id="270" r:id="rId15"/>
    <p:sldId id="274" r:id="rId16"/>
    <p:sldId id="271" r:id="rId17"/>
    <p:sldId id="273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5AE8A2-D442-C395-384E-368770EC17F9}" v="60" dt="2025-06-28T17:03:53.901"/>
    <p1510:client id="{89558894-AE15-9866-ACAA-6C68B7A87280}" v="12" dt="2025-06-28T15:00:00.596"/>
    <p1510:client id="{BB3C6CF7-D72C-9ABD-263E-6F39C86682F2}" v="412" dt="2025-06-28T14:52:45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9D9CD7-7028-4A1D-9B5E-CF98F7B36009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506463C-6E4E-402C-891D-DB5F73A7C95D}">
      <dgm:prSet/>
      <dgm:spPr/>
      <dgm:t>
        <a:bodyPr/>
        <a:lstStyle/>
        <a:p>
          <a:r>
            <a:rPr lang="en-US"/>
            <a:t>Introduction About Me</a:t>
          </a:r>
        </a:p>
      </dgm:t>
    </dgm:pt>
    <dgm:pt modelId="{D2E44EDE-1993-4959-A07E-F890B3DCBC89}" type="parTrans" cxnId="{9BA69EB4-6812-41FA-9901-238C5E3636A0}">
      <dgm:prSet/>
      <dgm:spPr/>
      <dgm:t>
        <a:bodyPr/>
        <a:lstStyle/>
        <a:p>
          <a:endParaRPr lang="en-US"/>
        </a:p>
      </dgm:t>
    </dgm:pt>
    <dgm:pt modelId="{7C9CAD61-A3AD-4FB2-82E3-4AD2979753C1}" type="sibTrans" cxnId="{9BA69EB4-6812-41FA-9901-238C5E3636A0}">
      <dgm:prSet/>
      <dgm:spPr/>
      <dgm:t>
        <a:bodyPr/>
        <a:lstStyle/>
        <a:p>
          <a:endParaRPr lang="en-US"/>
        </a:p>
      </dgm:t>
    </dgm:pt>
    <dgm:pt modelId="{CEDA268E-ABC1-4907-9936-5563F71CC711}">
      <dgm:prSet/>
      <dgm:spPr/>
      <dgm:t>
        <a:bodyPr/>
        <a:lstStyle/>
        <a:p>
          <a:r>
            <a:rPr lang="en-US"/>
            <a:t>How I Found This Program</a:t>
          </a:r>
        </a:p>
      </dgm:t>
    </dgm:pt>
    <dgm:pt modelId="{4213CB40-8835-4628-8860-DA51F22A878F}" type="parTrans" cxnId="{EC58DC17-E407-476F-8D5E-2A1B960F9549}">
      <dgm:prSet/>
      <dgm:spPr/>
      <dgm:t>
        <a:bodyPr/>
        <a:lstStyle/>
        <a:p>
          <a:endParaRPr lang="en-US"/>
        </a:p>
      </dgm:t>
    </dgm:pt>
    <dgm:pt modelId="{7D4A167D-1B41-4F9E-82D2-B774290B64F1}" type="sibTrans" cxnId="{EC58DC17-E407-476F-8D5E-2A1B960F9549}">
      <dgm:prSet/>
      <dgm:spPr/>
      <dgm:t>
        <a:bodyPr/>
        <a:lstStyle/>
        <a:p>
          <a:endParaRPr lang="en-US"/>
        </a:p>
      </dgm:t>
    </dgm:pt>
    <dgm:pt modelId="{7B86DC6A-610B-470A-92C1-6B89EDEBF14D}">
      <dgm:prSet/>
      <dgm:spPr/>
      <dgm:t>
        <a:bodyPr/>
        <a:lstStyle/>
        <a:p>
          <a:r>
            <a:rPr lang="en-US"/>
            <a:t>My Journey in This Program</a:t>
          </a:r>
        </a:p>
      </dgm:t>
    </dgm:pt>
    <dgm:pt modelId="{E27A4217-E56C-4630-8BBC-2B3D3AB27538}" type="parTrans" cxnId="{547BD521-8EA8-4F94-A47E-272F55DE67E8}">
      <dgm:prSet/>
      <dgm:spPr/>
      <dgm:t>
        <a:bodyPr/>
        <a:lstStyle/>
        <a:p>
          <a:endParaRPr lang="en-US"/>
        </a:p>
      </dgm:t>
    </dgm:pt>
    <dgm:pt modelId="{8681DF6F-03DB-4184-B9EB-A2826ED28333}" type="sibTrans" cxnId="{547BD521-8EA8-4F94-A47E-272F55DE67E8}">
      <dgm:prSet/>
      <dgm:spPr/>
      <dgm:t>
        <a:bodyPr/>
        <a:lstStyle/>
        <a:p>
          <a:endParaRPr lang="en-US"/>
        </a:p>
      </dgm:t>
    </dgm:pt>
    <dgm:pt modelId="{08FB0C1D-130F-42A7-8377-E971DB74FA3D}">
      <dgm:prSet/>
      <dgm:spPr/>
      <dgm:t>
        <a:bodyPr/>
        <a:lstStyle/>
        <a:p>
          <a:r>
            <a:rPr lang="en-US"/>
            <a:t>Important Insights from Lessons</a:t>
          </a:r>
        </a:p>
      </dgm:t>
    </dgm:pt>
    <dgm:pt modelId="{418EAA9B-6A51-4B99-BB58-90C9046AF95F}" type="parTrans" cxnId="{CB164EDA-8AD8-4A56-8119-3E7BC4E7F24A}">
      <dgm:prSet/>
      <dgm:spPr/>
      <dgm:t>
        <a:bodyPr/>
        <a:lstStyle/>
        <a:p>
          <a:endParaRPr lang="en-US"/>
        </a:p>
      </dgm:t>
    </dgm:pt>
    <dgm:pt modelId="{923D74B2-6D00-4B18-BBA5-47003A970DA8}" type="sibTrans" cxnId="{CB164EDA-8AD8-4A56-8119-3E7BC4E7F24A}">
      <dgm:prSet/>
      <dgm:spPr/>
      <dgm:t>
        <a:bodyPr/>
        <a:lstStyle/>
        <a:p>
          <a:endParaRPr lang="en-US"/>
        </a:p>
      </dgm:t>
    </dgm:pt>
    <dgm:pt modelId="{2D966246-76BF-4373-9BA8-35DCCF8EC729}">
      <dgm:prSet/>
      <dgm:spPr/>
      <dgm:t>
        <a:bodyPr/>
        <a:lstStyle/>
        <a:p>
          <a:r>
            <a:rPr lang="en-US"/>
            <a:t>My Goal After This Program</a:t>
          </a:r>
        </a:p>
      </dgm:t>
    </dgm:pt>
    <dgm:pt modelId="{3AD5A73B-B53B-465D-B202-DE799D23E3D0}" type="parTrans" cxnId="{32EBBBE2-ECD2-48B5-9810-20A67CFB50F7}">
      <dgm:prSet/>
      <dgm:spPr/>
      <dgm:t>
        <a:bodyPr/>
        <a:lstStyle/>
        <a:p>
          <a:endParaRPr lang="en-US"/>
        </a:p>
      </dgm:t>
    </dgm:pt>
    <dgm:pt modelId="{301EE3FB-2992-408B-BD21-4D73C7E98085}" type="sibTrans" cxnId="{32EBBBE2-ECD2-48B5-9810-20A67CFB50F7}">
      <dgm:prSet/>
      <dgm:spPr/>
      <dgm:t>
        <a:bodyPr/>
        <a:lstStyle/>
        <a:p>
          <a:endParaRPr lang="en-US"/>
        </a:p>
      </dgm:t>
    </dgm:pt>
    <dgm:pt modelId="{651DA643-E4CE-4098-A34F-B3C7DF3EFE5E}" type="pres">
      <dgm:prSet presAssocID="{319D9CD7-7028-4A1D-9B5E-CF98F7B36009}" presName="outerComposite" presStyleCnt="0">
        <dgm:presLayoutVars>
          <dgm:chMax val="5"/>
          <dgm:dir/>
          <dgm:resizeHandles val="exact"/>
        </dgm:presLayoutVars>
      </dgm:prSet>
      <dgm:spPr/>
    </dgm:pt>
    <dgm:pt modelId="{CFF75DDE-B7E7-4C4C-9377-17D467BB09BB}" type="pres">
      <dgm:prSet presAssocID="{319D9CD7-7028-4A1D-9B5E-CF98F7B36009}" presName="dummyMaxCanvas" presStyleCnt="0">
        <dgm:presLayoutVars/>
      </dgm:prSet>
      <dgm:spPr/>
    </dgm:pt>
    <dgm:pt modelId="{2A2478BD-FA9D-4763-918E-F38FB9D68DD1}" type="pres">
      <dgm:prSet presAssocID="{319D9CD7-7028-4A1D-9B5E-CF98F7B36009}" presName="FiveNodes_1" presStyleLbl="node1" presStyleIdx="0" presStyleCnt="5">
        <dgm:presLayoutVars>
          <dgm:bulletEnabled val="1"/>
        </dgm:presLayoutVars>
      </dgm:prSet>
      <dgm:spPr/>
    </dgm:pt>
    <dgm:pt modelId="{FF608CE2-AE0E-47BD-A06B-A0FD75CCC984}" type="pres">
      <dgm:prSet presAssocID="{319D9CD7-7028-4A1D-9B5E-CF98F7B36009}" presName="FiveNodes_2" presStyleLbl="node1" presStyleIdx="1" presStyleCnt="5">
        <dgm:presLayoutVars>
          <dgm:bulletEnabled val="1"/>
        </dgm:presLayoutVars>
      </dgm:prSet>
      <dgm:spPr/>
    </dgm:pt>
    <dgm:pt modelId="{A884503B-5A8C-4FF8-863D-A5E6F90DB489}" type="pres">
      <dgm:prSet presAssocID="{319D9CD7-7028-4A1D-9B5E-CF98F7B36009}" presName="FiveNodes_3" presStyleLbl="node1" presStyleIdx="2" presStyleCnt="5">
        <dgm:presLayoutVars>
          <dgm:bulletEnabled val="1"/>
        </dgm:presLayoutVars>
      </dgm:prSet>
      <dgm:spPr/>
    </dgm:pt>
    <dgm:pt modelId="{4A571362-7022-4137-BAA5-667954DB8136}" type="pres">
      <dgm:prSet presAssocID="{319D9CD7-7028-4A1D-9B5E-CF98F7B36009}" presName="FiveNodes_4" presStyleLbl="node1" presStyleIdx="3" presStyleCnt="5">
        <dgm:presLayoutVars>
          <dgm:bulletEnabled val="1"/>
        </dgm:presLayoutVars>
      </dgm:prSet>
      <dgm:spPr/>
    </dgm:pt>
    <dgm:pt modelId="{928C204B-92A6-41E1-A3E3-51668D4F053C}" type="pres">
      <dgm:prSet presAssocID="{319D9CD7-7028-4A1D-9B5E-CF98F7B36009}" presName="FiveNodes_5" presStyleLbl="node1" presStyleIdx="4" presStyleCnt="5">
        <dgm:presLayoutVars>
          <dgm:bulletEnabled val="1"/>
        </dgm:presLayoutVars>
      </dgm:prSet>
      <dgm:spPr/>
    </dgm:pt>
    <dgm:pt modelId="{6A2DD38A-7A93-4101-8732-6435E988130B}" type="pres">
      <dgm:prSet presAssocID="{319D9CD7-7028-4A1D-9B5E-CF98F7B36009}" presName="FiveConn_1-2" presStyleLbl="fgAccFollowNode1" presStyleIdx="0" presStyleCnt="4">
        <dgm:presLayoutVars>
          <dgm:bulletEnabled val="1"/>
        </dgm:presLayoutVars>
      </dgm:prSet>
      <dgm:spPr/>
    </dgm:pt>
    <dgm:pt modelId="{83E5A566-83DF-42C8-A8D5-5D04F1A5BDE5}" type="pres">
      <dgm:prSet presAssocID="{319D9CD7-7028-4A1D-9B5E-CF98F7B36009}" presName="FiveConn_2-3" presStyleLbl="fgAccFollowNode1" presStyleIdx="1" presStyleCnt="4">
        <dgm:presLayoutVars>
          <dgm:bulletEnabled val="1"/>
        </dgm:presLayoutVars>
      </dgm:prSet>
      <dgm:spPr/>
    </dgm:pt>
    <dgm:pt modelId="{A0B93BB7-2465-4891-95C6-9AC2A507E3B2}" type="pres">
      <dgm:prSet presAssocID="{319D9CD7-7028-4A1D-9B5E-CF98F7B36009}" presName="FiveConn_3-4" presStyleLbl="fgAccFollowNode1" presStyleIdx="2" presStyleCnt="4">
        <dgm:presLayoutVars>
          <dgm:bulletEnabled val="1"/>
        </dgm:presLayoutVars>
      </dgm:prSet>
      <dgm:spPr/>
    </dgm:pt>
    <dgm:pt modelId="{946A4B73-ADB5-421B-8653-98FB19D87B73}" type="pres">
      <dgm:prSet presAssocID="{319D9CD7-7028-4A1D-9B5E-CF98F7B36009}" presName="FiveConn_4-5" presStyleLbl="fgAccFollowNode1" presStyleIdx="3" presStyleCnt="4">
        <dgm:presLayoutVars>
          <dgm:bulletEnabled val="1"/>
        </dgm:presLayoutVars>
      </dgm:prSet>
      <dgm:spPr/>
    </dgm:pt>
    <dgm:pt modelId="{95C9FCFF-888A-4AF6-9A0F-33F5ECF60FC1}" type="pres">
      <dgm:prSet presAssocID="{319D9CD7-7028-4A1D-9B5E-CF98F7B36009}" presName="FiveNodes_1_text" presStyleLbl="node1" presStyleIdx="4" presStyleCnt="5">
        <dgm:presLayoutVars>
          <dgm:bulletEnabled val="1"/>
        </dgm:presLayoutVars>
      </dgm:prSet>
      <dgm:spPr/>
    </dgm:pt>
    <dgm:pt modelId="{3E5DF558-C38F-47F3-B96E-E66051536FF5}" type="pres">
      <dgm:prSet presAssocID="{319D9CD7-7028-4A1D-9B5E-CF98F7B36009}" presName="FiveNodes_2_text" presStyleLbl="node1" presStyleIdx="4" presStyleCnt="5">
        <dgm:presLayoutVars>
          <dgm:bulletEnabled val="1"/>
        </dgm:presLayoutVars>
      </dgm:prSet>
      <dgm:spPr/>
    </dgm:pt>
    <dgm:pt modelId="{EFD6F992-38A8-420E-A213-3527C30E636D}" type="pres">
      <dgm:prSet presAssocID="{319D9CD7-7028-4A1D-9B5E-CF98F7B36009}" presName="FiveNodes_3_text" presStyleLbl="node1" presStyleIdx="4" presStyleCnt="5">
        <dgm:presLayoutVars>
          <dgm:bulletEnabled val="1"/>
        </dgm:presLayoutVars>
      </dgm:prSet>
      <dgm:spPr/>
    </dgm:pt>
    <dgm:pt modelId="{F6ADE14B-2CEF-4C9F-9716-06703F456767}" type="pres">
      <dgm:prSet presAssocID="{319D9CD7-7028-4A1D-9B5E-CF98F7B36009}" presName="FiveNodes_4_text" presStyleLbl="node1" presStyleIdx="4" presStyleCnt="5">
        <dgm:presLayoutVars>
          <dgm:bulletEnabled val="1"/>
        </dgm:presLayoutVars>
      </dgm:prSet>
      <dgm:spPr/>
    </dgm:pt>
    <dgm:pt modelId="{B3B3774A-911B-4BB6-AC55-7BF92671C398}" type="pres">
      <dgm:prSet presAssocID="{319D9CD7-7028-4A1D-9B5E-CF98F7B36009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EA82001-6158-4AC5-A76B-B89F89F8B5CA}" type="presOf" srcId="{5506463C-6E4E-402C-891D-DB5F73A7C95D}" destId="{95C9FCFF-888A-4AF6-9A0F-33F5ECF60FC1}" srcOrd="1" destOrd="0" presId="urn:microsoft.com/office/officeart/2005/8/layout/vProcess5"/>
    <dgm:cxn modelId="{EC58DC17-E407-476F-8D5E-2A1B960F9549}" srcId="{319D9CD7-7028-4A1D-9B5E-CF98F7B36009}" destId="{CEDA268E-ABC1-4907-9936-5563F71CC711}" srcOrd="1" destOrd="0" parTransId="{4213CB40-8835-4628-8860-DA51F22A878F}" sibTransId="{7D4A167D-1B41-4F9E-82D2-B774290B64F1}"/>
    <dgm:cxn modelId="{7375CB21-9659-4C08-8017-BBF207A74690}" type="presOf" srcId="{08FB0C1D-130F-42A7-8377-E971DB74FA3D}" destId="{F6ADE14B-2CEF-4C9F-9716-06703F456767}" srcOrd="1" destOrd="0" presId="urn:microsoft.com/office/officeart/2005/8/layout/vProcess5"/>
    <dgm:cxn modelId="{547BD521-8EA8-4F94-A47E-272F55DE67E8}" srcId="{319D9CD7-7028-4A1D-9B5E-CF98F7B36009}" destId="{7B86DC6A-610B-470A-92C1-6B89EDEBF14D}" srcOrd="2" destOrd="0" parTransId="{E27A4217-E56C-4630-8BBC-2B3D3AB27538}" sibTransId="{8681DF6F-03DB-4184-B9EB-A2826ED28333}"/>
    <dgm:cxn modelId="{F632C435-C652-4DB8-8806-1CA3751FB898}" type="presOf" srcId="{2D966246-76BF-4373-9BA8-35DCCF8EC729}" destId="{B3B3774A-911B-4BB6-AC55-7BF92671C398}" srcOrd="1" destOrd="0" presId="urn:microsoft.com/office/officeart/2005/8/layout/vProcess5"/>
    <dgm:cxn modelId="{CF02F035-B767-44A8-8112-8F5D0D87D1E4}" type="presOf" srcId="{08FB0C1D-130F-42A7-8377-E971DB74FA3D}" destId="{4A571362-7022-4137-BAA5-667954DB8136}" srcOrd="0" destOrd="0" presId="urn:microsoft.com/office/officeart/2005/8/layout/vProcess5"/>
    <dgm:cxn modelId="{FA56FD36-2D59-469C-B0C6-A93DF70BD0FC}" type="presOf" srcId="{923D74B2-6D00-4B18-BBA5-47003A970DA8}" destId="{946A4B73-ADB5-421B-8653-98FB19D87B73}" srcOrd="0" destOrd="0" presId="urn:microsoft.com/office/officeart/2005/8/layout/vProcess5"/>
    <dgm:cxn modelId="{432F993F-73CB-4904-9FEA-98A9538FAC74}" type="presOf" srcId="{7D4A167D-1B41-4F9E-82D2-B774290B64F1}" destId="{83E5A566-83DF-42C8-A8D5-5D04F1A5BDE5}" srcOrd="0" destOrd="0" presId="urn:microsoft.com/office/officeart/2005/8/layout/vProcess5"/>
    <dgm:cxn modelId="{80CE256D-B874-4ABD-828C-BB5A302A6E62}" type="presOf" srcId="{319D9CD7-7028-4A1D-9B5E-CF98F7B36009}" destId="{651DA643-E4CE-4098-A34F-B3C7DF3EFE5E}" srcOrd="0" destOrd="0" presId="urn:microsoft.com/office/officeart/2005/8/layout/vProcess5"/>
    <dgm:cxn modelId="{A3AFEE6D-5D0A-4FE7-8274-2B351544E4ED}" type="presOf" srcId="{7B86DC6A-610B-470A-92C1-6B89EDEBF14D}" destId="{EFD6F992-38A8-420E-A213-3527C30E636D}" srcOrd="1" destOrd="0" presId="urn:microsoft.com/office/officeart/2005/8/layout/vProcess5"/>
    <dgm:cxn modelId="{87485051-AAE2-42BD-8A33-13A7F0C6FD57}" type="presOf" srcId="{7B86DC6A-610B-470A-92C1-6B89EDEBF14D}" destId="{A884503B-5A8C-4FF8-863D-A5E6F90DB489}" srcOrd="0" destOrd="0" presId="urn:microsoft.com/office/officeart/2005/8/layout/vProcess5"/>
    <dgm:cxn modelId="{0ABF9158-7B9E-4AE2-8AD9-496DF2CA4A09}" type="presOf" srcId="{2D966246-76BF-4373-9BA8-35DCCF8EC729}" destId="{928C204B-92A6-41E1-A3E3-51668D4F053C}" srcOrd="0" destOrd="0" presId="urn:microsoft.com/office/officeart/2005/8/layout/vProcess5"/>
    <dgm:cxn modelId="{044BF058-A5F8-4A6B-9484-01E851FFE2C6}" type="presOf" srcId="{5506463C-6E4E-402C-891D-DB5F73A7C95D}" destId="{2A2478BD-FA9D-4763-918E-F38FB9D68DD1}" srcOrd="0" destOrd="0" presId="urn:microsoft.com/office/officeart/2005/8/layout/vProcess5"/>
    <dgm:cxn modelId="{B14F088A-D11F-4EE6-B276-F17D17EAB1BE}" type="presOf" srcId="{8681DF6F-03DB-4184-B9EB-A2826ED28333}" destId="{A0B93BB7-2465-4891-95C6-9AC2A507E3B2}" srcOrd="0" destOrd="0" presId="urn:microsoft.com/office/officeart/2005/8/layout/vProcess5"/>
    <dgm:cxn modelId="{9A31A2A7-6496-4E78-9063-0D0CB146E497}" type="presOf" srcId="{CEDA268E-ABC1-4907-9936-5563F71CC711}" destId="{FF608CE2-AE0E-47BD-A06B-A0FD75CCC984}" srcOrd="0" destOrd="0" presId="urn:microsoft.com/office/officeart/2005/8/layout/vProcess5"/>
    <dgm:cxn modelId="{9BA69EB4-6812-41FA-9901-238C5E3636A0}" srcId="{319D9CD7-7028-4A1D-9B5E-CF98F7B36009}" destId="{5506463C-6E4E-402C-891D-DB5F73A7C95D}" srcOrd="0" destOrd="0" parTransId="{D2E44EDE-1993-4959-A07E-F890B3DCBC89}" sibTransId="{7C9CAD61-A3AD-4FB2-82E3-4AD2979753C1}"/>
    <dgm:cxn modelId="{F6FEBEC8-F67F-4A7F-A001-BCC272E77EC5}" type="presOf" srcId="{7C9CAD61-A3AD-4FB2-82E3-4AD2979753C1}" destId="{6A2DD38A-7A93-4101-8732-6435E988130B}" srcOrd="0" destOrd="0" presId="urn:microsoft.com/office/officeart/2005/8/layout/vProcess5"/>
    <dgm:cxn modelId="{CB164EDA-8AD8-4A56-8119-3E7BC4E7F24A}" srcId="{319D9CD7-7028-4A1D-9B5E-CF98F7B36009}" destId="{08FB0C1D-130F-42A7-8377-E971DB74FA3D}" srcOrd="3" destOrd="0" parTransId="{418EAA9B-6A51-4B99-BB58-90C9046AF95F}" sibTransId="{923D74B2-6D00-4B18-BBA5-47003A970DA8}"/>
    <dgm:cxn modelId="{32EBBBE2-ECD2-48B5-9810-20A67CFB50F7}" srcId="{319D9CD7-7028-4A1D-9B5E-CF98F7B36009}" destId="{2D966246-76BF-4373-9BA8-35DCCF8EC729}" srcOrd="4" destOrd="0" parTransId="{3AD5A73B-B53B-465D-B202-DE799D23E3D0}" sibTransId="{301EE3FB-2992-408B-BD21-4D73C7E98085}"/>
    <dgm:cxn modelId="{B72B8DFF-E0B3-4C75-8065-AFA2D6E88813}" type="presOf" srcId="{CEDA268E-ABC1-4907-9936-5563F71CC711}" destId="{3E5DF558-C38F-47F3-B96E-E66051536FF5}" srcOrd="1" destOrd="0" presId="urn:microsoft.com/office/officeart/2005/8/layout/vProcess5"/>
    <dgm:cxn modelId="{D64374B0-1379-408D-9D95-2BFC615A5A27}" type="presParOf" srcId="{651DA643-E4CE-4098-A34F-B3C7DF3EFE5E}" destId="{CFF75DDE-B7E7-4C4C-9377-17D467BB09BB}" srcOrd="0" destOrd="0" presId="urn:microsoft.com/office/officeart/2005/8/layout/vProcess5"/>
    <dgm:cxn modelId="{B3317125-04D4-41BB-B199-2C77F8236F98}" type="presParOf" srcId="{651DA643-E4CE-4098-A34F-B3C7DF3EFE5E}" destId="{2A2478BD-FA9D-4763-918E-F38FB9D68DD1}" srcOrd="1" destOrd="0" presId="urn:microsoft.com/office/officeart/2005/8/layout/vProcess5"/>
    <dgm:cxn modelId="{7426A0A9-F614-49CB-B34D-AC1C9F05458B}" type="presParOf" srcId="{651DA643-E4CE-4098-A34F-B3C7DF3EFE5E}" destId="{FF608CE2-AE0E-47BD-A06B-A0FD75CCC984}" srcOrd="2" destOrd="0" presId="urn:microsoft.com/office/officeart/2005/8/layout/vProcess5"/>
    <dgm:cxn modelId="{94AFF354-2445-457E-A6C5-A3264195E361}" type="presParOf" srcId="{651DA643-E4CE-4098-A34F-B3C7DF3EFE5E}" destId="{A884503B-5A8C-4FF8-863D-A5E6F90DB489}" srcOrd="3" destOrd="0" presId="urn:microsoft.com/office/officeart/2005/8/layout/vProcess5"/>
    <dgm:cxn modelId="{32671FC6-CDD4-4C05-BCC8-6D01D99B2DE9}" type="presParOf" srcId="{651DA643-E4CE-4098-A34F-B3C7DF3EFE5E}" destId="{4A571362-7022-4137-BAA5-667954DB8136}" srcOrd="4" destOrd="0" presId="urn:microsoft.com/office/officeart/2005/8/layout/vProcess5"/>
    <dgm:cxn modelId="{25493858-4240-4B75-B3DD-C688789556E5}" type="presParOf" srcId="{651DA643-E4CE-4098-A34F-B3C7DF3EFE5E}" destId="{928C204B-92A6-41E1-A3E3-51668D4F053C}" srcOrd="5" destOrd="0" presId="urn:microsoft.com/office/officeart/2005/8/layout/vProcess5"/>
    <dgm:cxn modelId="{6AAE3E5E-6CB9-4419-9BD8-8B14FE6E098C}" type="presParOf" srcId="{651DA643-E4CE-4098-A34F-B3C7DF3EFE5E}" destId="{6A2DD38A-7A93-4101-8732-6435E988130B}" srcOrd="6" destOrd="0" presId="urn:microsoft.com/office/officeart/2005/8/layout/vProcess5"/>
    <dgm:cxn modelId="{4D829843-DA9E-4A32-AF91-013BE659E7D0}" type="presParOf" srcId="{651DA643-E4CE-4098-A34F-B3C7DF3EFE5E}" destId="{83E5A566-83DF-42C8-A8D5-5D04F1A5BDE5}" srcOrd="7" destOrd="0" presId="urn:microsoft.com/office/officeart/2005/8/layout/vProcess5"/>
    <dgm:cxn modelId="{39CFF67B-EA04-4980-86B2-3AD5187C2077}" type="presParOf" srcId="{651DA643-E4CE-4098-A34F-B3C7DF3EFE5E}" destId="{A0B93BB7-2465-4891-95C6-9AC2A507E3B2}" srcOrd="8" destOrd="0" presId="urn:microsoft.com/office/officeart/2005/8/layout/vProcess5"/>
    <dgm:cxn modelId="{78EF6F1A-1C6B-4243-99AD-71FE8D119DE5}" type="presParOf" srcId="{651DA643-E4CE-4098-A34F-B3C7DF3EFE5E}" destId="{946A4B73-ADB5-421B-8653-98FB19D87B73}" srcOrd="9" destOrd="0" presId="urn:microsoft.com/office/officeart/2005/8/layout/vProcess5"/>
    <dgm:cxn modelId="{CFCE06E8-5497-447A-A186-DE959F5EABCE}" type="presParOf" srcId="{651DA643-E4CE-4098-A34F-B3C7DF3EFE5E}" destId="{95C9FCFF-888A-4AF6-9A0F-33F5ECF60FC1}" srcOrd="10" destOrd="0" presId="urn:microsoft.com/office/officeart/2005/8/layout/vProcess5"/>
    <dgm:cxn modelId="{9633B576-44C4-4BCF-8D66-2B55D352314A}" type="presParOf" srcId="{651DA643-E4CE-4098-A34F-B3C7DF3EFE5E}" destId="{3E5DF558-C38F-47F3-B96E-E66051536FF5}" srcOrd="11" destOrd="0" presId="urn:microsoft.com/office/officeart/2005/8/layout/vProcess5"/>
    <dgm:cxn modelId="{15C6032A-2788-4683-889E-7107FF5D2B39}" type="presParOf" srcId="{651DA643-E4CE-4098-A34F-B3C7DF3EFE5E}" destId="{EFD6F992-38A8-420E-A213-3527C30E636D}" srcOrd="12" destOrd="0" presId="urn:microsoft.com/office/officeart/2005/8/layout/vProcess5"/>
    <dgm:cxn modelId="{1640B559-7F4B-4D82-825C-A491F995D83C}" type="presParOf" srcId="{651DA643-E4CE-4098-A34F-B3C7DF3EFE5E}" destId="{F6ADE14B-2CEF-4C9F-9716-06703F456767}" srcOrd="13" destOrd="0" presId="urn:microsoft.com/office/officeart/2005/8/layout/vProcess5"/>
    <dgm:cxn modelId="{4072D504-28B8-43C9-85F8-B72F78C1E61C}" type="presParOf" srcId="{651DA643-E4CE-4098-A34F-B3C7DF3EFE5E}" destId="{B3B3774A-911B-4BB6-AC55-7BF92671C398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4C4B595-180A-45B4-AC04-D84F7B423AB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F704E07-5F65-40A6-9721-495EA0587B3E}">
      <dgm:prSet/>
      <dgm:spPr/>
      <dgm:t>
        <a:bodyPr/>
        <a:lstStyle/>
        <a:p>
          <a:r>
            <a:rPr lang="en-US"/>
            <a:t>I’ve continuously lost dear and loved ones due to </a:t>
          </a:r>
          <a:r>
            <a:rPr lang="en-US" b="1"/>
            <a:t>minor illnesses</a:t>
          </a:r>
          <a:r>
            <a:rPr lang="en-US"/>
            <a:t> — illnesses that could have been healed with just one injection or a simple prescription.</a:t>
          </a:r>
        </a:p>
      </dgm:t>
    </dgm:pt>
    <dgm:pt modelId="{C57BAA23-C786-452D-A97B-4FD93F024B49}" type="parTrans" cxnId="{8A60201F-DD38-43DD-A344-D2DAC98D4086}">
      <dgm:prSet/>
      <dgm:spPr/>
      <dgm:t>
        <a:bodyPr/>
        <a:lstStyle/>
        <a:p>
          <a:endParaRPr lang="en-US"/>
        </a:p>
      </dgm:t>
    </dgm:pt>
    <dgm:pt modelId="{879EDFCF-A5D0-4C50-9AA4-084E400FF3C4}" type="sibTrans" cxnId="{8A60201F-DD38-43DD-A344-D2DAC98D4086}">
      <dgm:prSet/>
      <dgm:spPr/>
      <dgm:t>
        <a:bodyPr/>
        <a:lstStyle/>
        <a:p>
          <a:endParaRPr lang="en-US"/>
        </a:p>
      </dgm:t>
    </dgm:pt>
    <dgm:pt modelId="{A75149F3-30AB-4B47-BE17-B65357FAA049}">
      <dgm:prSet/>
      <dgm:spPr/>
      <dgm:t>
        <a:bodyPr/>
        <a:lstStyle/>
        <a:p>
          <a:r>
            <a:rPr lang="en-US"/>
            <a:t>That experience, combined with my </a:t>
          </a:r>
          <a:r>
            <a:rPr lang="en-US" b="1"/>
            <a:t>deep passion for medicine</a:t>
          </a:r>
          <a:r>
            <a:rPr lang="en-US"/>
            <a:t>, inspired me to pursue this path.</a:t>
          </a:r>
        </a:p>
      </dgm:t>
    </dgm:pt>
    <dgm:pt modelId="{9E3515A4-6AC4-4CA9-AB66-AF0D360B68CB}" type="parTrans" cxnId="{F806ECD8-7C68-46A9-B0A6-395F03D62BB6}">
      <dgm:prSet/>
      <dgm:spPr/>
      <dgm:t>
        <a:bodyPr/>
        <a:lstStyle/>
        <a:p>
          <a:endParaRPr lang="en-US"/>
        </a:p>
      </dgm:t>
    </dgm:pt>
    <dgm:pt modelId="{2A8D0A52-781F-4894-823C-DDE74BDA8F26}" type="sibTrans" cxnId="{F806ECD8-7C68-46A9-B0A6-395F03D62BB6}">
      <dgm:prSet/>
      <dgm:spPr/>
      <dgm:t>
        <a:bodyPr/>
        <a:lstStyle/>
        <a:p>
          <a:endParaRPr lang="en-US"/>
        </a:p>
      </dgm:t>
    </dgm:pt>
    <dgm:pt modelId="{ECD79A41-966B-4B19-8D59-AFA48962EC1C}" type="pres">
      <dgm:prSet presAssocID="{74C4B595-180A-45B4-AC04-D84F7B423AB1}" presName="linear" presStyleCnt="0">
        <dgm:presLayoutVars>
          <dgm:animLvl val="lvl"/>
          <dgm:resizeHandles val="exact"/>
        </dgm:presLayoutVars>
      </dgm:prSet>
      <dgm:spPr/>
    </dgm:pt>
    <dgm:pt modelId="{06CEE8BD-678F-4408-B290-A6E07654CFE7}" type="pres">
      <dgm:prSet presAssocID="{1F704E07-5F65-40A6-9721-495EA0587B3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98B7944-E294-489B-8BA8-C42B2FC00F05}" type="pres">
      <dgm:prSet presAssocID="{879EDFCF-A5D0-4C50-9AA4-084E400FF3C4}" presName="spacer" presStyleCnt="0"/>
      <dgm:spPr/>
    </dgm:pt>
    <dgm:pt modelId="{9CA4308F-8B94-4640-B304-8DD9444BABB7}" type="pres">
      <dgm:prSet presAssocID="{A75149F3-30AB-4B47-BE17-B65357FAA04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7788D05-65C1-4311-A69C-8E129B5F2248}" type="presOf" srcId="{1F704E07-5F65-40A6-9721-495EA0587B3E}" destId="{06CEE8BD-678F-4408-B290-A6E07654CFE7}" srcOrd="0" destOrd="0" presId="urn:microsoft.com/office/officeart/2005/8/layout/vList2"/>
    <dgm:cxn modelId="{8A60201F-DD38-43DD-A344-D2DAC98D4086}" srcId="{74C4B595-180A-45B4-AC04-D84F7B423AB1}" destId="{1F704E07-5F65-40A6-9721-495EA0587B3E}" srcOrd="0" destOrd="0" parTransId="{C57BAA23-C786-452D-A97B-4FD93F024B49}" sibTransId="{879EDFCF-A5D0-4C50-9AA4-084E400FF3C4}"/>
    <dgm:cxn modelId="{4D92C73E-BC3C-4103-864B-6984C1AACCF9}" type="presOf" srcId="{A75149F3-30AB-4B47-BE17-B65357FAA049}" destId="{9CA4308F-8B94-4640-B304-8DD9444BABB7}" srcOrd="0" destOrd="0" presId="urn:microsoft.com/office/officeart/2005/8/layout/vList2"/>
    <dgm:cxn modelId="{F806ECD8-7C68-46A9-B0A6-395F03D62BB6}" srcId="{74C4B595-180A-45B4-AC04-D84F7B423AB1}" destId="{A75149F3-30AB-4B47-BE17-B65357FAA049}" srcOrd="1" destOrd="0" parTransId="{9E3515A4-6AC4-4CA9-AB66-AF0D360B68CB}" sibTransId="{2A8D0A52-781F-4894-823C-DDE74BDA8F26}"/>
    <dgm:cxn modelId="{E0647CEB-2175-40A4-B7E9-1398F0E75616}" type="presOf" srcId="{74C4B595-180A-45B4-AC04-D84F7B423AB1}" destId="{ECD79A41-966B-4B19-8D59-AFA48962EC1C}" srcOrd="0" destOrd="0" presId="urn:microsoft.com/office/officeart/2005/8/layout/vList2"/>
    <dgm:cxn modelId="{87ADF84E-0B45-43C3-B4A7-656DFED3B7A3}" type="presParOf" srcId="{ECD79A41-966B-4B19-8D59-AFA48962EC1C}" destId="{06CEE8BD-678F-4408-B290-A6E07654CFE7}" srcOrd="0" destOrd="0" presId="urn:microsoft.com/office/officeart/2005/8/layout/vList2"/>
    <dgm:cxn modelId="{9271905A-A415-4DAC-91A0-642B4160ADFB}" type="presParOf" srcId="{ECD79A41-966B-4B19-8D59-AFA48962EC1C}" destId="{B98B7944-E294-489B-8BA8-C42B2FC00F05}" srcOrd="1" destOrd="0" presId="urn:microsoft.com/office/officeart/2005/8/layout/vList2"/>
    <dgm:cxn modelId="{907F3C4A-0FEB-41CF-817C-35ED58CB60D4}" type="presParOf" srcId="{ECD79A41-966B-4B19-8D59-AFA48962EC1C}" destId="{9CA4308F-8B94-4640-B304-8DD9444BABB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B37E2C-A31B-41D4-BE71-26391BC49AE2}" type="doc">
      <dgm:prSet loTypeId="urn:microsoft.com/office/officeart/2005/8/layout/hierarchy1" loCatId="hierarchy" qsTypeId="urn:microsoft.com/office/officeart/2005/8/quickstyle/simple1" qsCatId="simple" csTypeId="urn:microsoft.com/office/officeart/2005/8/colors/accent2_3" csCatId="accent2"/>
      <dgm:spPr/>
      <dgm:t>
        <a:bodyPr/>
        <a:lstStyle/>
        <a:p>
          <a:endParaRPr lang="en-US"/>
        </a:p>
      </dgm:t>
    </dgm:pt>
    <dgm:pt modelId="{3B7E0B2A-678A-401F-A626-B169E7F4C1FC}">
      <dgm:prSet/>
      <dgm:spPr/>
      <dgm:t>
        <a:bodyPr/>
        <a:lstStyle/>
        <a:p>
          <a:r>
            <a:rPr lang="en-US"/>
            <a:t>I plan to join </a:t>
          </a:r>
          <a:r>
            <a:rPr lang="en-US" b="1"/>
            <a:t>similar programs and volunteer</a:t>
          </a:r>
          <a:r>
            <a:rPr lang="en-US"/>
            <a:t> in fields related to medicine. </a:t>
          </a:r>
        </a:p>
      </dgm:t>
    </dgm:pt>
    <dgm:pt modelId="{0F47A873-236D-4E66-8F11-1132813E937B}" type="parTrans" cxnId="{FD9F716A-E0B5-40D5-9C2C-337ADA599FF1}">
      <dgm:prSet/>
      <dgm:spPr/>
      <dgm:t>
        <a:bodyPr/>
        <a:lstStyle/>
        <a:p>
          <a:endParaRPr lang="en-US"/>
        </a:p>
      </dgm:t>
    </dgm:pt>
    <dgm:pt modelId="{07E123ED-6DDA-46EB-BB02-064C1F642A8E}" type="sibTrans" cxnId="{FD9F716A-E0B5-40D5-9C2C-337ADA599FF1}">
      <dgm:prSet/>
      <dgm:spPr/>
      <dgm:t>
        <a:bodyPr/>
        <a:lstStyle/>
        <a:p>
          <a:endParaRPr lang="en-US"/>
        </a:p>
      </dgm:t>
    </dgm:pt>
    <dgm:pt modelId="{A97D01F8-C1BE-4BCC-AEE3-21435398C6DC}">
      <dgm:prSet/>
      <dgm:spPr/>
      <dgm:t>
        <a:bodyPr/>
        <a:lstStyle/>
        <a:p>
          <a:r>
            <a:rPr lang="en-US"/>
            <a:t>I want to make sure I'm </a:t>
          </a:r>
          <a:r>
            <a:rPr lang="en-US" b="1"/>
            <a:t>mentally prepared</a:t>
          </a:r>
          <a:r>
            <a:rPr lang="en-US"/>
            <a:t> and </a:t>
          </a:r>
          <a:r>
            <a:rPr lang="en-US" b="1"/>
            <a:t>practically equipped</a:t>
          </a:r>
          <a:r>
            <a:rPr lang="en-US"/>
            <a:t> for university and my future career.</a:t>
          </a:r>
        </a:p>
      </dgm:t>
    </dgm:pt>
    <dgm:pt modelId="{90C379E0-BA89-4CDB-A2D2-2EB14E22FFC4}" type="parTrans" cxnId="{BDACF8F6-B7E9-4F72-B065-EA7A426BE93F}">
      <dgm:prSet/>
      <dgm:spPr/>
      <dgm:t>
        <a:bodyPr/>
        <a:lstStyle/>
        <a:p>
          <a:endParaRPr lang="en-US"/>
        </a:p>
      </dgm:t>
    </dgm:pt>
    <dgm:pt modelId="{529F4B72-30F9-4A0E-A9D8-B1C1EBC8C82B}" type="sibTrans" cxnId="{BDACF8F6-B7E9-4F72-B065-EA7A426BE93F}">
      <dgm:prSet/>
      <dgm:spPr/>
      <dgm:t>
        <a:bodyPr/>
        <a:lstStyle/>
        <a:p>
          <a:endParaRPr lang="en-US"/>
        </a:p>
      </dgm:t>
    </dgm:pt>
    <dgm:pt modelId="{A0F2BD65-86B7-4561-8D8A-8BF7E9E29917}" type="pres">
      <dgm:prSet presAssocID="{BFB37E2C-A31B-41D4-BE71-26391BC49AE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F8D599D-DABE-442C-ACEF-8592670BC423}" type="pres">
      <dgm:prSet presAssocID="{3B7E0B2A-678A-401F-A626-B169E7F4C1FC}" presName="hierRoot1" presStyleCnt="0"/>
      <dgm:spPr/>
    </dgm:pt>
    <dgm:pt modelId="{11FC8168-7EA9-45E1-A949-089C7DC7BD51}" type="pres">
      <dgm:prSet presAssocID="{3B7E0B2A-678A-401F-A626-B169E7F4C1FC}" presName="composite" presStyleCnt="0"/>
      <dgm:spPr/>
    </dgm:pt>
    <dgm:pt modelId="{11E9D35E-BA11-4820-AECE-336D3675AE1C}" type="pres">
      <dgm:prSet presAssocID="{3B7E0B2A-678A-401F-A626-B169E7F4C1FC}" presName="background" presStyleLbl="node0" presStyleIdx="0" presStyleCnt="2"/>
      <dgm:spPr/>
    </dgm:pt>
    <dgm:pt modelId="{83717692-CFAF-4814-85E9-653B948C1AEC}" type="pres">
      <dgm:prSet presAssocID="{3B7E0B2A-678A-401F-A626-B169E7F4C1FC}" presName="text" presStyleLbl="fgAcc0" presStyleIdx="0" presStyleCnt="2">
        <dgm:presLayoutVars>
          <dgm:chPref val="3"/>
        </dgm:presLayoutVars>
      </dgm:prSet>
      <dgm:spPr/>
    </dgm:pt>
    <dgm:pt modelId="{16B607C5-5475-43C7-8CEE-3915FACFF37E}" type="pres">
      <dgm:prSet presAssocID="{3B7E0B2A-678A-401F-A626-B169E7F4C1FC}" presName="hierChild2" presStyleCnt="0"/>
      <dgm:spPr/>
    </dgm:pt>
    <dgm:pt modelId="{9C4320CC-D46C-4698-BE32-A9294031C521}" type="pres">
      <dgm:prSet presAssocID="{A97D01F8-C1BE-4BCC-AEE3-21435398C6DC}" presName="hierRoot1" presStyleCnt="0"/>
      <dgm:spPr/>
    </dgm:pt>
    <dgm:pt modelId="{A5F96EA1-F6B6-44C3-A5A1-5CD1173E56FC}" type="pres">
      <dgm:prSet presAssocID="{A97D01F8-C1BE-4BCC-AEE3-21435398C6DC}" presName="composite" presStyleCnt="0"/>
      <dgm:spPr/>
    </dgm:pt>
    <dgm:pt modelId="{36C05638-6823-43FB-9B72-615D2E497166}" type="pres">
      <dgm:prSet presAssocID="{A97D01F8-C1BE-4BCC-AEE3-21435398C6DC}" presName="background" presStyleLbl="node0" presStyleIdx="1" presStyleCnt="2"/>
      <dgm:spPr/>
    </dgm:pt>
    <dgm:pt modelId="{A8EAD172-4892-4B51-95A0-14E3F8265678}" type="pres">
      <dgm:prSet presAssocID="{A97D01F8-C1BE-4BCC-AEE3-21435398C6DC}" presName="text" presStyleLbl="fgAcc0" presStyleIdx="1" presStyleCnt="2">
        <dgm:presLayoutVars>
          <dgm:chPref val="3"/>
        </dgm:presLayoutVars>
      </dgm:prSet>
      <dgm:spPr/>
    </dgm:pt>
    <dgm:pt modelId="{39795988-7801-4EDD-800C-39438C27EB52}" type="pres">
      <dgm:prSet presAssocID="{A97D01F8-C1BE-4BCC-AEE3-21435398C6DC}" presName="hierChild2" presStyleCnt="0"/>
      <dgm:spPr/>
    </dgm:pt>
  </dgm:ptLst>
  <dgm:cxnLst>
    <dgm:cxn modelId="{F0EA7C0A-7953-47DF-97A7-69AD93EA3FDE}" type="presOf" srcId="{BFB37E2C-A31B-41D4-BE71-26391BC49AE2}" destId="{A0F2BD65-86B7-4561-8D8A-8BF7E9E29917}" srcOrd="0" destOrd="0" presId="urn:microsoft.com/office/officeart/2005/8/layout/hierarchy1"/>
    <dgm:cxn modelId="{A0352321-261B-4423-B7B0-7B76109EAFEA}" type="presOf" srcId="{3B7E0B2A-678A-401F-A626-B169E7F4C1FC}" destId="{83717692-CFAF-4814-85E9-653B948C1AEC}" srcOrd="0" destOrd="0" presId="urn:microsoft.com/office/officeart/2005/8/layout/hierarchy1"/>
    <dgm:cxn modelId="{FD9F716A-E0B5-40D5-9C2C-337ADA599FF1}" srcId="{BFB37E2C-A31B-41D4-BE71-26391BC49AE2}" destId="{3B7E0B2A-678A-401F-A626-B169E7F4C1FC}" srcOrd="0" destOrd="0" parTransId="{0F47A873-236D-4E66-8F11-1132813E937B}" sibTransId="{07E123ED-6DDA-46EB-BB02-064C1F642A8E}"/>
    <dgm:cxn modelId="{CD528092-6CBB-4947-8621-FBF5ADAF301A}" type="presOf" srcId="{A97D01F8-C1BE-4BCC-AEE3-21435398C6DC}" destId="{A8EAD172-4892-4B51-95A0-14E3F8265678}" srcOrd="0" destOrd="0" presId="urn:microsoft.com/office/officeart/2005/8/layout/hierarchy1"/>
    <dgm:cxn modelId="{BDACF8F6-B7E9-4F72-B065-EA7A426BE93F}" srcId="{BFB37E2C-A31B-41D4-BE71-26391BC49AE2}" destId="{A97D01F8-C1BE-4BCC-AEE3-21435398C6DC}" srcOrd="1" destOrd="0" parTransId="{90C379E0-BA89-4CDB-A2D2-2EB14E22FFC4}" sibTransId="{529F4B72-30F9-4A0E-A9D8-B1C1EBC8C82B}"/>
    <dgm:cxn modelId="{6BDA98A3-CFB3-4AB1-9369-B74662B175C1}" type="presParOf" srcId="{A0F2BD65-86B7-4561-8D8A-8BF7E9E29917}" destId="{2F8D599D-DABE-442C-ACEF-8592670BC423}" srcOrd="0" destOrd="0" presId="urn:microsoft.com/office/officeart/2005/8/layout/hierarchy1"/>
    <dgm:cxn modelId="{3D060C50-74E0-4AE0-8CA4-55FB2D47ABB5}" type="presParOf" srcId="{2F8D599D-DABE-442C-ACEF-8592670BC423}" destId="{11FC8168-7EA9-45E1-A949-089C7DC7BD51}" srcOrd="0" destOrd="0" presId="urn:microsoft.com/office/officeart/2005/8/layout/hierarchy1"/>
    <dgm:cxn modelId="{1D54A82A-253A-445A-B831-A4388392A2CF}" type="presParOf" srcId="{11FC8168-7EA9-45E1-A949-089C7DC7BD51}" destId="{11E9D35E-BA11-4820-AECE-336D3675AE1C}" srcOrd="0" destOrd="0" presId="urn:microsoft.com/office/officeart/2005/8/layout/hierarchy1"/>
    <dgm:cxn modelId="{E73FEBD5-FB0B-4A46-A2A9-EE3EB713FB7A}" type="presParOf" srcId="{11FC8168-7EA9-45E1-A949-089C7DC7BD51}" destId="{83717692-CFAF-4814-85E9-653B948C1AEC}" srcOrd="1" destOrd="0" presId="urn:microsoft.com/office/officeart/2005/8/layout/hierarchy1"/>
    <dgm:cxn modelId="{DC705CD3-3E09-47E9-9D94-0909A2E05EB7}" type="presParOf" srcId="{2F8D599D-DABE-442C-ACEF-8592670BC423}" destId="{16B607C5-5475-43C7-8CEE-3915FACFF37E}" srcOrd="1" destOrd="0" presId="urn:microsoft.com/office/officeart/2005/8/layout/hierarchy1"/>
    <dgm:cxn modelId="{02279E1C-91F3-4072-90E8-7F43BDF25E08}" type="presParOf" srcId="{A0F2BD65-86B7-4561-8D8A-8BF7E9E29917}" destId="{9C4320CC-D46C-4698-BE32-A9294031C521}" srcOrd="1" destOrd="0" presId="urn:microsoft.com/office/officeart/2005/8/layout/hierarchy1"/>
    <dgm:cxn modelId="{C31689A0-67FC-4EA3-B086-E0B2551B3CB4}" type="presParOf" srcId="{9C4320CC-D46C-4698-BE32-A9294031C521}" destId="{A5F96EA1-F6B6-44C3-A5A1-5CD1173E56FC}" srcOrd="0" destOrd="0" presId="urn:microsoft.com/office/officeart/2005/8/layout/hierarchy1"/>
    <dgm:cxn modelId="{7D43F101-298E-4879-A57F-D4D21DA02639}" type="presParOf" srcId="{A5F96EA1-F6B6-44C3-A5A1-5CD1173E56FC}" destId="{36C05638-6823-43FB-9B72-615D2E497166}" srcOrd="0" destOrd="0" presId="urn:microsoft.com/office/officeart/2005/8/layout/hierarchy1"/>
    <dgm:cxn modelId="{E7EF6C52-F002-429D-B994-1E5186FF26E3}" type="presParOf" srcId="{A5F96EA1-F6B6-44C3-A5A1-5CD1173E56FC}" destId="{A8EAD172-4892-4B51-95A0-14E3F8265678}" srcOrd="1" destOrd="0" presId="urn:microsoft.com/office/officeart/2005/8/layout/hierarchy1"/>
    <dgm:cxn modelId="{7A268B5F-5F1E-455A-83E1-372E5B8B23BC}" type="presParOf" srcId="{9C4320CC-D46C-4698-BE32-A9294031C521}" destId="{39795988-7801-4EDD-800C-39438C27EB5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A35402F-E0E2-4D55-9D3D-CF2575C7A948}" type="doc">
      <dgm:prSet loTypeId="urn:microsoft.com/office/officeart/2005/8/layout/hierarchy1" loCatId="hierarchy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58E888F4-25FF-4AC6-80A2-1634348C5AF5}">
      <dgm:prSet/>
      <dgm:spPr/>
      <dgm:t>
        <a:bodyPr/>
        <a:lstStyle/>
        <a:p>
          <a:r>
            <a:rPr lang="en-US"/>
            <a:t>I aim to open a </a:t>
          </a:r>
          <a:r>
            <a:rPr lang="en-US" b="1"/>
            <a:t>health institution</a:t>
          </a:r>
          <a:r>
            <a:rPr lang="en-US"/>
            <a:t> where people from </a:t>
          </a:r>
          <a:r>
            <a:rPr lang="en-US" b="1"/>
            <a:t>all economic backgrounds</a:t>
          </a:r>
          <a:r>
            <a:rPr lang="en-US"/>
            <a:t> can receive treatment </a:t>
          </a:r>
        </a:p>
      </dgm:t>
    </dgm:pt>
    <dgm:pt modelId="{951EFD5F-1EC0-49DC-A15A-7BDB478BE709}" type="parTrans" cxnId="{0D58DABE-E87F-4C7C-9024-AC9B4A7A5322}">
      <dgm:prSet/>
      <dgm:spPr/>
      <dgm:t>
        <a:bodyPr/>
        <a:lstStyle/>
        <a:p>
          <a:endParaRPr lang="en-US"/>
        </a:p>
      </dgm:t>
    </dgm:pt>
    <dgm:pt modelId="{7771D7D8-6C51-423B-9635-05E3B9A41208}" type="sibTrans" cxnId="{0D58DABE-E87F-4C7C-9024-AC9B4A7A5322}">
      <dgm:prSet/>
      <dgm:spPr/>
      <dgm:t>
        <a:bodyPr/>
        <a:lstStyle/>
        <a:p>
          <a:endParaRPr lang="en-US"/>
        </a:p>
      </dgm:t>
    </dgm:pt>
    <dgm:pt modelId="{52137A9C-AD1E-4931-BB49-B9AD604F194A}">
      <dgm:prSet/>
      <dgm:spPr/>
      <dgm:t>
        <a:bodyPr/>
        <a:lstStyle/>
        <a:p>
          <a:r>
            <a:rPr lang="en-US"/>
            <a:t>Save lives from diseases that can be cured early.</a:t>
          </a:r>
        </a:p>
      </dgm:t>
    </dgm:pt>
    <dgm:pt modelId="{8B6CC86C-B391-4B0D-BDD6-77639BCE6F2B}" type="parTrans" cxnId="{005F42B3-2876-4183-94F9-204375B05B75}">
      <dgm:prSet/>
      <dgm:spPr/>
      <dgm:t>
        <a:bodyPr/>
        <a:lstStyle/>
        <a:p>
          <a:endParaRPr lang="en-US"/>
        </a:p>
      </dgm:t>
    </dgm:pt>
    <dgm:pt modelId="{B81DCF10-06AB-4EB9-A467-E709DE17800C}" type="sibTrans" cxnId="{005F42B3-2876-4183-94F9-204375B05B75}">
      <dgm:prSet/>
      <dgm:spPr/>
      <dgm:t>
        <a:bodyPr/>
        <a:lstStyle/>
        <a:p>
          <a:endParaRPr lang="en-US"/>
        </a:p>
      </dgm:t>
    </dgm:pt>
    <dgm:pt modelId="{07BE27F6-57D2-492D-AEAD-7D8B90422BA8}" type="pres">
      <dgm:prSet presAssocID="{AA35402F-E0E2-4D55-9D3D-CF2575C7A94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8D1D012-C797-4DA9-9D82-38105099092E}" type="pres">
      <dgm:prSet presAssocID="{58E888F4-25FF-4AC6-80A2-1634348C5AF5}" presName="hierRoot1" presStyleCnt="0"/>
      <dgm:spPr/>
    </dgm:pt>
    <dgm:pt modelId="{4E8D36C5-448C-4BE5-846F-E271414A8BB2}" type="pres">
      <dgm:prSet presAssocID="{58E888F4-25FF-4AC6-80A2-1634348C5AF5}" presName="composite" presStyleCnt="0"/>
      <dgm:spPr/>
    </dgm:pt>
    <dgm:pt modelId="{45767779-CD11-4F6F-A82B-669E032E4DCA}" type="pres">
      <dgm:prSet presAssocID="{58E888F4-25FF-4AC6-80A2-1634348C5AF5}" presName="background" presStyleLbl="node0" presStyleIdx="0" presStyleCnt="2"/>
      <dgm:spPr/>
    </dgm:pt>
    <dgm:pt modelId="{C9B20E4C-ECA4-4AFD-AA78-5C773508B05C}" type="pres">
      <dgm:prSet presAssocID="{58E888F4-25FF-4AC6-80A2-1634348C5AF5}" presName="text" presStyleLbl="fgAcc0" presStyleIdx="0" presStyleCnt="2">
        <dgm:presLayoutVars>
          <dgm:chPref val="3"/>
        </dgm:presLayoutVars>
      </dgm:prSet>
      <dgm:spPr/>
    </dgm:pt>
    <dgm:pt modelId="{72E218ED-B504-413C-934A-1305A2C03740}" type="pres">
      <dgm:prSet presAssocID="{58E888F4-25FF-4AC6-80A2-1634348C5AF5}" presName="hierChild2" presStyleCnt="0"/>
      <dgm:spPr/>
    </dgm:pt>
    <dgm:pt modelId="{DF01F38F-623D-4A8F-9275-78F66C71CFDD}" type="pres">
      <dgm:prSet presAssocID="{52137A9C-AD1E-4931-BB49-B9AD604F194A}" presName="hierRoot1" presStyleCnt="0"/>
      <dgm:spPr/>
    </dgm:pt>
    <dgm:pt modelId="{7FBCB076-2D5B-4D84-97F4-AC4DF5A89F9D}" type="pres">
      <dgm:prSet presAssocID="{52137A9C-AD1E-4931-BB49-B9AD604F194A}" presName="composite" presStyleCnt="0"/>
      <dgm:spPr/>
    </dgm:pt>
    <dgm:pt modelId="{FF8EA3BD-EFA9-4895-BC42-8FF6A145DCFD}" type="pres">
      <dgm:prSet presAssocID="{52137A9C-AD1E-4931-BB49-B9AD604F194A}" presName="background" presStyleLbl="node0" presStyleIdx="1" presStyleCnt="2"/>
      <dgm:spPr/>
    </dgm:pt>
    <dgm:pt modelId="{44893CA9-F4C7-4C14-ACF6-86F1E912AEA1}" type="pres">
      <dgm:prSet presAssocID="{52137A9C-AD1E-4931-BB49-B9AD604F194A}" presName="text" presStyleLbl="fgAcc0" presStyleIdx="1" presStyleCnt="2">
        <dgm:presLayoutVars>
          <dgm:chPref val="3"/>
        </dgm:presLayoutVars>
      </dgm:prSet>
      <dgm:spPr/>
    </dgm:pt>
    <dgm:pt modelId="{5854CFDF-A1FD-410F-A7FF-3C2361C06D3C}" type="pres">
      <dgm:prSet presAssocID="{52137A9C-AD1E-4931-BB49-B9AD604F194A}" presName="hierChild2" presStyleCnt="0"/>
      <dgm:spPr/>
    </dgm:pt>
  </dgm:ptLst>
  <dgm:cxnLst>
    <dgm:cxn modelId="{483F3C22-8ADB-48E6-AFCF-33ABD4EBA339}" type="presOf" srcId="{AA35402F-E0E2-4D55-9D3D-CF2575C7A948}" destId="{07BE27F6-57D2-492D-AEAD-7D8B90422BA8}" srcOrd="0" destOrd="0" presId="urn:microsoft.com/office/officeart/2005/8/layout/hierarchy1"/>
    <dgm:cxn modelId="{D34C92AD-37AC-4183-9939-C088DE938600}" type="presOf" srcId="{58E888F4-25FF-4AC6-80A2-1634348C5AF5}" destId="{C9B20E4C-ECA4-4AFD-AA78-5C773508B05C}" srcOrd="0" destOrd="0" presId="urn:microsoft.com/office/officeart/2005/8/layout/hierarchy1"/>
    <dgm:cxn modelId="{005F42B3-2876-4183-94F9-204375B05B75}" srcId="{AA35402F-E0E2-4D55-9D3D-CF2575C7A948}" destId="{52137A9C-AD1E-4931-BB49-B9AD604F194A}" srcOrd="1" destOrd="0" parTransId="{8B6CC86C-B391-4B0D-BDD6-77639BCE6F2B}" sibTransId="{B81DCF10-06AB-4EB9-A467-E709DE17800C}"/>
    <dgm:cxn modelId="{0D58DABE-E87F-4C7C-9024-AC9B4A7A5322}" srcId="{AA35402F-E0E2-4D55-9D3D-CF2575C7A948}" destId="{58E888F4-25FF-4AC6-80A2-1634348C5AF5}" srcOrd="0" destOrd="0" parTransId="{951EFD5F-1EC0-49DC-A15A-7BDB478BE709}" sibTransId="{7771D7D8-6C51-423B-9635-05E3B9A41208}"/>
    <dgm:cxn modelId="{28BFC6FA-F76D-434E-AF96-734AAAB8C6F1}" type="presOf" srcId="{52137A9C-AD1E-4931-BB49-B9AD604F194A}" destId="{44893CA9-F4C7-4C14-ACF6-86F1E912AEA1}" srcOrd="0" destOrd="0" presId="urn:microsoft.com/office/officeart/2005/8/layout/hierarchy1"/>
    <dgm:cxn modelId="{5F690667-D021-4340-83A8-9C581D017A84}" type="presParOf" srcId="{07BE27F6-57D2-492D-AEAD-7D8B90422BA8}" destId="{A8D1D012-C797-4DA9-9D82-38105099092E}" srcOrd="0" destOrd="0" presId="urn:microsoft.com/office/officeart/2005/8/layout/hierarchy1"/>
    <dgm:cxn modelId="{CD4B33D7-A76D-4CA7-8DB7-0210207E74D5}" type="presParOf" srcId="{A8D1D012-C797-4DA9-9D82-38105099092E}" destId="{4E8D36C5-448C-4BE5-846F-E271414A8BB2}" srcOrd="0" destOrd="0" presId="urn:microsoft.com/office/officeart/2005/8/layout/hierarchy1"/>
    <dgm:cxn modelId="{E3529AAB-AA59-4120-9383-6FE9346C0DCB}" type="presParOf" srcId="{4E8D36C5-448C-4BE5-846F-E271414A8BB2}" destId="{45767779-CD11-4F6F-A82B-669E032E4DCA}" srcOrd="0" destOrd="0" presId="urn:microsoft.com/office/officeart/2005/8/layout/hierarchy1"/>
    <dgm:cxn modelId="{3664804B-A51C-4208-8998-6E993856982F}" type="presParOf" srcId="{4E8D36C5-448C-4BE5-846F-E271414A8BB2}" destId="{C9B20E4C-ECA4-4AFD-AA78-5C773508B05C}" srcOrd="1" destOrd="0" presId="urn:microsoft.com/office/officeart/2005/8/layout/hierarchy1"/>
    <dgm:cxn modelId="{D02B8B0F-7F9B-44BE-B5D9-D9D5E59C4D9A}" type="presParOf" srcId="{A8D1D012-C797-4DA9-9D82-38105099092E}" destId="{72E218ED-B504-413C-934A-1305A2C03740}" srcOrd="1" destOrd="0" presId="urn:microsoft.com/office/officeart/2005/8/layout/hierarchy1"/>
    <dgm:cxn modelId="{AAAC1883-D5BD-48AC-86BA-12ABECB1329E}" type="presParOf" srcId="{07BE27F6-57D2-492D-AEAD-7D8B90422BA8}" destId="{DF01F38F-623D-4A8F-9275-78F66C71CFDD}" srcOrd="1" destOrd="0" presId="urn:microsoft.com/office/officeart/2005/8/layout/hierarchy1"/>
    <dgm:cxn modelId="{0EC6D529-FE00-41B7-9A70-C942C7DD9542}" type="presParOf" srcId="{DF01F38F-623D-4A8F-9275-78F66C71CFDD}" destId="{7FBCB076-2D5B-4D84-97F4-AC4DF5A89F9D}" srcOrd="0" destOrd="0" presId="urn:microsoft.com/office/officeart/2005/8/layout/hierarchy1"/>
    <dgm:cxn modelId="{BFA0D3E1-E2F1-4851-97DB-5D9D4BB7B93E}" type="presParOf" srcId="{7FBCB076-2D5B-4D84-97F4-AC4DF5A89F9D}" destId="{FF8EA3BD-EFA9-4895-BC42-8FF6A145DCFD}" srcOrd="0" destOrd="0" presId="urn:microsoft.com/office/officeart/2005/8/layout/hierarchy1"/>
    <dgm:cxn modelId="{28072237-B43E-4E4B-92CE-8D22E671127E}" type="presParOf" srcId="{7FBCB076-2D5B-4D84-97F4-AC4DF5A89F9D}" destId="{44893CA9-F4C7-4C14-ACF6-86F1E912AEA1}" srcOrd="1" destOrd="0" presId="urn:microsoft.com/office/officeart/2005/8/layout/hierarchy1"/>
    <dgm:cxn modelId="{681E4CE0-969D-41F3-A6A4-A91A55ED46A6}" type="presParOf" srcId="{DF01F38F-623D-4A8F-9275-78F66C71CFDD}" destId="{5854CFDF-A1FD-410F-A7FF-3C2361C06D3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2478BD-FA9D-4763-918E-F38FB9D68DD1}">
      <dsp:nvSpPr>
        <dsp:cNvPr id="0" name=""/>
        <dsp:cNvSpPr/>
      </dsp:nvSpPr>
      <dsp:spPr>
        <a:xfrm>
          <a:off x="0" y="0"/>
          <a:ext cx="5121464" cy="96097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Introduction About Me</a:t>
          </a:r>
        </a:p>
      </dsp:txBody>
      <dsp:txXfrm>
        <a:off x="28146" y="28146"/>
        <a:ext cx="3972060" cy="904685"/>
      </dsp:txXfrm>
    </dsp:sp>
    <dsp:sp modelId="{FF608CE2-AE0E-47BD-A06B-A0FD75CCC984}">
      <dsp:nvSpPr>
        <dsp:cNvPr id="0" name=""/>
        <dsp:cNvSpPr/>
      </dsp:nvSpPr>
      <dsp:spPr>
        <a:xfrm>
          <a:off x="382447" y="1094446"/>
          <a:ext cx="5121464" cy="9609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How I Found This Program</a:t>
          </a:r>
        </a:p>
      </dsp:txBody>
      <dsp:txXfrm>
        <a:off x="410593" y="1122592"/>
        <a:ext cx="4058090" cy="904685"/>
      </dsp:txXfrm>
    </dsp:sp>
    <dsp:sp modelId="{A884503B-5A8C-4FF8-863D-A5E6F90DB489}">
      <dsp:nvSpPr>
        <dsp:cNvPr id="0" name=""/>
        <dsp:cNvSpPr/>
      </dsp:nvSpPr>
      <dsp:spPr>
        <a:xfrm>
          <a:off x="764894" y="2188893"/>
          <a:ext cx="5121464" cy="96097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My Journey in This Program</a:t>
          </a:r>
        </a:p>
      </dsp:txBody>
      <dsp:txXfrm>
        <a:off x="793040" y="2217039"/>
        <a:ext cx="4058090" cy="904685"/>
      </dsp:txXfrm>
    </dsp:sp>
    <dsp:sp modelId="{4A571362-7022-4137-BAA5-667954DB8136}">
      <dsp:nvSpPr>
        <dsp:cNvPr id="0" name=""/>
        <dsp:cNvSpPr/>
      </dsp:nvSpPr>
      <dsp:spPr>
        <a:xfrm>
          <a:off x="1147341" y="3283339"/>
          <a:ext cx="5121464" cy="96097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Important Insights from Lessons</a:t>
          </a:r>
        </a:p>
      </dsp:txBody>
      <dsp:txXfrm>
        <a:off x="1175487" y="3311485"/>
        <a:ext cx="4058090" cy="904685"/>
      </dsp:txXfrm>
    </dsp:sp>
    <dsp:sp modelId="{928C204B-92A6-41E1-A3E3-51668D4F053C}">
      <dsp:nvSpPr>
        <dsp:cNvPr id="0" name=""/>
        <dsp:cNvSpPr/>
      </dsp:nvSpPr>
      <dsp:spPr>
        <a:xfrm>
          <a:off x="1529788" y="4377786"/>
          <a:ext cx="5121464" cy="96097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My Goal After This Program</a:t>
          </a:r>
        </a:p>
      </dsp:txBody>
      <dsp:txXfrm>
        <a:off x="1557934" y="4405932"/>
        <a:ext cx="4058090" cy="904685"/>
      </dsp:txXfrm>
    </dsp:sp>
    <dsp:sp modelId="{6A2DD38A-7A93-4101-8732-6435E988130B}">
      <dsp:nvSpPr>
        <dsp:cNvPr id="0" name=""/>
        <dsp:cNvSpPr/>
      </dsp:nvSpPr>
      <dsp:spPr>
        <a:xfrm>
          <a:off x="4496829" y="702047"/>
          <a:ext cx="624635" cy="62463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4637372" y="702047"/>
        <a:ext cx="343549" cy="470038"/>
      </dsp:txXfrm>
    </dsp:sp>
    <dsp:sp modelId="{83E5A566-83DF-42C8-A8D5-5D04F1A5BDE5}">
      <dsp:nvSpPr>
        <dsp:cNvPr id="0" name=""/>
        <dsp:cNvSpPr/>
      </dsp:nvSpPr>
      <dsp:spPr>
        <a:xfrm>
          <a:off x="4879276" y="1796494"/>
          <a:ext cx="624635" cy="62463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5019819" y="1796494"/>
        <a:ext cx="343549" cy="470038"/>
      </dsp:txXfrm>
    </dsp:sp>
    <dsp:sp modelId="{A0B93BB7-2465-4891-95C6-9AC2A507E3B2}">
      <dsp:nvSpPr>
        <dsp:cNvPr id="0" name=""/>
        <dsp:cNvSpPr/>
      </dsp:nvSpPr>
      <dsp:spPr>
        <a:xfrm>
          <a:off x="5261723" y="2874924"/>
          <a:ext cx="624635" cy="624635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5402266" y="2874924"/>
        <a:ext cx="343549" cy="470038"/>
      </dsp:txXfrm>
    </dsp:sp>
    <dsp:sp modelId="{946A4B73-ADB5-421B-8653-98FB19D87B73}">
      <dsp:nvSpPr>
        <dsp:cNvPr id="0" name=""/>
        <dsp:cNvSpPr/>
      </dsp:nvSpPr>
      <dsp:spPr>
        <a:xfrm>
          <a:off x="5644170" y="3980048"/>
          <a:ext cx="624635" cy="62463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5784713" y="3980048"/>
        <a:ext cx="343549" cy="4700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EE8BD-678F-4408-B290-A6E07654CFE7}">
      <dsp:nvSpPr>
        <dsp:cNvPr id="0" name=""/>
        <dsp:cNvSpPr/>
      </dsp:nvSpPr>
      <dsp:spPr>
        <a:xfrm>
          <a:off x="0" y="98981"/>
          <a:ext cx="6651253" cy="2527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I’ve continuously lost dear and loved ones due to </a:t>
          </a:r>
          <a:r>
            <a:rPr lang="en-US" sz="3000" b="1" kern="1200"/>
            <a:t>minor illnesses</a:t>
          </a:r>
          <a:r>
            <a:rPr lang="en-US" sz="3000" kern="1200"/>
            <a:t> — illnesses that could have been healed with just one injection or a simple prescription.</a:t>
          </a:r>
        </a:p>
      </dsp:txBody>
      <dsp:txXfrm>
        <a:off x="123368" y="222349"/>
        <a:ext cx="6404517" cy="2280464"/>
      </dsp:txXfrm>
    </dsp:sp>
    <dsp:sp modelId="{9CA4308F-8B94-4640-B304-8DD9444BABB7}">
      <dsp:nvSpPr>
        <dsp:cNvPr id="0" name=""/>
        <dsp:cNvSpPr/>
      </dsp:nvSpPr>
      <dsp:spPr>
        <a:xfrm>
          <a:off x="0" y="2712582"/>
          <a:ext cx="6651253" cy="2527200"/>
        </a:xfrm>
        <a:prstGeom prst="roundRect">
          <a:avLst/>
        </a:prstGeom>
        <a:solidFill>
          <a:schemeClr val="accent2">
            <a:hueOff val="-7089753"/>
            <a:satOff val="350"/>
            <a:lumOff val="-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That experience, combined with my </a:t>
          </a:r>
          <a:r>
            <a:rPr lang="en-US" sz="3000" b="1" kern="1200"/>
            <a:t>deep passion for medicine</a:t>
          </a:r>
          <a:r>
            <a:rPr lang="en-US" sz="3000" kern="1200"/>
            <a:t>, inspired me to pursue this path.</a:t>
          </a:r>
        </a:p>
      </dsp:txBody>
      <dsp:txXfrm>
        <a:off x="123368" y="2835950"/>
        <a:ext cx="6404517" cy="22804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E9D35E-BA11-4820-AECE-336D3675AE1C}">
      <dsp:nvSpPr>
        <dsp:cNvPr id="0" name=""/>
        <dsp:cNvSpPr/>
      </dsp:nvSpPr>
      <dsp:spPr>
        <a:xfrm>
          <a:off x="1283" y="412100"/>
          <a:ext cx="4505585" cy="2861046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17692-CFAF-4814-85E9-653B948C1AEC}">
      <dsp:nvSpPr>
        <dsp:cNvPr id="0" name=""/>
        <dsp:cNvSpPr/>
      </dsp:nvSpPr>
      <dsp:spPr>
        <a:xfrm>
          <a:off x="501904" y="887689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 plan to join </a:t>
          </a:r>
          <a:r>
            <a:rPr lang="en-US" sz="2900" b="1" kern="1200"/>
            <a:t>similar programs and volunteer</a:t>
          </a:r>
          <a:r>
            <a:rPr lang="en-US" sz="2900" kern="1200"/>
            <a:t> in fields related to medicine. </a:t>
          </a:r>
        </a:p>
      </dsp:txBody>
      <dsp:txXfrm>
        <a:off x="585701" y="971486"/>
        <a:ext cx="4337991" cy="2693452"/>
      </dsp:txXfrm>
    </dsp:sp>
    <dsp:sp modelId="{36C05638-6823-43FB-9B72-615D2E497166}">
      <dsp:nvSpPr>
        <dsp:cNvPr id="0" name=""/>
        <dsp:cNvSpPr/>
      </dsp:nvSpPr>
      <dsp:spPr>
        <a:xfrm>
          <a:off x="5508110" y="412100"/>
          <a:ext cx="4505585" cy="2861046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EAD172-4892-4B51-95A0-14E3F8265678}">
      <dsp:nvSpPr>
        <dsp:cNvPr id="0" name=""/>
        <dsp:cNvSpPr/>
      </dsp:nvSpPr>
      <dsp:spPr>
        <a:xfrm>
          <a:off x="6008730" y="887689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 want to make sure I'm </a:t>
          </a:r>
          <a:r>
            <a:rPr lang="en-US" sz="2900" b="1" kern="1200"/>
            <a:t>mentally prepared</a:t>
          </a:r>
          <a:r>
            <a:rPr lang="en-US" sz="2900" kern="1200"/>
            <a:t> and </a:t>
          </a:r>
          <a:r>
            <a:rPr lang="en-US" sz="2900" b="1" kern="1200"/>
            <a:t>practically equipped</a:t>
          </a:r>
          <a:r>
            <a:rPr lang="en-US" sz="2900" kern="1200"/>
            <a:t> for university and my future career.</a:t>
          </a:r>
        </a:p>
      </dsp:txBody>
      <dsp:txXfrm>
        <a:off x="6092527" y="971486"/>
        <a:ext cx="4337991" cy="26934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767779-CD11-4F6F-A82B-669E032E4DCA}">
      <dsp:nvSpPr>
        <dsp:cNvPr id="0" name=""/>
        <dsp:cNvSpPr/>
      </dsp:nvSpPr>
      <dsp:spPr>
        <a:xfrm>
          <a:off x="1283" y="412100"/>
          <a:ext cx="4505585" cy="286104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B20E4C-ECA4-4AFD-AA78-5C773508B05C}">
      <dsp:nvSpPr>
        <dsp:cNvPr id="0" name=""/>
        <dsp:cNvSpPr/>
      </dsp:nvSpPr>
      <dsp:spPr>
        <a:xfrm>
          <a:off x="501904" y="887689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 aim to open a </a:t>
          </a:r>
          <a:r>
            <a:rPr lang="en-US" sz="2900" b="1" kern="1200"/>
            <a:t>health institution</a:t>
          </a:r>
          <a:r>
            <a:rPr lang="en-US" sz="2900" kern="1200"/>
            <a:t> where people from </a:t>
          </a:r>
          <a:r>
            <a:rPr lang="en-US" sz="2900" b="1" kern="1200"/>
            <a:t>all economic backgrounds</a:t>
          </a:r>
          <a:r>
            <a:rPr lang="en-US" sz="2900" kern="1200"/>
            <a:t> can receive treatment </a:t>
          </a:r>
        </a:p>
      </dsp:txBody>
      <dsp:txXfrm>
        <a:off x="585701" y="971486"/>
        <a:ext cx="4337991" cy="2693452"/>
      </dsp:txXfrm>
    </dsp:sp>
    <dsp:sp modelId="{FF8EA3BD-EFA9-4895-BC42-8FF6A145DCFD}">
      <dsp:nvSpPr>
        <dsp:cNvPr id="0" name=""/>
        <dsp:cNvSpPr/>
      </dsp:nvSpPr>
      <dsp:spPr>
        <a:xfrm>
          <a:off x="5508110" y="412100"/>
          <a:ext cx="4505585" cy="286104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93CA9-F4C7-4C14-ACF6-86F1E912AEA1}">
      <dsp:nvSpPr>
        <dsp:cNvPr id="0" name=""/>
        <dsp:cNvSpPr/>
      </dsp:nvSpPr>
      <dsp:spPr>
        <a:xfrm>
          <a:off x="6008730" y="887689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Save lives from diseases that can be cured early.</a:t>
          </a:r>
        </a:p>
      </dsp:txBody>
      <dsp:txXfrm>
        <a:off x="6092527" y="971486"/>
        <a:ext cx="4337991" cy="2693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552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837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825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1371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7730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851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2019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223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997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426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300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4803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210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9" r:id="rId12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 descr="Top view of emergency medical kit on a dark wood">
            <a:extLst>
              <a:ext uri="{FF2B5EF4-FFF2-40B4-BE49-F238E27FC236}">
                <a16:creationId xmlns:a16="http://schemas.microsoft.com/office/drawing/2014/main" id="{874FDCB2-3002-9B02-188C-9C9D396798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92" name="Rectangle 91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50000">
                <a:schemeClr val="tx1">
                  <a:alpha val="35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3466" y="643467"/>
            <a:ext cx="10905059" cy="333035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4400" i="1" dirty="0">
                <a:solidFill>
                  <a:schemeClr val="bg1"/>
                </a:solidFill>
                <a:ea typeface="+mj-lt"/>
                <a:cs typeface="+mj-lt"/>
              </a:rPr>
              <a:t>My Journey in Medicine Basics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466" y="4133135"/>
            <a:ext cx="10902016" cy="14545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For stable and skillful experience in the near future</a:t>
            </a:r>
            <a:endParaRPr lang="en-US" sz="1800">
              <a:solidFill>
                <a:schemeClr val="bg1"/>
              </a:solidFill>
            </a:endParaRP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4E5597F-CE67-4085-9548-E6A8036DA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393881" y="4035362"/>
            <a:ext cx="5404237" cy="0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070" y="1780058"/>
            <a:ext cx="3781618" cy="289914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DFA32-66F5-FB25-2795-5F8738510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2620477"/>
            <a:ext cx="3010737" cy="1497475"/>
          </a:xfrm>
        </p:spPr>
        <p:txBody>
          <a:bodyPr>
            <a:normAutofit/>
          </a:bodyPr>
          <a:lstStyle/>
          <a:p>
            <a:r>
              <a:rPr lang="en-US" sz="2800" i="0">
                <a:ea typeface="+mj-lt"/>
                <a:cs typeface="+mj-lt"/>
              </a:rPr>
              <a:t>Contents</a:t>
            </a:r>
            <a:endParaRPr lang="en-US" sz="280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94ACF4C2-5F1B-CE45-C6B9-7B3474B03A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1283432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55442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17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62DCE-E226-51A0-8420-CC34C5902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pPr marL="742950" indent="-742950">
              <a:buAutoNum type="arabicPeriod"/>
            </a:pPr>
            <a:r>
              <a:rPr lang="en-US" i="0">
                <a:ea typeface="+mj-lt"/>
                <a:cs typeface="+mj-lt"/>
              </a:rPr>
              <a:t>About Me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2769C-D269-8E1E-BD32-D4A1ED8B1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4263841" cy="35535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My name is </a:t>
            </a:r>
            <a:r>
              <a:rPr lang="en-US" sz="2000" b="1">
                <a:ea typeface="+mn-lt"/>
                <a:cs typeface="+mn-lt"/>
              </a:rPr>
              <a:t>Maria Abdulshikur</a:t>
            </a:r>
            <a:r>
              <a:rPr lang="en-US" sz="2000">
                <a:ea typeface="+mn-lt"/>
                <a:cs typeface="+mn-lt"/>
              </a:rPr>
              <a:t>, an 11th grade student at </a:t>
            </a:r>
            <a:r>
              <a:rPr lang="en-US" sz="2000" b="1">
                <a:ea typeface="+mn-lt"/>
                <a:cs typeface="+mn-lt"/>
              </a:rPr>
              <a:t>Lebawi International Academy</a:t>
            </a:r>
            <a:r>
              <a:rPr lang="en-US" sz="2000">
                <a:ea typeface="+mn-lt"/>
                <a:cs typeface="+mn-lt"/>
              </a:rPr>
              <a:t>.</a:t>
            </a:r>
          </a:p>
          <a:p>
            <a:r>
              <a:rPr lang="en-US" sz="2000">
                <a:ea typeface="+mn-lt"/>
                <a:cs typeface="+mn-lt"/>
              </a:rPr>
              <a:t>I aspire to become a </a:t>
            </a:r>
            <a:r>
              <a:rPr lang="en-US" sz="2000" b="1">
                <a:ea typeface="+mn-lt"/>
                <a:cs typeface="+mn-lt"/>
              </a:rPr>
              <a:t>general surgeon</a:t>
            </a:r>
            <a:r>
              <a:rPr lang="en-US" sz="2000">
                <a:ea typeface="+mn-lt"/>
                <a:cs typeface="+mn-lt"/>
              </a:rPr>
              <a:t> in the near future.</a:t>
            </a:r>
            <a:endParaRPr lang="en-US" sz="2000"/>
          </a:p>
        </p:txBody>
      </p:sp>
      <p:pic>
        <p:nvPicPr>
          <p:cNvPr id="5" name="Picture 4" descr="General Surgery | DHR Health | Edinburg ...">
            <a:extLst>
              <a:ext uri="{FF2B5EF4-FFF2-40B4-BE49-F238E27FC236}">
                <a16:creationId xmlns:a16="http://schemas.microsoft.com/office/drawing/2014/main" id="{682122F1-710A-36D7-7DE1-75BC79A47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86" y="1222875"/>
            <a:ext cx="4747547" cy="444059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700222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070" y="1780058"/>
            <a:ext cx="3781618" cy="289914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955355-7AC2-419E-C2AF-C34AF563F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2620477"/>
            <a:ext cx="3010737" cy="1497475"/>
          </a:xfrm>
        </p:spPr>
        <p:txBody>
          <a:bodyPr>
            <a:normAutofit/>
          </a:bodyPr>
          <a:lstStyle/>
          <a:p>
            <a:r>
              <a:rPr lang="en-US" sz="2800" i="0">
                <a:ea typeface="+mj-lt"/>
                <a:cs typeface="+mj-lt"/>
              </a:rPr>
              <a:t>2. Inspiration to Become a Doctor</a:t>
            </a:r>
            <a:endParaRPr lang="en-US" sz="2800"/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3FC7F2F5-EFC3-2A9B-2439-8BB09A078F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3977428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71566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24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720C8A5-6B45-4E4F-BA80-8A14A9F5B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C89ECBDA-51E6-4484-8F25-E777102F7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A2AEA56-4902-4CC1-A43B-1AC27C88C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6749" y="720952"/>
            <a:ext cx="6959544" cy="5545704"/>
          </a:xfrm>
          <a:custGeom>
            <a:avLst/>
            <a:gdLst>
              <a:gd name="connsiteX0" fmla="*/ 839883 w 5283866"/>
              <a:gd name="connsiteY0" fmla="*/ 18 h 4210442"/>
              <a:gd name="connsiteX1" fmla="*/ 875727 w 5283866"/>
              <a:gd name="connsiteY1" fmla="*/ 6050 h 4210442"/>
              <a:gd name="connsiteX2" fmla="*/ 1624617 w 5283866"/>
              <a:gd name="connsiteY2" fmla="*/ 99799 h 4210442"/>
              <a:gd name="connsiteX3" fmla="*/ 2328012 w 5283866"/>
              <a:gd name="connsiteY3" fmla="*/ 148051 h 4210442"/>
              <a:gd name="connsiteX4" fmla="*/ 3177820 w 5283866"/>
              <a:gd name="connsiteY4" fmla="*/ 228566 h 4210442"/>
              <a:gd name="connsiteX5" fmla="*/ 3770646 w 5283866"/>
              <a:gd name="connsiteY5" fmla="*/ 252831 h 4210442"/>
              <a:gd name="connsiteX6" fmla="*/ 3800149 w 5283866"/>
              <a:gd name="connsiteY6" fmla="*/ 251727 h 4210442"/>
              <a:gd name="connsiteX7" fmla="*/ 4102076 w 5283866"/>
              <a:gd name="connsiteY7" fmla="*/ 288400 h 4210442"/>
              <a:gd name="connsiteX8" fmla="*/ 3904377 w 5283866"/>
              <a:gd name="connsiteY8" fmla="*/ 446120 h 4210442"/>
              <a:gd name="connsiteX9" fmla="*/ 4188933 w 5283866"/>
              <a:gd name="connsiteY9" fmla="*/ 520843 h 4210442"/>
              <a:gd name="connsiteX10" fmla="*/ 4465492 w 5283866"/>
              <a:gd name="connsiteY10" fmla="*/ 626449 h 4210442"/>
              <a:gd name="connsiteX11" fmla="*/ 4517606 w 5283866"/>
              <a:gd name="connsiteY11" fmla="*/ 670015 h 4210442"/>
              <a:gd name="connsiteX12" fmla="*/ 4948576 w 5283866"/>
              <a:gd name="connsiteY12" fmla="*/ 954847 h 4210442"/>
              <a:gd name="connsiteX13" fmla="*/ 4866132 w 5283866"/>
              <a:gd name="connsiteY13" fmla="*/ 1015233 h 4210442"/>
              <a:gd name="connsiteX14" fmla="*/ 5019164 w 5283866"/>
              <a:gd name="connsiteY14" fmla="*/ 1087474 h 4210442"/>
              <a:gd name="connsiteX15" fmla="*/ 5053630 w 5283866"/>
              <a:gd name="connsiteY15" fmla="*/ 1117806 h 4210442"/>
              <a:gd name="connsiteX16" fmla="*/ 5024404 w 5283866"/>
              <a:gd name="connsiteY16" fmla="*/ 1154202 h 4210442"/>
              <a:gd name="connsiteX17" fmla="*/ 4960984 w 5283866"/>
              <a:gd name="connsiteY17" fmla="*/ 1179569 h 4210442"/>
              <a:gd name="connsiteX18" fmla="*/ 4876887 w 5283866"/>
              <a:gd name="connsiteY18" fmla="*/ 1243814 h 4210442"/>
              <a:gd name="connsiteX19" fmla="*/ 4880195 w 5283866"/>
              <a:gd name="connsiteY19" fmla="*/ 1293998 h 4210442"/>
              <a:gd name="connsiteX20" fmla="*/ 4930104 w 5283866"/>
              <a:gd name="connsiteY20" fmla="*/ 1384991 h 4210442"/>
              <a:gd name="connsiteX21" fmla="*/ 4855103 w 5283866"/>
              <a:gd name="connsiteY21" fmla="*/ 1480119 h 4210442"/>
              <a:gd name="connsiteX22" fmla="*/ 4816500 w 5283866"/>
              <a:gd name="connsiteY22" fmla="*/ 1508242 h 4210442"/>
              <a:gd name="connsiteX23" fmla="*/ 4890949 w 5283866"/>
              <a:gd name="connsiteY23" fmla="*/ 1517893 h 4210442"/>
              <a:gd name="connsiteX24" fmla="*/ 4916868 w 5283866"/>
              <a:gd name="connsiteY24" fmla="*/ 1557599 h 4210442"/>
              <a:gd name="connsiteX25" fmla="*/ 4928448 w 5283866"/>
              <a:gd name="connsiteY25" fmla="*/ 1577453 h 4210442"/>
              <a:gd name="connsiteX26" fmla="*/ 4998760 w 5283866"/>
              <a:gd name="connsiteY26" fmla="*/ 1701809 h 4210442"/>
              <a:gd name="connsiteX27" fmla="*/ 4986903 w 5283866"/>
              <a:gd name="connsiteY27" fmla="*/ 1736550 h 4210442"/>
              <a:gd name="connsiteX28" fmla="*/ 4869716 w 5283866"/>
              <a:gd name="connsiteY28" fmla="*/ 1904472 h 4210442"/>
              <a:gd name="connsiteX29" fmla="*/ 4994348 w 5283866"/>
              <a:gd name="connsiteY29" fmla="*/ 1951346 h 4210442"/>
              <a:gd name="connsiteX30" fmla="*/ 5001792 w 5283866"/>
              <a:gd name="connsiteY30" fmla="*/ 2030756 h 4210442"/>
              <a:gd name="connsiteX31" fmla="*/ 5065212 w 5283866"/>
              <a:gd name="connsiteY31" fmla="*/ 2119543 h 4210442"/>
              <a:gd name="connsiteX32" fmla="*/ 5204732 w 5283866"/>
              <a:gd name="connsiteY32" fmla="*/ 2244450 h 4210442"/>
              <a:gd name="connsiteX33" fmla="*/ 5283866 w 5283866"/>
              <a:gd name="connsiteY33" fmla="*/ 2328272 h 4210442"/>
              <a:gd name="connsiteX34" fmla="*/ 5147380 w 5283866"/>
              <a:gd name="connsiteY34" fmla="*/ 2350606 h 4210442"/>
              <a:gd name="connsiteX35" fmla="*/ 5126148 w 5283866"/>
              <a:gd name="connsiteY35" fmla="*/ 2363566 h 4210442"/>
              <a:gd name="connsiteX36" fmla="*/ 5142417 w 5283866"/>
              <a:gd name="connsiteY36" fmla="*/ 2407682 h 4210442"/>
              <a:gd name="connsiteX37" fmla="*/ 5164200 w 5283866"/>
              <a:gd name="connsiteY37" fmla="*/ 2451526 h 4210442"/>
              <a:gd name="connsiteX38" fmla="*/ 5149034 w 5283866"/>
              <a:gd name="connsiteY38" fmla="*/ 2485992 h 4210442"/>
              <a:gd name="connsiteX39" fmla="*/ 5042601 w 5283866"/>
              <a:gd name="connsiteY39" fmla="*/ 2635164 h 4210442"/>
              <a:gd name="connsiteX40" fmla="*/ 4955194 w 5283866"/>
              <a:gd name="connsiteY40" fmla="*/ 2694445 h 4210442"/>
              <a:gd name="connsiteX41" fmla="*/ 4756116 w 5283866"/>
              <a:gd name="connsiteY41" fmla="*/ 2963836 h 4210442"/>
              <a:gd name="connsiteX42" fmla="*/ 4693523 w 5283866"/>
              <a:gd name="connsiteY42" fmla="*/ 3051244 h 4210442"/>
              <a:gd name="connsiteX43" fmla="*/ 4739848 w 5283866"/>
              <a:gd name="connsiteY43" fmla="*/ 3082125 h 4210442"/>
              <a:gd name="connsiteX44" fmla="*/ 4651060 w 5283866"/>
              <a:gd name="connsiteY44" fmla="*/ 3173670 h 4210442"/>
              <a:gd name="connsiteX45" fmla="*/ 4546556 w 5283866"/>
              <a:gd name="connsiteY45" fmla="*/ 3275413 h 4210442"/>
              <a:gd name="connsiteX46" fmla="*/ 4519261 w 5283866"/>
              <a:gd name="connsiteY46" fmla="*/ 3302437 h 4210442"/>
              <a:gd name="connsiteX47" fmla="*/ 2364961 w 5283866"/>
              <a:gd name="connsiteY47" fmla="*/ 4209597 h 4210442"/>
              <a:gd name="connsiteX48" fmla="*/ 1796951 w 5283866"/>
              <a:gd name="connsiteY48" fmla="*/ 4075867 h 4210442"/>
              <a:gd name="connsiteX49" fmla="*/ 1572227 w 5283866"/>
              <a:gd name="connsiteY49" fmla="*/ 3971917 h 4210442"/>
              <a:gd name="connsiteX50" fmla="*/ 1284364 w 5283866"/>
              <a:gd name="connsiteY50" fmla="*/ 3805097 h 4210442"/>
              <a:gd name="connsiteX51" fmla="*/ 976645 w 5283866"/>
              <a:gd name="connsiteY51" fmla="*/ 3670815 h 4210442"/>
              <a:gd name="connsiteX52" fmla="*/ 871866 w 5283866"/>
              <a:gd name="connsiteY52" fmla="*/ 3547839 h 4210442"/>
              <a:gd name="connsiteX53" fmla="*/ 835195 w 5283866"/>
              <a:gd name="connsiteY53" fmla="*/ 3513373 h 4210442"/>
              <a:gd name="connsiteX54" fmla="*/ 743375 w 5283866"/>
              <a:gd name="connsiteY54" fmla="*/ 3468427 h 4210442"/>
              <a:gd name="connsiteX55" fmla="*/ 583175 w 5283866"/>
              <a:gd name="connsiteY55" fmla="*/ 3371370 h 4210442"/>
              <a:gd name="connsiteX56" fmla="*/ 641906 w 5283866"/>
              <a:gd name="connsiteY56" fmla="*/ 3349311 h 4210442"/>
              <a:gd name="connsiteX57" fmla="*/ 810930 w 5283866"/>
              <a:gd name="connsiteY57" fmla="*/ 3408042 h 4210442"/>
              <a:gd name="connsiteX58" fmla="*/ 933908 w 5283866"/>
              <a:gd name="connsiteY58" fmla="*/ 3423758 h 4210442"/>
              <a:gd name="connsiteX59" fmla="*/ 760747 w 5283866"/>
              <a:gd name="connsiteY59" fmla="*/ 3321187 h 4210442"/>
              <a:gd name="connsiteX60" fmla="*/ 593101 w 5283866"/>
              <a:gd name="connsiteY60" fmla="*/ 3187731 h 4210442"/>
              <a:gd name="connsiteX61" fmla="*/ 722419 w 5283866"/>
              <a:gd name="connsiteY61" fmla="*/ 3213374 h 4210442"/>
              <a:gd name="connsiteX62" fmla="*/ 727934 w 5283866"/>
              <a:gd name="connsiteY62" fmla="*/ 3195451 h 4210442"/>
              <a:gd name="connsiteX63" fmla="*/ 615987 w 5283866"/>
              <a:gd name="connsiteY63" fmla="*/ 3036630 h 4210442"/>
              <a:gd name="connsiteX64" fmla="*/ 560564 w 5283866"/>
              <a:gd name="connsiteY64" fmla="*/ 2972660 h 4210442"/>
              <a:gd name="connsiteX65" fmla="*/ 311302 w 5283866"/>
              <a:gd name="connsiteY65" fmla="*/ 2779924 h 4210442"/>
              <a:gd name="connsiteX66" fmla="*/ 547882 w 5283866"/>
              <a:gd name="connsiteY66" fmla="*/ 2865952 h 4210442"/>
              <a:gd name="connsiteX67" fmla="*/ 303582 w 5283866"/>
              <a:gd name="connsiteY67" fmla="*/ 2678453 h 4210442"/>
              <a:gd name="connsiteX68" fmla="*/ 185016 w 5283866"/>
              <a:gd name="connsiteY68" fmla="*/ 2609244 h 4210442"/>
              <a:gd name="connsiteX69" fmla="*/ 154963 w 5283866"/>
              <a:gd name="connsiteY69" fmla="*/ 2568435 h 4210442"/>
              <a:gd name="connsiteX70" fmla="*/ 207627 w 5283866"/>
              <a:gd name="connsiteY70" fmla="*/ 2559612 h 4210442"/>
              <a:gd name="connsiteX71" fmla="*/ 369207 w 5283866"/>
              <a:gd name="connsiteY71" fmla="*/ 2575330 h 4210442"/>
              <a:gd name="connsiteX72" fmla="*/ 169852 w 5283866"/>
              <a:gd name="connsiteY72" fmla="*/ 2449319 h 4210442"/>
              <a:gd name="connsiteX73" fmla="*/ 319299 w 5283866"/>
              <a:gd name="connsiteY73" fmla="*/ 2468619 h 4210442"/>
              <a:gd name="connsiteX74" fmla="*/ 362313 w 5283866"/>
              <a:gd name="connsiteY74" fmla="*/ 2418988 h 4210442"/>
              <a:gd name="connsiteX75" fmla="*/ 431798 w 5283866"/>
              <a:gd name="connsiteY75" fmla="*/ 2338750 h 4210442"/>
              <a:gd name="connsiteX76" fmla="*/ 479775 w 5283866"/>
              <a:gd name="connsiteY76" fmla="*/ 2294082 h 4210442"/>
              <a:gd name="connsiteX77" fmla="*/ 499903 w 5283866"/>
              <a:gd name="connsiteY77" fmla="*/ 2153458 h 4210442"/>
              <a:gd name="connsiteX78" fmla="*/ 458544 w 5283866"/>
              <a:gd name="connsiteY78" fmla="*/ 1999599 h 4210442"/>
              <a:gd name="connsiteX79" fmla="*/ 346596 w 5283866"/>
              <a:gd name="connsiteY79" fmla="*/ 1921843 h 4210442"/>
              <a:gd name="connsiteX80" fmla="*/ 378857 w 5283866"/>
              <a:gd name="connsiteY80" fmla="*/ 1834435 h 4210442"/>
              <a:gd name="connsiteX81" fmla="*/ 617091 w 5283866"/>
              <a:gd name="connsiteY81" fmla="*/ 1887376 h 4210442"/>
              <a:gd name="connsiteX82" fmla="*/ 260568 w 5283866"/>
              <a:gd name="connsiteY82" fmla="*/ 1679198 h 4210442"/>
              <a:gd name="connsiteX83" fmla="*/ 320402 w 5283866"/>
              <a:gd name="connsiteY83" fmla="*/ 1668720 h 4210442"/>
              <a:gd name="connsiteX84" fmla="*/ 317920 w 5283866"/>
              <a:gd name="connsiteY84" fmla="*/ 1652452 h 4210442"/>
              <a:gd name="connsiteX85" fmla="*/ 321779 w 5283866"/>
              <a:gd name="connsiteY85" fmla="*/ 1552359 h 4210442"/>
              <a:gd name="connsiteX86" fmla="*/ 331707 w 5283866"/>
              <a:gd name="connsiteY86" fmla="*/ 1506313 h 4210442"/>
              <a:gd name="connsiteX87" fmla="*/ 315990 w 5283866"/>
              <a:gd name="connsiteY87" fmla="*/ 1453371 h 4210442"/>
              <a:gd name="connsiteX88" fmla="*/ 583450 w 5283866"/>
              <a:gd name="connsiteY88" fmla="*/ 1474052 h 4210442"/>
              <a:gd name="connsiteX89" fmla="*/ 699809 w 5283866"/>
              <a:gd name="connsiteY89" fmla="*/ 1461919 h 4210442"/>
              <a:gd name="connsiteX90" fmla="*/ 902750 w 5283866"/>
              <a:gd name="connsiteY90" fmla="*/ 1458612 h 4210442"/>
              <a:gd name="connsiteX91" fmla="*/ 996774 w 5283866"/>
              <a:gd name="connsiteY91" fmla="*/ 1468814 h 4210442"/>
              <a:gd name="connsiteX92" fmla="*/ 1077012 w 5283866"/>
              <a:gd name="connsiteY92" fmla="*/ 1455578 h 4210442"/>
              <a:gd name="connsiteX93" fmla="*/ 1000083 w 5283866"/>
              <a:gd name="connsiteY93" fmla="*/ 1393262 h 4210442"/>
              <a:gd name="connsiteX94" fmla="*/ 891720 w 5283866"/>
              <a:gd name="connsiteY94" fmla="*/ 1394089 h 4210442"/>
              <a:gd name="connsiteX95" fmla="*/ 814515 w 5283866"/>
              <a:gd name="connsiteY95" fmla="*/ 1353557 h 4210442"/>
              <a:gd name="connsiteX96" fmla="*/ 740895 w 5283866"/>
              <a:gd name="connsiteY96" fmla="*/ 1280211 h 4210442"/>
              <a:gd name="connsiteX97" fmla="*/ 481154 w 5283866"/>
              <a:gd name="connsiteY97" fmla="*/ 1163301 h 4210442"/>
              <a:gd name="connsiteX98" fmla="*/ 433728 w 5283866"/>
              <a:gd name="connsiteY98" fmla="*/ 1118909 h 4210442"/>
              <a:gd name="connsiteX99" fmla="*/ 1176276 w 5283866"/>
              <a:gd name="connsiteY99" fmla="*/ 1288484 h 4210442"/>
              <a:gd name="connsiteX100" fmla="*/ 946867 w 5283866"/>
              <a:gd name="connsiteY100" fmla="*/ 1217344 h 4210442"/>
              <a:gd name="connsiteX101" fmla="*/ 1102104 w 5283866"/>
              <a:gd name="connsiteY101" fmla="*/ 1230304 h 4210442"/>
              <a:gd name="connsiteX102" fmla="*/ 1188133 w 5283866"/>
              <a:gd name="connsiteY102" fmla="*/ 1182603 h 4210442"/>
              <a:gd name="connsiteX103" fmla="*/ 1187030 w 5283866"/>
              <a:gd name="connsiteY103" fmla="*/ 1169092 h 4210442"/>
              <a:gd name="connsiteX104" fmla="*/ 1123887 w 5283866"/>
              <a:gd name="connsiteY104" fmla="*/ 1124698 h 4210442"/>
              <a:gd name="connsiteX105" fmla="*/ 1086938 w 5283866"/>
              <a:gd name="connsiteY105" fmla="*/ 1096023 h 4210442"/>
              <a:gd name="connsiteX106" fmla="*/ 985744 w 5283866"/>
              <a:gd name="connsiteY106" fmla="*/ 992622 h 4210442"/>
              <a:gd name="connsiteX107" fmla="*/ 1057987 w 5283866"/>
              <a:gd name="connsiteY107" fmla="*/ 981594 h 4210442"/>
              <a:gd name="connsiteX108" fmla="*/ 1084733 w 5283866"/>
              <a:gd name="connsiteY108" fmla="*/ 960086 h 4210442"/>
              <a:gd name="connsiteX109" fmla="*/ 1064605 w 5283866"/>
              <a:gd name="connsiteY109" fmla="*/ 929756 h 4210442"/>
              <a:gd name="connsiteX110" fmla="*/ 840985 w 5283866"/>
              <a:gd name="connsiteY110" fmla="*/ 836558 h 4210442"/>
              <a:gd name="connsiteX111" fmla="*/ 823615 w 5283866"/>
              <a:gd name="connsiteY111" fmla="*/ 764315 h 4210442"/>
              <a:gd name="connsiteX112" fmla="*/ 865526 w 5283866"/>
              <a:gd name="connsiteY112" fmla="*/ 753562 h 4210442"/>
              <a:gd name="connsiteX113" fmla="*/ 914331 w 5283866"/>
              <a:gd name="connsiteY113" fmla="*/ 758525 h 4210442"/>
              <a:gd name="connsiteX114" fmla="*/ 875452 w 5283866"/>
              <a:gd name="connsiteY114" fmla="*/ 701724 h 4210442"/>
              <a:gd name="connsiteX115" fmla="*/ 717181 w 5283866"/>
              <a:gd name="connsiteY115" fmla="*/ 644371 h 4210442"/>
              <a:gd name="connsiteX116" fmla="*/ 755783 w 5283866"/>
              <a:gd name="connsiteY116" fmla="*/ 591707 h 4210442"/>
              <a:gd name="connsiteX117" fmla="*/ 0 w 5283866"/>
              <a:gd name="connsiteY117" fmla="*/ 352370 h 4210442"/>
              <a:gd name="connsiteX118" fmla="*/ 135937 w 5283866"/>
              <a:gd name="connsiteY118" fmla="*/ 349889 h 4210442"/>
              <a:gd name="connsiteX119" fmla="*/ 421595 w 5283866"/>
              <a:gd name="connsiteY119" fmla="*/ 385458 h 4210442"/>
              <a:gd name="connsiteX120" fmla="*/ 564424 w 5283866"/>
              <a:gd name="connsiteY120" fmla="*/ 379393 h 4210442"/>
              <a:gd name="connsiteX121" fmla="*/ 698432 w 5283866"/>
              <a:gd name="connsiteY121" fmla="*/ 398694 h 4210442"/>
              <a:gd name="connsiteX122" fmla="*/ 815067 w 5283866"/>
              <a:gd name="connsiteY122" fmla="*/ 398694 h 4210442"/>
              <a:gd name="connsiteX123" fmla="*/ 705876 w 5283866"/>
              <a:gd name="connsiteY123" fmla="*/ 370568 h 4210442"/>
              <a:gd name="connsiteX124" fmla="*/ 775360 w 5283866"/>
              <a:gd name="connsiteY124" fmla="*/ 345477 h 4210442"/>
              <a:gd name="connsiteX125" fmla="*/ 787493 w 5283866"/>
              <a:gd name="connsiteY125" fmla="*/ 315146 h 4210442"/>
              <a:gd name="connsiteX126" fmla="*/ 819202 w 5283866"/>
              <a:gd name="connsiteY126" fmla="*/ 291709 h 4210442"/>
              <a:gd name="connsiteX127" fmla="*/ 998705 w 5283866"/>
              <a:gd name="connsiteY127" fmla="*/ 303291 h 4210442"/>
              <a:gd name="connsiteX128" fmla="*/ 880139 w 5283866"/>
              <a:gd name="connsiteY128" fmla="*/ 206783 h 4210442"/>
              <a:gd name="connsiteX129" fmla="*/ 804037 w 5283866"/>
              <a:gd name="connsiteY129" fmla="*/ 190790 h 4210442"/>
              <a:gd name="connsiteX130" fmla="*/ 786666 w 5283866"/>
              <a:gd name="connsiteY130" fmla="*/ 149707 h 4210442"/>
              <a:gd name="connsiteX131" fmla="*/ 821960 w 5283866"/>
              <a:gd name="connsiteY131" fmla="*/ 140884 h 4210442"/>
              <a:gd name="connsiteX132" fmla="*/ 997325 w 5283866"/>
              <a:gd name="connsiteY132" fmla="*/ 174800 h 4210442"/>
              <a:gd name="connsiteX133" fmla="*/ 1026829 w 5283866"/>
              <a:gd name="connsiteY133" fmla="*/ 161287 h 4210442"/>
              <a:gd name="connsiteX134" fmla="*/ 696777 w 5283866"/>
              <a:gd name="connsiteY134" fmla="*/ 73604 h 4210442"/>
              <a:gd name="connsiteX135" fmla="*/ 701741 w 5283866"/>
              <a:gd name="connsiteY135" fmla="*/ 50444 h 4210442"/>
              <a:gd name="connsiteX136" fmla="*/ 992362 w 5283866"/>
              <a:gd name="connsiteY136" fmla="*/ 86289 h 4210442"/>
              <a:gd name="connsiteX137" fmla="*/ 806519 w 5283866"/>
              <a:gd name="connsiteY137" fmla="*/ 18183 h 4210442"/>
              <a:gd name="connsiteX138" fmla="*/ 839883 w 5283866"/>
              <a:gd name="connsiteY138" fmla="*/ 18 h 4210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5283866" h="4210442">
                <a:moveTo>
                  <a:pt x="839883" y="18"/>
                </a:moveTo>
                <a:cubicBezTo>
                  <a:pt x="851945" y="328"/>
                  <a:pt x="864423" y="4671"/>
                  <a:pt x="875727" y="6050"/>
                </a:cubicBezTo>
                <a:cubicBezTo>
                  <a:pt x="1125267" y="36932"/>
                  <a:pt x="1374804" y="70296"/>
                  <a:pt x="1624617" y="99799"/>
                </a:cubicBezTo>
                <a:cubicBezTo>
                  <a:pt x="1858164" y="127373"/>
                  <a:pt x="2093363" y="133714"/>
                  <a:pt x="2328012" y="148051"/>
                </a:cubicBezTo>
                <a:cubicBezTo>
                  <a:pt x="2612016" y="165424"/>
                  <a:pt x="2895470" y="189965"/>
                  <a:pt x="3177820" y="228566"/>
                </a:cubicBezTo>
                <a:cubicBezTo>
                  <a:pt x="3373866" y="255590"/>
                  <a:pt x="3571843" y="274338"/>
                  <a:pt x="3770646" y="252831"/>
                </a:cubicBezTo>
                <a:cubicBezTo>
                  <a:pt x="3780572" y="251727"/>
                  <a:pt x="3791878" y="248144"/>
                  <a:pt x="3800149" y="251727"/>
                </a:cubicBezTo>
                <a:cubicBezTo>
                  <a:pt x="3896658" y="291986"/>
                  <a:pt x="4001986" y="263033"/>
                  <a:pt x="4102076" y="288400"/>
                </a:cubicBezTo>
                <a:cubicBezTo>
                  <a:pt x="4076434" y="386286"/>
                  <a:pt x="3966416" y="378289"/>
                  <a:pt x="3904377" y="446120"/>
                </a:cubicBezTo>
                <a:cubicBezTo>
                  <a:pt x="4005570" y="473141"/>
                  <a:pt x="4096562" y="500439"/>
                  <a:pt x="4188933" y="520843"/>
                </a:cubicBezTo>
                <a:cubicBezTo>
                  <a:pt x="4286818" y="542350"/>
                  <a:pt x="4369813" y="600531"/>
                  <a:pt x="4465492" y="626449"/>
                </a:cubicBezTo>
                <a:cubicBezTo>
                  <a:pt x="4485897" y="631964"/>
                  <a:pt x="4510437" y="651264"/>
                  <a:pt x="4517606" y="670015"/>
                </a:cubicBezTo>
                <a:cubicBezTo>
                  <a:pt x="4540768" y="730677"/>
                  <a:pt x="5003171" y="900804"/>
                  <a:pt x="4948576" y="954847"/>
                </a:cubicBezTo>
                <a:cubicBezTo>
                  <a:pt x="4925966" y="977182"/>
                  <a:pt x="4896738" y="993174"/>
                  <a:pt x="4866132" y="1015233"/>
                </a:cubicBezTo>
                <a:cubicBezTo>
                  <a:pt x="4912180" y="1056869"/>
                  <a:pt x="4964017" y="1075067"/>
                  <a:pt x="5019164" y="1087474"/>
                </a:cubicBezTo>
                <a:cubicBezTo>
                  <a:pt x="5035708" y="1091335"/>
                  <a:pt x="5051977" y="1099055"/>
                  <a:pt x="5053630" y="1117806"/>
                </a:cubicBezTo>
                <a:cubicBezTo>
                  <a:pt x="5055284" y="1137382"/>
                  <a:pt x="5038464" y="1145101"/>
                  <a:pt x="5024404" y="1154202"/>
                </a:cubicBezTo>
                <a:cubicBezTo>
                  <a:pt x="5004826" y="1166885"/>
                  <a:pt x="4985800" y="1177916"/>
                  <a:pt x="4960984" y="1179569"/>
                </a:cubicBezTo>
                <a:cubicBezTo>
                  <a:pt x="4920176" y="1182051"/>
                  <a:pt x="4900600" y="1217344"/>
                  <a:pt x="4876887" y="1243814"/>
                </a:cubicBezTo>
                <a:cubicBezTo>
                  <a:pt x="4863652" y="1258705"/>
                  <a:pt x="4857034" y="1288759"/>
                  <a:pt x="4880195" y="1293998"/>
                </a:cubicBezTo>
                <a:cubicBezTo>
                  <a:pt x="4935892" y="1306682"/>
                  <a:pt x="4931480" y="1343355"/>
                  <a:pt x="4930104" y="1384991"/>
                </a:cubicBezTo>
                <a:cubicBezTo>
                  <a:pt x="4928173" y="1436553"/>
                  <a:pt x="4895360" y="1460265"/>
                  <a:pt x="4855103" y="1480119"/>
                </a:cubicBezTo>
                <a:cubicBezTo>
                  <a:pt x="4841316" y="1487011"/>
                  <a:pt x="4821740" y="1486735"/>
                  <a:pt x="4816500" y="1508242"/>
                </a:cubicBezTo>
                <a:cubicBezTo>
                  <a:pt x="4839110" y="1528648"/>
                  <a:pt x="4866684" y="1512103"/>
                  <a:pt x="4890949" y="1517893"/>
                </a:cubicBezTo>
                <a:cubicBezTo>
                  <a:pt x="4911077" y="1522581"/>
                  <a:pt x="4944441" y="1520100"/>
                  <a:pt x="4916868" y="1557599"/>
                </a:cubicBezTo>
                <a:cubicBezTo>
                  <a:pt x="4908870" y="1568352"/>
                  <a:pt x="4918245" y="1576625"/>
                  <a:pt x="4928448" y="1577453"/>
                </a:cubicBezTo>
                <a:cubicBezTo>
                  <a:pt x="5010066" y="1586000"/>
                  <a:pt x="4972566" y="1661827"/>
                  <a:pt x="4998760" y="1701809"/>
                </a:cubicBezTo>
                <a:cubicBezTo>
                  <a:pt x="5005928" y="1712836"/>
                  <a:pt x="4998208" y="1731862"/>
                  <a:pt x="4986903" y="1736550"/>
                </a:cubicBezTo>
                <a:cubicBezTo>
                  <a:pt x="4914660" y="1767432"/>
                  <a:pt x="4904735" y="1841053"/>
                  <a:pt x="4869716" y="1904472"/>
                </a:cubicBezTo>
                <a:cubicBezTo>
                  <a:pt x="4907768" y="1929562"/>
                  <a:pt x="4953264" y="1935077"/>
                  <a:pt x="4994348" y="1951346"/>
                </a:cubicBezTo>
                <a:cubicBezTo>
                  <a:pt x="5037087" y="1968441"/>
                  <a:pt x="5037087" y="1981125"/>
                  <a:pt x="5001792" y="2030756"/>
                </a:cubicBezTo>
                <a:cubicBezTo>
                  <a:pt x="5093611" y="2041511"/>
                  <a:pt x="5093611" y="2041511"/>
                  <a:pt x="5065212" y="2119543"/>
                </a:cubicBezTo>
                <a:cubicBezTo>
                  <a:pt x="5142142" y="2126712"/>
                  <a:pt x="5192876" y="2163660"/>
                  <a:pt x="5204732" y="2244450"/>
                </a:cubicBezTo>
                <a:cubicBezTo>
                  <a:pt x="5210523" y="2283604"/>
                  <a:pt x="5245265" y="2302077"/>
                  <a:pt x="5283866" y="2328272"/>
                </a:cubicBezTo>
                <a:cubicBezTo>
                  <a:pt x="5235890" y="2353641"/>
                  <a:pt x="5203354" y="2406580"/>
                  <a:pt x="5147380" y="2350606"/>
                </a:cubicBezTo>
                <a:cubicBezTo>
                  <a:pt x="5126976" y="2330203"/>
                  <a:pt x="5128904" y="2356121"/>
                  <a:pt x="5126148" y="2363566"/>
                </a:cubicBezTo>
                <a:cubicBezTo>
                  <a:pt x="5119532" y="2381764"/>
                  <a:pt x="5133316" y="2393897"/>
                  <a:pt x="5142417" y="2407682"/>
                </a:cubicBezTo>
                <a:cubicBezTo>
                  <a:pt x="5151240" y="2421470"/>
                  <a:pt x="5161718" y="2436083"/>
                  <a:pt x="5164200" y="2451526"/>
                </a:cubicBezTo>
                <a:cubicBezTo>
                  <a:pt x="5165852" y="2462279"/>
                  <a:pt x="5157858" y="2477994"/>
                  <a:pt x="5149034" y="2485992"/>
                </a:cubicBezTo>
                <a:cubicBezTo>
                  <a:pt x="5102710" y="2528178"/>
                  <a:pt x="5130284" y="2623031"/>
                  <a:pt x="5042601" y="2635164"/>
                </a:cubicBezTo>
                <a:cubicBezTo>
                  <a:pt x="5003171" y="2640677"/>
                  <a:pt x="4984146" y="2675420"/>
                  <a:pt x="4955194" y="2694445"/>
                </a:cubicBezTo>
                <a:cubicBezTo>
                  <a:pt x="4854552" y="2760897"/>
                  <a:pt x="4787272" y="2846375"/>
                  <a:pt x="4756116" y="2963836"/>
                </a:cubicBezTo>
                <a:cubicBezTo>
                  <a:pt x="4747568" y="2996372"/>
                  <a:pt x="4714754" y="3022569"/>
                  <a:pt x="4693523" y="3051244"/>
                </a:cubicBezTo>
                <a:cubicBezTo>
                  <a:pt x="4703726" y="3072199"/>
                  <a:pt x="4759424" y="3026979"/>
                  <a:pt x="4739848" y="3082125"/>
                </a:cubicBezTo>
                <a:cubicBezTo>
                  <a:pt x="4724958" y="3123486"/>
                  <a:pt x="4686906" y="3149129"/>
                  <a:pt x="4651060" y="3173670"/>
                </a:cubicBezTo>
                <a:cubicBezTo>
                  <a:pt x="4610252" y="3201518"/>
                  <a:pt x="4565032" y="3223852"/>
                  <a:pt x="4546556" y="3275413"/>
                </a:cubicBezTo>
                <a:cubicBezTo>
                  <a:pt x="4542697" y="3286444"/>
                  <a:pt x="4530288" y="3298024"/>
                  <a:pt x="4519261" y="3302437"/>
                </a:cubicBezTo>
                <a:cubicBezTo>
                  <a:pt x="3944081" y="4209875"/>
                  <a:pt x="2528194" y="4215939"/>
                  <a:pt x="2364961" y="4209597"/>
                </a:cubicBezTo>
                <a:cubicBezTo>
                  <a:pt x="2167260" y="4201602"/>
                  <a:pt x="1980313" y="4145627"/>
                  <a:pt x="1796951" y="4075867"/>
                </a:cubicBezTo>
                <a:cubicBezTo>
                  <a:pt x="1719469" y="4046365"/>
                  <a:pt x="1647505" y="4004453"/>
                  <a:pt x="1572227" y="3971917"/>
                </a:cubicBezTo>
                <a:cubicBezTo>
                  <a:pt x="1468277" y="3926971"/>
                  <a:pt x="1388040" y="3841219"/>
                  <a:pt x="1284364" y="3805097"/>
                </a:cubicBezTo>
                <a:cubicBezTo>
                  <a:pt x="1177655" y="3767873"/>
                  <a:pt x="1086388" y="3699767"/>
                  <a:pt x="976645" y="3670815"/>
                </a:cubicBezTo>
                <a:cubicBezTo>
                  <a:pt x="918742" y="3655375"/>
                  <a:pt x="862768" y="3627527"/>
                  <a:pt x="871866" y="3547839"/>
                </a:cubicBezTo>
                <a:cubicBezTo>
                  <a:pt x="874349" y="3525228"/>
                  <a:pt x="859184" y="3506755"/>
                  <a:pt x="835195" y="3513373"/>
                </a:cubicBezTo>
                <a:cubicBezTo>
                  <a:pt x="789424" y="3525780"/>
                  <a:pt x="768744" y="3492967"/>
                  <a:pt x="743375" y="3468427"/>
                </a:cubicBezTo>
                <a:cubicBezTo>
                  <a:pt x="698156" y="3424863"/>
                  <a:pt x="655142" y="3378540"/>
                  <a:pt x="583175" y="3371370"/>
                </a:cubicBezTo>
                <a:cubicBezTo>
                  <a:pt x="596961" y="3337178"/>
                  <a:pt x="620399" y="3342142"/>
                  <a:pt x="641906" y="3349311"/>
                </a:cubicBezTo>
                <a:cubicBezTo>
                  <a:pt x="698432" y="3368062"/>
                  <a:pt x="754405" y="3389293"/>
                  <a:pt x="810930" y="3408042"/>
                </a:cubicBezTo>
                <a:cubicBezTo>
                  <a:pt x="847878" y="3420175"/>
                  <a:pt x="884551" y="3437271"/>
                  <a:pt x="933908" y="3423758"/>
                </a:cubicBezTo>
                <a:cubicBezTo>
                  <a:pt x="891445" y="3354826"/>
                  <a:pt x="819202" y="3342418"/>
                  <a:pt x="760747" y="3321187"/>
                </a:cubicBezTo>
                <a:cubicBezTo>
                  <a:pt x="687678" y="3294441"/>
                  <a:pt x="644664" y="3243980"/>
                  <a:pt x="593101" y="3187731"/>
                </a:cubicBezTo>
                <a:cubicBezTo>
                  <a:pt x="646869" y="3174220"/>
                  <a:pt x="680233" y="3215581"/>
                  <a:pt x="722419" y="3213374"/>
                </a:cubicBezTo>
                <a:cubicBezTo>
                  <a:pt x="724627" y="3206207"/>
                  <a:pt x="728486" y="3195729"/>
                  <a:pt x="727934" y="3195451"/>
                </a:cubicBezTo>
                <a:cubicBezTo>
                  <a:pt x="659002" y="3164570"/>
                  <a:pt x="626741" y="3106666"/>
                  <a:pt x="615987" y="3036630"/>
                </a:cubicBezTo>
                <a:cubicBezTo>
                  <a:pt x="610473" y="3000510"/>
                  <a:pt x="585381" y="2989205"/>
                  <a:pt x="560564" y="2972660"/>
                </a:cubicBezTo>
                <a:cubicBezTo>
                  <a:pt x="473984" y="2913930"/>
                  <a:pt x="382441" y="2860713"/>
                  <a:pt x="311302" y="2779924"/>
                </a:cubicBezTo>
                <a:cubicBezTo>
                  <a:pt x="393471" y="2790677"/>
                  <a:pt x="459371" y="2843341"/>
                  <a:pt x="547882" y="2865952"/>
                </a:cubicBezTo>
                <a:cubicBezTo>
                  <a:pt x="477570" y="2777166"/>
                  <a:pt x="386577" y="2732222"/>
                  <a:pt x="303582" y="2678453"/>
                </a:cubicBezTo>
                <a:cubicBezTo>
                  <a:pt x="265806" y="2653913"/>
                  <a:pt x="230790" y="2622479"/>
                  <a:pt x="185016" y="2609244"/>
                </a:cubicBezTo>
                <a:cubicBezTo>
                  <a:pt x="168748" y="2604556"/>
                  <a:pt x="142002" y="2594630"/>
                  <a:pt x="154963" y="2568435"/>
                </a:cubicBezTo>
                <a:cubicBezTo>
                  <a:pt x="165990" y="2546654"/>
                  <a:pt x="187773" y="2553269"/>
                  <a:pt x="207627" y="2559612"/>
                </a:cubicBezTo>
                <a:cubicBezTo>
                  <a:pt x="255328" y="2575330"/>
                  <a:pt x="304685" y="2575604"/>
                  <a:pt x="369207" y="2575330"/>
                </a:cubicBezTo>
                <a:cubicBezTo>
                  <a:pt x="315163" y="2503363"/>
                  <a:pt x="216174" y="2524871"/>
                  <a:pt x="169852" y="2449319"/>
                </a:cubicBezTo>
                <a:cubicBezTo>
                  <a:pt x="227755" y="2436083"/>
                  <a:pt x="272424" y="2463381"/>
                  <a:pt x="319299" y="2468619"/>
                </a:cubicBezTo>
                <a:cubicBezTo>
                  <a:pt x="361761" y="2473307"/>
                  <a:pt x="372239" y="2460624"/>
                  <a:pt x="362313" y="2418988"/>
                </a:cubicBezTo>
                <a:cubicBezTo>
                  <a:pt x="346873" y="2354190"/>
                  <a:pt x="370034" y="2321102"/>
                  <a:pt x="431798" y="2338750"/>
                </a:cubicBezTo>
                <a:cubicBezTo>
                  <a:pt x="489149" y="2355293"/>
                  <a:pt x="495215" y="2331030"/>
                  <a:pt x="479775" y="2294082"/>
                </a:cubicBezTo>
                <a:cubicBezTo>
                  <a:pt x="457716" y="2240315"/>
                  <a:pt x="482807" y="2198678"/>
                  <a:pt x="499903" y="2153458"/>
                </a:cubicBezTo>
                <a:cubicBezTo>
                  <a:pt x="526099" y="2084525"/>
                  <a:pt x="515069" y="2050885"/>
                  <a:pt x="458544" y="1999599"/>
                </a:cubicBezTo>
                <a:cubicBezTo>
                  <a:pt x="426835" y="1970921"/>
                  <a:pt x="392645" y="1946658"/>
                  <a:pt x="346596" y="1921843"/>
                </a:cubicBezTo>
                <a:cubicBezTo>
                  <a:pt x="452753" y="1908331"/>
                  <a:pt x="341358" y="1862836"/>
                  <a:pt x="378857" y="1834435"/>
                </a:cubicBezTo>
                <a:cubicBezTo>
                  <a:pt x="453856" y="1822854"/>
                  <a:pt x="515069" y="1913294"/>
                  <a:pt x="617091" y="1887376"/>
                </a:cubicBezTo>
                <a:cubicBezTo>
                  <a:pt x="491080" y="1809066"/>
                  <a:pt x="351835" y="1783423"/>
                  <a:pt x="260568" y="1679198"/>
                </a:cubicBezTo>
                <a:cubicBezTo>
                  <a:pt x="281523" y="1655484"/>
                  <a:pt x="302479" y="1677543"/>
                  <a:pt x="320402" y="1668720"/>
                </a:cubicBezTo>
                <a:cubicBezTo>
                  <a:pt x="319850" y="1663205"/>
                  <a:pt x="321230" y="1654932"/>
                  <a:pt x="317920" y="1652452"/>
                </a:cubicBezTo>
                <a:cubicBezTo>
                  <a:pt x="249815" y="1595650"/>
                  <a:pt x="248711" y="1594273"/>
                  <a:pt x="321779" y="1552359"/>
                </a:cubicBezTo>
                <a:cubicBezTo>
                  <a:pt x="347424" y="1537746"/>
                  <a:pt x="345218" y="1524786"/>
                  <a:pt x="331707" y="1506313"/>
                </a:cubicBezTo>
                <a:cubicBezTo>
                  <a:pt x="322055" y="1493353"/>
                  <a:pt x="310475" y="1481772"/>
                  <a:pt x="315990" y="1453371"/>
                </a:cubicBezTo>
                <a:cubicBezTo>
                  <a:pt x="355971" y="1489769"/>
                  <a:pt x="549259" y="1477912"/>
                  <a:pt x="583450" y="1474052"/>
                </a:cubicBezTo>
                <a:cubicBezTo>
                  <a:pt x="621777" y="1469917"/>
                  <a:pt x="659553" y="1452269"/>
                  <a:pt x="699809" y="1461919"/>
                </a:cubicBezTo>
                <a:cubicBezTo>
                  <a:pt x="732070" y="1469641"/>
                  <a:pt x="881516" y="1544364"/>
                  <a:pt x="902750" y="1458612"/>
                </a:cubicBezTo>
                <a:cubicBezTo>
                  <a:pt x="903853" y="1454475"/>
                  <a:pt x="964237" y="1464127"/>
                  <a:pt x="996774" y="1468814"/>
                </a:cubicBezTo>
                <a:cubicBezTo>
                  <a:pt x="1025451" y="1472674"/>
                  <a:pt x="1057712" y="1489769"/>
                  <a:pt x="1077012" y="1455578"/>
                </a:cubicBezTo>
                <a:cubicBezTo>
                  <a:pt x="1088317" y="1435450"/>
                  <a:pt x="1041719" y="1396571"/>
                  <a:pt x="1000083" y="1393262"/>
                </a:cubicBezTo>
                <a:cubicBezTo>
                  <a:pt x="963961" y="1390229"/>
                  <a:pt x="926186" y="1385817"/>
                  <a:pt x="891720" y="1394089"/>
                </a:cubicBezTo>
                <a:cubicBezTo>
                  <a:pt x="849258" y="1404017"/>
                  <a:pt x="826372" y="1388024"/>
                  <a:pt x="814515" y="1353557"/>
                </a:cubicBezTo>
                <a:cubicBezTo>
                  <a:pt x="801280" y="1315506"/>
                  <a:pt x="775911" y="1297858"/>
                  <a:pt x="740895" y="1280211"/>
                </a:cubicBezTo>
                <a:cubicBezTo>
                  <a:pt x="655967" y="1237474"/>
                  <a:pt x="574352" y="1188118"/>
                  <a:pt x="481154" y="1163301"/>
                </a:cubicBezTo>
                <a:cubicBezTo>
                  <a:pt x="462679" y="1158337"/>
                  <a:pt x="442276" y="1151719"/>
                  <a:pt x="433728" y="1118909"/>
                </a:cubicBezTo>
                <a:cubicBezTo>
                  <a:pt x="686023" y="1167987"/>
                  <a:pt x="915984" y="1295929"/>
                  <a:pt x="1176276" y="1288484"/>
                </a:cubicBezTo>
                <a:cubicBezTo>
                  <a:pt x="1105137" y="1247950"/>
                  <a:pt x="1022694" y="1245745"/>
                  <a:pt x="946867" y="1217344"/>
                </a:cubicBezTo>
                <a:cubicBezTo>
                  <a:pt x="1000635" y="1196113"/>
                  <a:pt x="1051094" y="1218172"/>
                  <a:pt x="1102104" y="1230304"/>
                </a:cubicBezTo>
                <a:cubicBezTo>
                  <a:pt x="1144843" y="1240230"/>
                  <a:pt x="1183446" y="1241885"/>
                  <a:pt x="1188133" y="1182603"/>
                </a:cubicBezTo>
                <a:cubicBezTo>
                  <a:pt x="1186478" y="1178742"/>
                  <a:pt x="1186754" y="1173780"/>
                  <a:pt x="1187030" y="1169092"/>
                </a:cubicBezTo>
                <a:cubicBezTo>
                  <a:pt x="1172690" y="1144552"/>
                  <a:pt x="1150358" y="1131868"/>
                  <a:pt x="1123887" y="1124698"/>
                </a:cubicBezTo>
                <a:cubicBezTo>
                  <a:pt x="1107894" y="1120286"/>
                  <a:pt x="1086663" y="1113668"/>
                  <a:pt x="1086938" y="1096023"/>
                </a:cubicBezTo>
                <a:cubicBezTo>
                  <a:pt x="1087765" y="1030674"/>
                  <a:pt x="1036756" y="1011647"/>
                  <a:pt x="985744" y="992622"/>
                </a:cubicBezTo>
                <a:cubicBezTo>
                  <a:pt x="1014145" y="960086"/>
                  <a:pt x="1036479" y="984074"/>
                  <a:pt x="1057987" y="981594"/>
                </a:cubicBezTo>
                <a:cubicBezTo>
                  <a:pt x="1072049" y="979939"/>
                  <a:pt x="1084733" y="976906"/>
                  <a:pt x="1084733" y="960086"/>
                </a:cubicBezTo>
                <a:cubicBezTo>
                  <a:pt x="1085008" y="946023"/>
                  <a:pt x="1078390" y="930030"/>
                  <a:pt x="1064605" y="929756"/>
                </a:cubicBezTo>
                <a:cubicBezTo>
                  <a:pt x="978300" y="927273"/>
                  <a:pt x="930599" y="836833"/>
                  <a:pt x="840985" y="836558"/>
                </a:cubicBezTo>
                <a:cubicBezTo>
                  <a:pt x="787493" y="836558"/>
                  <a:pt x="868834" y="785547"/>
                  <a:pt x="823615" y="764315"/>
                </a:cubicBezTo>
                <a:cubicBezTo>
                  <a:pt x="813687" y="759628"/>
                  <a:pt x="849533" y="752460"/>
                  <a:pt x="865526" y="753562"/>
                </a:cubicBezTo>
                <a:cubicBezTo>
                  <a:pt x="881242" y="754665"/>
                  <a:pt x="895304" y="768175"/>
                  <a:pt x="914331" y="758525"/>
                </a:cubicBezTo>
                <a:cubicBezTo>
                  <a:pt x="924808" y="724059"/>
                  <a:pt x="897787" y="711375"/>
                  <a:pt x="875452" y="701724"/>
                </a:cubicBezTo>
                <a:cubicBezTo>
                  <a:pt x="823889" y="679390"/>
                  <a:pt x="773706" y="652369"/>
                  <a:pt x="717181" y="644371"/>
                </a:cubicBezTo>
                <a:cubicBezTo>
                  <a:pt x="697053" y="641614"/>
                  <a:pt x="746133" y="604666"/>
                  <a:pt x="755783" y="591707"/>
                </a:cubicBezTo>
                <a:cubicBezTo>
                  <a:pt x="528304" y="455496"/>
                  <a:pt x="254778" y="462388"/>
                  <a:pt x="0" y="352370"/>
                </a:cubicBezTo>
                <a:cubicBezTo>
                  <a:pt x="56250" y="330864"/>
                  <a:pt x="97610" y="346580"/>
                  <a:pt x="135937" y="349889"/>
                </a:cubicBezTo>
                <a:cubicBezTo>
                  <a:pt x="231615" y="358160"/>
                  <a:pt x="326193" y="375256"/>
                  <a:pt x="421595" y="385458"/>
                </a:cubicBezTo>
                <a:cubicBezTo>
                  <a:pt x="468469" y="390421"/>
                  <a:pt x="512035" y="409172"/>
                  <a:pt x="564424" y="379393"/>
                </a:cubicBezTo>
                <a:cubicBezTo>
                  <a:pt x="599443" y="359540"/>
                  <a:pt x="655418" y="381046"/>
                  <a:pt x="698432" y="398694"/>
                </a:cubicBezTo>
                <a:cubicBezTo>
                  <a:pt x="734000" y="413307"/>
                  <a:pt x="767916" y="417167"/>
                  <a:pt x="815067" y="398694"/>
                </a:cubicBezTo>
                <a:cubicBezTo>
                  <a:pt x="772328" y="387389"/>
                  <a:pt x="739515" y="377463"/>
                  <a:pt x="705876" y="370568"/>
                </a:cubicBezTo>
                <a:cubicBezTo>
                  <a:pt x="679130" y="365055"/>
                  <a:pt x="742825" y="342719"/>
                  <a:pt x="775360" y="345477"/>
                </a:cubicBezTo>
                <a:cubicBezTo>
                  <a:pt x="820857" y="349337"/>
                  <a:pt x="795214" y="335000"/>
                  <a:pt x="787493" y="315146"/>
                </a:cubicBezTo>
                <a:cubicBezTo>
                  <a:pt x="779221" y="293915"/>
                  <a:pt x="803761" y="287298"/>
                  <a:pt x="819202" y="291709"/>
                </a:cubicBezTo>
                <a:cubicBezTo>
                  <a:pt x="878484" y="309081"/>
                  <a:pt x="937491" y="278474"/>
                  <a:pt x="998705" y="303291"/>
                </a:cubicBezTo>
                <a:cubicBezTo>
                  <a:pt x="983263" y="242077"/>
                  <a:pt x="949899" y="215331"/>
                  <a:pt x="880139" y="206783"/>
                </a:cubicBezTo>
                <a:cubicBezTo>
                  <a:pt x="853944" y="203475"/>
                  <a:pt x="826647" y="208438"/>
                  <a:pt x="804037" y="190790"/>
                </a:cubicBezTo>
                <a:cubicBezTo>
                  <a:pt x="791076" y="180590"/>
                  <a:pt x="776463" y="168457"/>
                  <a:pt x="786666" y="149707"/>
                </a:cubicBezTo>
                <a:cubicBezTo>
                  <a:pt x="793834" y="136471"/>
                  <a:pt x="809276" y="136471"/>
                  <a:pt x="821960" y="140884"/>
                </a:cubicBezTo>
                <a:cubicBezTo>
                  <a:pt x="878761" y="160461"/>
                  <a:pt x="938043" y="167630"/>
                  <a:pt x="997325" y="174800"/>
                </a:cubicBezTo>
                <a:cubicBezTo>
                  <a:pt x="1006426" y="175902"/>
                  <a:pt x="1016626" y="179487"/>
                  <a:pt x="1026829" y="161287"/>
                </a:cubicBezTo>
                <a:cubicBezTo>
                  <a:pt x="915984" y="131783"/>
                  <a:pt x="810655" y="89872"/>
                  <a:pt x="696777" y="73604"/>
                </a:cubicBezTo>
                <a:cubicBezTo>
                  <a:pt x="698432" y="65884"/>
                  <a:pt x="700086" y="58164"/>
                  <a:pt x="701741" y="50444"/>
                </a:cubicBezTo>
                <a:cubicBezTo>
                  <a:pt x="790801" y="61471"/>
                  <a:pt x="879864" y="72501"/>
                  <a:pt x="992362" y="86289"/>
                </a:cubicBezTo>
                <a:cubicBezTo>
                  <a:pt x="923153" y="42446"/>
                  <a:pt x="857805" y="57060"/>
                  <a:pt x="806519" y="18183"/>
                </a:cubicBezTo>
                <a:cubicBezTo>
                  <a:pt x="816170" y="3431"/>
                  <a:pt x="827820" y="-292"/>
                  <a:pt x="839883" y="1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438DB8-0BD9-BB08-852B-EAD9931ED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5179" y="1472030"/>
            <a:ext cx="3978442" cy="1631950"/>
          </a:xfrm>
        </p:spPr>
        <p:txBody>
          <a:bodyPr anchor="b">
            <a:normAutofit/>
          </a:bodyPr>
          <a:lstStyle/>
          <a:p>
            <a:r>
              <a:rPr lang="en-US" sz="3600" i="0">
                <a:ea typeface="+mj-lt"/>
                <a:cs typeface="+mj-lt"/>
              </a:rPr>
              <a:t>3. How I Found This Program</a:t>
            </a:r>
            <a:endParaRPr lang="en-US" sz="3600"/>
          </a:p>
        </p:txBody>
      </p:sp>
      <p:pic>
        <p:nvPicPr>
          <p:cNvPr id="4" name="Picture 3" descr="Idea Sharing in the Workplace ...">
            <a:extLst>
              <a:ext uri="{FF2B5EF4-FFF2-40B4-BE49-F238E27FC236}">
                <a16:creationId xmlns:a16="http://schemas.microsoft.com/office/drawing/2014/main" id="{CB9A5528-35C3-8662-CA16-FA1C8C3FC4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12" r="13530"/>
          <a:stretch>
            <a:fillRect/>
          </a:stretch>
        </p:blipFill>
        <p:spPr>
          <a:xfrm>
            <a:off x="638338" y="1830264"/>
            <a:ext cx="4015954" cy="320011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AD1A4-1CB9-BEC2-5CAE-FD44DA828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5179" y="3243151"/>
            <a:ext cx="4987287" cy="241971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I heard about this program through </a:t>
            </a:r>
            <a:r>
              <a:rPr lang="en-US" sz="2000" b="1">
                <a:ea typeface="+mn-lt"/>
                <a:cs typeface="+mn-lt"/>
              </a:rPr>
              <a:t>friends at school</a:t>
            </a:r>
            <a:r>
              <a:rPr lang="en-US" sz="2000">
                <a:ea typeface="+mn-lt"/>
                <a:cs typeface="+mn-lt"/>
              </a:rPr>
              <a:t> and from </a:t>
            </a:r>
            <a:r>
              <a:rPr lang="en-US" sz="2000" b="1">
                <a:ea typeface="+mn-lt"/>
                <a:cs typeface="+mn-lt"/>
              </a:rPr>
              <a:t>previous participants</a:t>
            </a:r>
            <a:r>
              <a:rPr lang="en-US" sz="2000">
                <a:ea typeface="+mn-lt"/>
                <a:cs typeface="+mn-lt"/>
              </a:rPr>
              <a:t> who recommended it.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0307012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F541DB91-0B10-46D9-B34B-7BFF96026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rgbClr val="F06543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529B04-E17A-D182-2149-F1238EB7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156" y="365125"/>
            <a:ext cx="5827643" cy="1433433"/>
          </a:xfrm>
        </p:spPr>
        <p:txBody>
          <a:bodyPr anchor="b">
            <a:normAutofit/>
          </a:bodyPr>
          <a:lstStyle/>
          <a:p>
            <a:r>
              <a:rPr lang="en-US" i="0">
                <a:ea typeface="+mj-lt"/>
                <a:cs typeface="+mj-lt"/>
              </a:rPr>
              <a:t>4. Our Journey in This Program</a:t>
            </a:r>
            <a:endParaRPr lang="en-US"/>
          </a:p>
        </p:txBody>
      </p:sp>
      <p:pic>
        <p:nvPicPr>
          <p:cNvPr id="5" name="Picture 4" descr="Why Online Learning Offers Many Advantages">
            <a:extLst>
              <a:ext uri="{FF2B5EF4-FFF2-40B4-BE49-F238E27FC236}">
                <a16:creationId xmlns:a16="http://schemas.microsoft.com/office/drawing/2014/main" id="{EEA2F4C5-9606-23D7-2804-71B9957D8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717" y="2782956"/>
            <a:ext cx="3449030" cy="344903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67DDB-091E-20F3-9F23-18A77DED0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6156" y="2055813"/>
            <a:ext cx="5827644" cy="41211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We participated in various </a:t>
            </a:r>
            <a:r>
              <a:rPr lang="en-US" sz="2400" b="1">
                <a:ea typeface="+mn-lt"/>
                <a:cs typeface="+mn-lt"/>
              </a:rPr>
              <a:t>assessments, tasks, and quizzes</a:t>
            </a:r>
            <a:r>
              <a:rPr lang="en-US" sz="2400">
                <a:ea typeface="+mn-lt"/>
                <a:cs typeface="+mn-lt"/>
              </a:rPr>
              <a:t> on platforms like </a:t>
            </a:r>
            <a:r>
              <a:rPr lang="en-US" sz="2400" b="1">
                <a:ea typeface="+mn-lt"/>
                <a:cs typeface="+mn-lt"/>
              </a:rPr>
              <a:t>Khan Academy</a:t>
            </a:r>
            <a:r>
              <a:rPr lang="en-US" sz="2400">
                <a:ea typeface="+mn-lt"/>
                <a:cs typeface="+mn-lt"/>
              </a:rPr>
              <a:t> and other websites.</a:t>
            </a:r>
          </a:p>
          <a:p>
            <a:r>
              <a:rPr lang="en-US" sz="2400">
                <a:ea typeface="+mn-lt"/>
                <a:cs typeface="+mn-lt"/>
              </a:rPr>
              <a:t>We also tackled </a:t>
            </a:r>
            <a:r>
              <a:rPr lang="en-US" sz="2400" b="1">
                <a:ea typeface="+mn-lt"/>
                <a:cs typeface="+mn-lt"/>
              </a:rPr>
              <a:t>expert session riddles</a:t>
            </a:r>
            <a:r>
              <a:rPr lang="en-US" sz="2400">
                <a:ea typeface="+mn-lt"/>
                <a:cs typeface="+mn-lt"/>
              </a:rPr>
              <a:t> that challenged our thinking.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5892941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raphic 1">
            <a:extLst>
              <a:ext uri="{FF2B5EF4-FFF2-40B4-BE49-F238E27FC236}">
                <a16:creationId xmlns:a16="http://schemas.microsoft.com/office/drawing/2014/main" id="{0D57E7FA-E8FC-45AC-868F-CDC814493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599854" y="527562"/>
            <a:ext cx="6992292" cy="5102484"/>
          </a:xfrm>
          <a:custGeom>
            <a:avLst/>
            <a:gdLst/>
            <a:ahLst/>
            <a:cxnLst/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54DEE1C-7FD6-4FA0-A96A-BDF952F19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7A673E-51FC-61DC-9265-B627052A3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370227"/>
            <a:ext cx="9144000" cy="11931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5. Evidence of Participation</a:t>
            </a:r>
          </a:p>
        </p:txBody>
      </p:sp>
      <p:pic>
        <p:nvPicPr>
          <p:cNvPr id="3" name="Picture 2" descr="Evidence of Participation">
            <a:extLst>
              <a:ext uri="{FF2B5EF4-FFF2-40B4-BE49-F238E27FC236}">
                <a16:creationId xmlns:a16="http://schemas.microsoft.com/office/drawing/2014/main" id="{07EAF6CC-3F10-35F3-6EE9-4913378BA8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00" r="1" b="1"/>
          <a:stretch>
            <a:fillRect/>
          </a:stretch>
        </p:blipFill>
        <p:spPr>
          <a:xfrm>
            <a:off x="1690046" y="386205"/>
            <a:ext cx="8903441" cy="3766876"/>
          </a:xfrm>
          <a:custGeom>
            <a:avLst/>
            <a:gdLst/>
            <a:ahLst/>
            <a:cxnLst/>
            <a:rect l="l" t="t" r="r" b="b"/>
            <a:pathLst>
              <a:path w="8903441" h="3766876">
                <a:moveTo>
                  <a:pt x="8890380" y="1667288"/>
                </a:moveTo>
                <a:lnTo>
                  <a:pt x="8895460" y="1677046"/>
                </a:lnTo>
                <a:cubicBezTo>
                  <a:pt x="8905866" y="1703466"/>
                  <a:pt x="8906717" y="1724063"/>
                  <a:pt x="8894323" y="1729738"/>
                </a:cubicBezTo>
                <a:lnTo>
                  <a:pt x="8891365" y="1729349"/>
                </a:lnTo>
                <a:lnTo>
                  <a:pt x="8891421" y="1712412"/>
                </a:lnTo>
                <a:cubicBezTo>
                  <a:pt x="8891337" y="1700170"/>
                  <a:pt x="8891138" y="1688653"/>
                  <a:pt x="8890856" y="1678595"/>
                </a:cubicBezTo>
                <a:close/>
                <a:moveTo>
                  <a:pt x="8888451" y="1641624"/>
                </a:moveTo>
                <a:cubicBezTo>
                  <a:pt x="8888927" y="1642911"/>
                  <a:pt x="8889388" y="1647125"/>
                  <a:pt x="8889800" y="1653531"/>
                </a:cubicBezTo>
                <a:lnTo>
                  <a:pt x="8890380" y="1667288"/>
                </a:lnTo>
                <a:lnTo>
                  <a:pt x="8884645" y="1656272"/>
                </a:lnTo>
                <a:lnTo>
                  <a:pt x="8886368" y="1643902"/>
                </a:lnTo>
                <a:cubicBezTo>
                  <a:pt x="8887058" y="1640758"/>
                  <a:pt x="8887743" y="1639762"/>
                  <a:pt x="8888451" y="1641624"/>
                </a:cubicBezTo>
                <a:close/>
                <a:moveTo>
                  <a:pt x="999724" y="1241031"/>
                </a:moveTo>
                <a:cubicBezTo>
                  <a:pt x="998379" y="1242269"/>
                  <a:pt x="996554" y="1243547"/>
                  <a:pt x="995210" y="1244785"/>
                </a:cubicBezTo>
                <a:cubicBezTo>
                  <a:pt x="1005261" y="1248940"/>
                  <a:pt x="1015746" y="1252497"/>
                  <a:pt x="1025774" y="1256374"/>
                </a:cubicBezTo>
                <a:cubicBezTo>
                  <a:pt x="1037480" y="1257305"/>
                  <a:pt x="1049668" y="1258195"/>
                  <a:pt x="1060894" y="1259168"/>
                </a:cubicBezTo>
                <a:cubicBezTo>
                  <a:pt x="1040504" y="1253123"/>
                  <a:pt x="1020115" y="1247076"/>
                  <a:pt x="999724" y="1241031"/>
                </a:cubicBezTo>
                <a:close/>
                <a:moveTo>
                  <a:pt x="1319296" y="820371"/>
                </a:moveTo>
                <a:cubicBezTo>
                  <a:pt x="1421680" y="872109"/>
                  <a:pt x="1548101" y="905226"/>
                  <a:pt x="1681342" y="933268"/>
                </a:cubicBezTo>
                <a:cubicBezTo>
                  <a:pt x="1683167" y="931988"/>
                  <a:pt x="1684512" y="930751"/>
                  <a:pt x="1686338" y="929471"/>
                </a:cubicBezTo>
                <a:cubicBezTo>
                  <a:pt x="1563998" y="893197"/>
                  <a:pt x="1441635" y="856646"/>
                  <a:pt x="1319296" y="820371"/>
                </a:cubicBezTo>
                <a:close/>
                <a:moveTo>
                  <a:pt x="7894848" y="858"/>
                </a:moveTo>
                <a:cubicBezTo>
                  <a:pt x="7906700" y="3455"/>
                  <a:pt x="7910528" y="8436"/>
                  <a:pt x="7907341" y="16271"/>
                </a:cubicBezTo>
                <a:cubicBezTo>
                  <a:pt x="7902882" y="26177"/>
                  <a:pt x="7893520" y="35394"/>
                  <a:pt x="7882642" y="43904"/>
                </a:cubicBezTo>
                <a:cubicBezTo>
                  <a:pt x="7831903" y="83897"/>
                  <a:pt x="7856047" y="94090"/>
                  <a:pt x="7927648" y="93123"/>
                </a:cubicBezTo>
                <a:cubicBezTo>
                  <a:pt x="7991511" y="92274"/>
                  <a:pt x="8055318" y="85274"/>
                  <a:pt x="8119655" y="78787"/>
                </a:cubicBezTo>
                <a:cubicBezTo>
                  <a:pt x="8151329" y="75447"/>
                  <a:pt x="8152942" y="77265"/>
                  <a:pt x="8141786" y="93635"/>
                </a:cubicBezTo>
                <a:cubicBezTo>
                  <a:pt x="8123815" y="120677"/>
                  <a:pt x="8122595" y="145410"/>
                  <a:pt x="8151055" y="166138"/>
                </a:cubicBezTo>
                <a:cubicBezTo>
                  <a:pt x="8157767" y="170866"/>
                  <a:pt x="8162605" y="176318"/>
                  <a:pt x="8160811" y="183471"/>
                </a:cubicBezTo>
                <a:cubicBezTo>
                  <a:pt x="8152723" y="212724"/>
                  <a:pt x="8169841" y="236686"/>
                  <a:pt x="8187466" y="260884"/>
                </a:cubicBezTo>
                <a:cubicBezTo>
                  <a:pt x="8217175" y="301371"/>
                  <a:pt x="8254836" y="338641"/>
                  <a:pt x="8295790" y="374783"/>
                </a:cubicBezTo>
                <a:cubicBezTo>
                  <a:pt x="8324664" y="400232"/>
                  <a:pt x="8342922" y="431650"/>
                  <a:pt x="8406170" y="440370"/>
                </a:cubicBezTo>
                <a:cubicBezTo>
                  <a:pt x="8421364" y="442394"/>
                  <a:pt x="8426373" y="449790"/>
                  <a:pt x="8420903" y="459225"/>
                </a:cubicBezTo>
                <a:cubicBezTo>
                  <a:pt x="8402820" y="490474"/>
                  <a:pt x="8417534" y="514648"/>
                  <a:pt x="8450800" y="534955"/>
                </a:cubicBezTo>
                <a:cubicBezTo>
                  <a:pt x="8462563" y="542037"/>
                  <a:pt x="8458146" y="546902"/>
                  <a:pt x="8442097" y="551669"/>
                </a:cubicBezTo>
                <a:cubicBezTo>
                  <a:pt x="8423667" y="556925"/>
                  <a:pt x="8409328" y="564619"/>
                  <a:pt x="8398067" y="574282"/>
                </a:cubicBezTo>
                <a:cubicBezTo>
                  <a:pt x="8379577" y="589897"/>
                  <a:pt x="8370872" y="606612"/>
                  <a:pt x="8363634" y="623477"/>
                </a:cubicBezTo>
                <a:cubicBezTo>
                  <a:pt x="8352394" y="649929"/>
                  <a:pt x="8339133" y="675439"/>
                  <a:pt x="8295388" y="695789"/>
                </a:cubicBezTo>
                <a:cubicBezTo>
                  <a:pt x="8282368" y="701969"/>
                  <a:pt x="8271923" y="709882"/>
                  <a:pt x="8260972" y="717559"/>
                </a:cubicBezTo>
                <a:cubicBezTo>
                  <a:pt x="8264466" y="724248"/>
                  <a:pt x="8273101" y="728807"/>
                  <a:pt x="8289132" y="729358"/>
                </a:cubicBezTo>
                <a:cubicBezTo>
                  <a:pt x="8391169" y="732995"/>
                  <a:pt x="8386647" y="769770"/>
                  <a:pt x="8387346" y="810845"/>
                </a:cubicBezTo>
                <a:cubicBezTo>
                  <a:pt x="8388418" y="861681"/>
                  <a:pt x="8330862" y="890238"/>
                  <a:pt x="8259532" y="916368"/>
                </a:cubicBezTo>
                <a:cubicBezTo>
                  <a:pt x="8235122" y="925226"/>
                  <a:pt x="8199529" y="928071"/>
                  <a:pt x="8191769" y="950020"/>
                </a:cubicBezTo>
                <a:cubicBezTo>
                  <a:pt x="8234379" y="966427"/>
                  <a:pt x="8282955" y="945934"/>
                  <a:pt x="8327664" y="947606"/>
                </a:cubicBezTo>
                <a:cubicBezTo>
                  <a:pt x="8364609" y="949119"/>
                  <a:pt x="8424473" y="941347"/>
                  <a:pt x="8378206" y="982626"/>
                </a:cubicBezTo>
                <a:cubicBezTo>
                  <a:pt x="8364736" y="994722"/>
                  <a:pt x="8382242" y="1001021"/>
                  <a:pt x="8400605" y="1000529"/>
                </a:cubicBezTo>
                <a:cubicBezTo>
                  <a:pt x="8549357" y="995586"/>
                  <a:pt x="8487684" y="1076555"/>
                  <a:pt x="8538706" y="1111533"/>
                </a:cubicBezTo>
                <a:cubicBezTo>
                  <a:pt x="8553092" y="1120905"/>
                  <a:pt x="8540810" y="1141011"/>
                  <a:pt x="8520556" y="1147547"/>
                </a:cubicBezTo>
                <a:cubicBezTo>
                  <a:pt x="8392015" y="1189611"/>
                  <a:pt x="8380569" y="1263373"/>
                  <a:pt x="8322605" y="1331423"/>
                </a:cubicBezTo>
                <a:cubicBezTo>
                  <a:pt x="8393509" y="1350105"/>
                  <a:pt x="8476647" y="1348124"/>
                  <a:pt x="8552563" y="1357692"/>
                </a:cubicBezTo>
                <a:cubicBezTo>
                  <a:pt x="8631413" y="1367560"/>
                  <a:pt x="8632510" y="1380057"/>
                  <a:pt x="8572872" y="1434543"/>
                </a:cubicBezTo>
                <a:cubicBezTo>
                  <a:pt x="8740108" y="1430496"/>
                  <a:pt x="8740108" y="1430496"/>
                  <a:pt x="8695911" y="1511890"/>
                </a:cubicBezTo>
                <a:cubicBezTo>
                  <a:pt x="8766152" y="1509223"/>
                  <a:pt x="8835070" y="1574251"/>
                  <a:pt x="8873147" y="1634187"/>
                </a:cubicBezTo>
                <a:lnTo>
                  <a:pt x="8884645" y="1656272"/>
                </a:lnTo>
                <a:lnTo>
                  <a:pt x="8884254" y="1659075"/>
                </a:lnTo>
                <a:cubicBezTo>
                  <a:pt x="8882795" y="1672543"/>
                  <a:pt x="8881198" y="1691773"/>
                  <a:pt x="8879232" y="1711097"/>
                </a:cubicBezTo>
                <a:lnTo>
                  <a:pt x="8877347" y="1727504"/>
                </a:lnTo>
                <a:lnTo>
                  <a:pt x="8865337" y="1725923"/>
                </a:lnTo>
                <a:cubicBezTo>
                  <a:pt x="8855639" y="1721668"/>
                  <a:pt x="8848716" y="1720054"/>
                  <a:pt x="8843722" y="1720152"/>
                </a:cubicBezTo>
                <a:cubicBezTo>
                  <a:pt x="8828739" y="1720444"/>
                  <a:pt x="8831115" y="1736133"/>
                  <a:pt x="8828004" y="1742073"/>
                </a:cubicBezTo>
                <a:cubicBezTo>
                  <a:pt x="8817547" y="1760900"/>
                  <a:pt x="8843589" y="1770647"/>
                  <a:pt x="8861127" y="1782820"/>
                </a:cubicBezTo>
                <a:cubicBezTo>
                  <a:pt x="8867694" y="1787281"/>
                  <a:pt x="8872382" y="1766445"/>
                  <a:pt x="8875975" y="1739445"/>
                </a:cubicBezTo>
                <a:lnTo>
                  <a:pt x="8877347" y="1727504"/>
                </a:lnTo>
                <a:lnTo>
                  <a:pt x="8891365" y="1729349"/>
                </a:lnTo>
                <a:lnTo>
                  <a:pt x="8891294" y="1750579"/>
                </a:lnTo>
                <a:cubicBezTo>
                  <a:pt x="8890576" y="1802412"/>
                  <a:pt x="8887485" y="1854103"/>
                  <a:pt x="8879895" y="1858687"/>
                </a:cubicBezTo>
                <a:cubicBezTo>
                  <a:pt x="8799411" y="1907447"/>
                  <a:pt x="8858072" y="1996322"/>
                  <a:pt x="8700018" y="2022228"/>
                </a:cubicBezTo>
                <a:cubicBezTo>
                  <a:pt x="8628887" y="2034069"/>
                  <a:pt x="8597252" y="2070985"/>
                  <a:pt x="8546517" y="2094468"/>
                </a:cubicBezTo>
                <a:cubicBezTo>
                  <a:pt x="8369592" y="2175758"/>
                  <a:pt x="8254890" y="2270617"/>
                  <a:pt x="8208310" y="2391116"/>
                </a:cubicBezTo>
                <a:cubicBezTo>
                  <a:pt x="8195251" y="2424444"/>
                  <a:pt x="8137916" y="2455501"/>
                  <a:pt x="8101924" y="2486924"/>
                </a:cubicBezTo>
                <a:cubicBezTo>
                  <a:pt x="8122498" y="2506105"/>
                  <a:pt x="8219539" y="2452814"/>
                  <a:pt x="8188722" y="2510086"/>
                </a:cubicBezTo>
                <a:cubicBezTo>
                  <a:pt x="8165388" y="2553270"/>
                  <a:pt x="8098391" y="2584616"/>
                  <a:pt x="8035596" y="2614194"/>
                </a:cubicBezTo>
                <a:cubicBezTo>
                  <a:pt x="7963481" y="2647947"/>
                  <a:pt x="7883214" y="2677100"/>
                  <a:pt x="7854509" y="2730830"/>
                </a:cubicBezTo>
                <a:cubicBezTo>
                  <a:pt x="7848249" y="2742293"/>
                  <a:pt x="6341566" y="3671513"/>
                  <a:pt x="4141410" y="3763614"/>
                </a:cubicBezTo>
                <a:cubicBezTo>
                  <a:pt x="3781875" y="3778662"/>
                  <a:pt x="2353277" y="3737838"/>
                  <a:pt x="2161737" y="3718831"/>
                </a:cubicBezTo>
                <a:cubicBezTo>
                  <a:pt x="1964811" y="3699179"/>
                  <a:pt x="1793107" y="3646810"/>
                  <a:pt x="1591600" y="3635674"/>
                </a:cubicBezTo>
                <a:cubicBezTo>
                  <a:pt x="1485018" y="3629919"/>
                  <a:pt x="1381185" y="3611329"/>
                  <a:pt x="1390654" y="3531585"/>
                </a:cubicBezTo>
                <a:cubicBezTo>
                  <a:pt x="1393510" y="3508948"/>
                  <a:pt x="1364047" y="3493344"/>
                  <a:pt x="1320867" y="3503571"/>
                </a:cubicBezTo>
                <a:cubicBezTo>
                  <a:pt x="1239265" y="3523046"/>
                  <a:pt x="1198946" y="3494124"/>
                  <a:pt x="1150681" y="3474015"/>
                </a:cubicBezTo>
                <a:cubicBezTo>
                  <a:pt x="1065213" y="3438422"/>
                  <a:pt x="982868" y="3399757"/>
                  <a:pt x="851974" y="3403971"/>
                </a:cubicBezTo>
                <a:cubicBezTo>
                  <a:pt x="873994" y="3367898"/>
                  <a:pt x="917237" y="3369420"/>
                  <a:pt x="956780" y="3372944"/>
                </a:cubicBezTo>
                <a:cubicBezTo>
                  <a:pt x="1061276" y="3382521"/>
                  <a:pt x="1164043" y="3394488"/>
                  <a:pt x="1268515" y="3403788"/>
                </a:cubicBezTo>
                <a:cubicBezTo>
                  <a:pt x="1336376" y="3409863"/>
                  <a:pt x="1404651" y="3420660"/>
                  <a:pt x="1492884" y="3399484"/>
                </a:cubicBezTo>
                <a:cubicBezTo>
                  <a:pt x="1410006" y="3338199"/>
                  <a:pt x="1277736" y="3337777"/>
                  <a:pt x="1169657" y="3325996"/>
                </a:cubicBezTo>
                <a:cubicBezTo>
                  <a:pt x="1034677" y="3311259"/>
                  <a:pt x="951965" y="3268429"/>
                  <a:pt x="853866" y="3221353"/>
                </a:cubicBezTo>
                <a:cubicBezTo>
                  <a:pt x="950752" y="3199416"/>
                  <a:pt x="1014418" y="3234964"/>
                  <a:pt x="1090648" y="3226034"/>
                </a:cubicBezTo>
                <a:cubicBezTo>
                  <a:pt x="1094340" y="3218434"/>
                  <a:pt x="1100169" y="3207568"/>
                  <a:pt x="1099183" y="3207375"/>
                </a:cubicBezTo>
                <a:cubicBezTo>
                  <a:pt x="971072" y="3188118"/>
                  <a:pt x="907890" y="3136018"/>
                  <a:pt x="882137" y="3068880"/>
                </a:cubicBezTo>
                <a:cubicBezTo>
                  <a:pt x="868924" y="3034221"/>
                  <a:pt x="822286" y="3027121"/>
                  <a:pt x="776145" y="3014660"/>
                </a:cubicBezTo>
                <a:cubicBezTo>
                  <a:pt x="613874" y="2970419"/>
                  <a:pt x="443486" y="2933046"/>
                  <a:pt x="307191" y="2864697"/>
                </a:cubicBezTo>
                <a:cubicBezTo>
                  <a:pt x="457123" y="2862170"/>
                  <a:pt x="581367" y="2903594"/>
                  <a:pt x="743379" y="2911759"/>
                </a:cubicBezTo>
                <a:cubicBezTo>
                  <a:pt x="608349" y="2835743"/>
                  <a:pt x="439124" y="2806104"/>
                  <a:pt x="284020" y="2766269"/>
                </a:cubicBezTo>
                <a:cubicBezTo>
                  <a:pt x="213164" y="2748143"/>
                  <a:pt x="147010" y="2722889"/>
                  <a:pt x="63190" y="2717094"/>
                </a:cubicBezTo>
                <a:cubicBezTo>
                  <a:pt x="33455" y="2714947"/>
                  <a:pt x="-16425" y="2709531"/>
                  <a:pt x="5340" y="2681595"/>
                </a:cubicBezTo>
                <a:cubicBezTo>
                  <a:pt x="23652" y="2658441"/>
                  <a:pt x="63627" y="2661368"/>
                  <a:pt x="100237" y="2664591"/>
                </a:cubicBezTo>
                <a:cubicBezTo>
                  <a:pt x="188123" y="2672547"/>
                  <a:pt x="277551" y="2664977"/>
                  <a:pt x="394328" y="2654447"/>
                </a:cubicBezTo>
                <a:cubicBezTo>
                  <a:pt x="290057" y="2592242"/>
                  <a:pt x="112140" y="2629127"/>
                  <a:pt x="21491" y="2562088"/>
                </a:cubicBezTo>
                <a:cubicBezTo>
                  <a:pt x="125636" y="2540073"/>
                  <a:pt x="208727" y="2559644"/>
                  <a:pt x="294268" y="2557453"/>
                </a:cubicBezTo>
                <a:cubicBezTo>
                  <a:pt x="371589" y="2555423"/>
                  <a:pt x="389695" y="2540961"/>
                  <a:pt x="367847" y="2501743"/>
                </a:cubicBezTo>
                <a:cubicBezTo>
                  <a:pt x="333905" y="2440640"/>
                  <a:pt x="373328" y="2404160"/>
                  <a:pt x="486858" y="2411824"/>
                </a:cubicBezTo>
                <a:cubicBezTo>
                  <a:pt x="592120" y="2419095"/>
                  <a:pt x="600599" y="2394285"/>
                  <a:pt x="570008" y="2360312"/>
                </a:cubicBezTo>
                <a:cubicBezTo>
                  <a:pt x="525457" y="2310774"/>
                  <a:pt x="567057" y="2265987"/>
                  <a:pt x="594400" y="2218813"/>
                </a:cubicBezTo>
                <a:cubicBezTo>
                  <a:pt x="635581" y="2147198"/>
                  <a:pt x="612469" y="2115647"/>
                  <a:pt x="505675" y="2074370"/>
                </a:cubicBezTo>
                <a:cubicBezTo>
                  <a:pt x="445534" y="2051386"/>
                  <a:pt x="381431" y="2032947"/>
                  <a:pt x="295650" y="2015851"/>
                </a:cubicBezTo>
                <a:cubicBezTo>
                  <a:pt x="487251" y="1985881"/>
                  <a:pt x="281423" y="1958614"/>
                  <a:pt x="346760" y="1924896"/>
                </a:cubicBezTo>
                <a:cubicBezTo>
                  <a:pt x="481788" y="1901571"/>
                  <a:pt x="600623" y="1980687"/>
                  <a:pt x="783461" y="1939173"/>
                </a:cubicBezTo>
                <a:cubicBezTo>
                  <a:pt x="547912" y="1882335"/>
                  <a:pt x="287006" y="1807013"/>
                  <a:pt x="112183" y="1719100"/>
                </a:cubicBezTo>
                <a:cubicBezTo>
                  <a:pt x="148588" y="1692398"/>
                  <a:pt x="188462" y="1710725"/>
                  <a:pt x="219936" y="1699568"/>
                </a:cubicBezTo>
                <a:cubicBezTo>
                  <a:pt x="218006" y="1694140"/>
                  <a:pt x="220184" y="1685834"/>
                  <a:pt x="214196" y="1683841"/>
                </a:cubicBezTo>
                <a:cubicBezTo>
                  <a:pt x="85284" y="1638910"/>
                  <a:pt x="83720" y="1637648"/>
                  <a:pt x="212296" y="1584947"/>
                </a:cubicBezTo>
                <a:cubicBezTo>
                  <a:pt x="257172" y="1566456"/>
                  <a:pt x="252206" y="1554019"/>
                  <a:pt x="226108" y="1538121"/>
                </a:cubicBezTo>
                <a:cubicBezTo>
                  <a:pt x="207682" y="1526866"/>
                  <a:pt x="185078" y="1517656"/>
                  <a:pt x="192710" y="1488723"/>
                </a:cubicBezTo>
                <a:cubicBezTo>
                  <a:pt x="268435" y="1518175"/>
                  <a:pt x="624154" y="1547955"/>
                  <a:pt x="685843" y="1538903"/>
                </a:cubicBezTo>
                <a:cubicBezTo>
                  <a:pt x="755173" y="1528619"/>
                  <a:pt x="994201" y="1520231"/>
                  <a:pt x="1067153" y="1523622"/>
                </a:cubicBezTo>
                <a:cubicBezTo>
                  <a:pt x="1063138" y="1522015"/>
                  <a:pt x="1059122" y="1520410"/>
                  <a:pt x="1055106" y="1518803"/>
                </a:cubicBezTo>
                <a:cubicBezTo>
                  <a:pt x="983007" y="1486514"/>
                  <a:pt x="909946" y="1454310"/>
                  <a:pt x="864245" y="1408231"/>
                </a:cubicBezTo>
                <a:cubicBezTo>
                  <a:pt x="862153" y="1406456"/>
                  <a:pt x="861045" y="1404874"/>
                  <a:pt x="856768" y="1405809"/>
                </a:cubicBezTo>
                <a:cubicBezTo>
                  <a:pt x="819307" y="1414974"/>
                  <a:pt x="822846" y="1400112"/>
                  <a:pt x="821342" y="1388491"/>
                </a:cubicBezTo>
                <a:cubicBezTo>
                  <a:pt x="819813" y="1376592"/>
                  <a:pt x="812736" y="1367699"/>
                  <a:pt x="784954" y="1371257"/>
                </a:cubicBezTo>
                <a:cubicBezTo>
                  <a:pt x="783512" y="1371384"/>
                  <a:pt x="781566" y="1371274"/>
                  <a:pt x="779619" y="1371165"/>
                </a:cubicBezTo>
                <a:cubicBezTo>
                  <a:pt x="766469" y="1370361"/>
                  <a:pt x="722835" y="1342290"/>
                  <a:pt x="728571" y="1335910"/>
                </a:cubicBezTo>
                <a:cubicBezTo>
                  <a:pt x="741389" y="1321912"/>
                  <a:pt x="726409" y="1316791"/>
                  <a:pt x="713734" y="1310348"/>
                </a:cubicBezTo>
                <a:cubicBezTo>
                  <a:pt x="696009" y="1301550"/>
                  <a:pt x="678333" y="1293308"/>
                  <a:pt x="659695" y="1285149"/>
                </a:cubicBezTo>
                <a:cubicBezTo>
                  <a:pt x="641562" y="1277227"/>
                  <a:pt x="622997" y="1269901"/>
                  <a:pt x="604409" y="1262299"/>
                </a:cubicBezTo>
                <a:cubicBezTo>
                  <a:pt x="561305" y="1256847"/>
                  <a:pt x="517819" y="1252549"/>
                  <a:pt x="472556" y="1250086"/>
                </a:cubicBezTo>
                <a:cubicBezTo>
                  <a:pt x="438951" y="1247999"/>
                  <a:pt x="401379" y="1244860"/>
                  <a:pt x="382690" y="1214040"/>
                </a:cubicBezTo>
                <a:cubicBezTo>
                  <a:pt x="418096" y="1214570"/>
                  <a:pt x="453575" y="1215933"/>
                  <a:pt x="489053" y="1217296"/>
                </a:cubicBezTo>
                <a:cubicBezTo>
                  <a:pt x="454954" y="1204059"/>
                  <a:pt x="421816" y="1190737"/>
                  <a:pt x="390047" y="1176456"/>
                </a:cubicBezTo>
                <a:cubicBezTo>
                  <a:pt x="363810" y="1164487"/>
                  <a:pt x="342232" y="1150431"/>
                  <a:pt x="333292" y="1131347"/>
                </a:cubicBezTo>
                <a:cubicBezTo>
                  <a:pt x="330930" y="1126518"/>
                  <a:pt x="329025" y="1121368"/>
                  <a:pt x="337841" y="1116956"/>
                </a:cubicBezTo>
                <a:cubicBezTo>
                  <a:pt x="347569" y="1111905"/>
                  <a:pt x="355552" y="1114562"/>
                  <a:pt x="363031" y="1116984"/>
                </a:cubicBezTo>
                <a:cubicBezTo>
                  <a:pt x="393929" y="1126864"/>
                  <a:pt x="425283" y="1136425"/>
                  <a:pt x="455724" y="1146625"/>
                </a:cubicBezTo>
                <a:cubicBezTo>
                  <a:pt x="496146" y="1160147"/>
                  <a:pt x="536111" y="1173989"/>
                  <a:pt x="576050" y="1187553"/>
                </a:cubicBezTo>
                <a:cubicBezTo>
                  <a:pt x="519650" y="1157524"/>
                  <a:pt x="457798" y="1131612"/>
                  <a:pt x="391358" y="1108621"/>
                </a:cubicBezTo>
                <a:cubicBezTo>
                  <a:pt x="343386" y="1091844"/>
                  <a:pt x="295414" y="1075067"/>
                  <a:pt x="258466" y="1051446"/>
                </a:cubicBezTo>
                <a:cubicBezTo>
                  <a:pt x="239512" y="1039678"/>
                  <a:pt x="230024" y="1025400"/>
                  <a:pt x="227119" y="1008864"/>
                </a:cubicBezTo>
                <a:cubicBezTo>
                  <a:pt x="226729" y="1004421"/>
                  <a:pt x="227253" y="999338"/>
                  <a:pt x="237176" y="996508"/>
                </a:cubicBezTo>
                <a:cubicBezTo>
                  <a:pt x="247123" y="993956"/>
                  <a:pt x="253208" y="997060"/>
                  <a:pt x="257395" y="1000610"/>
                </a:cubicBezTo>
                <a:cubicBezTo>
                  <a:pt x="262111" y="1004674"/>
                  <a:pt x="267716" y="1007820"/>
                  <a:pt x="275649" y="1009921"/>
                </a:cubicBezTo>
                <a:cubicBezTo>
                  <a:pt x="345186" y="1029563"/>
                  <a:pt x="406508" y="1054962"/>
                  <a:pt x="469199" y="1079402"/>
                </a:cubicBezTo>
                <a:cubicBezTo>
                  <a:pt x="558968" y="1114336"/>
                  <a:pt x="647368" y="1150231"/>
                  <a:pt x="753033" y="1173138"/>
                </a:cubicBezTo>
                <a:cubicBezTo>
                  <a:pt x="793015" y="1181661"/>
                  <a:pt x="834292" y="1188391"/>
                  <a:pt x="865682" y="1187316"/>
                </a:cubicBezTo>
                <a:cubicBezTo>
                  <a:pt x="750261" y="1147076"/>
                  <a:pt x="641375" y="1104025"/>
                  <a:pt x="543487" y="1053852"/>
                </a:cubicBezTo>
                <a:cubicBezTo>
                  <a:pt x="444589" y="1003208"/>
                  <a:pt x="357848" y="947579"/>
                  <a:pt x="295297" y="880592"/>
                </a:cubicBezTo>
                <a:cubicBezTo>
                  <a:pt x="288871" y="873601"/>
                  <a:pt x="284873" y="866676"/>
                  <a:pt x="264758" y="869281"/>
                </a:cubicBezTo>
                <a:cubicBezTo>
                  <a:pt x="255650" y="870360"/>
                  <a:pt x="252375" y="866170"/>
                  <a:pt x="254388" y="861516"/>
                </a:cubicBezTo>
                <a:cubicBezTo>
                  <a:pt x="266992" y="828509"/>
                  <a:pt x="236853" y="810726"/>
                  <a:pt x="190786" y="799099"/>
                </a:cubicBezTo>
                <a:cubicBezTo>
                  <a:pt x="176408" y="795324"/>
                  <a:pt x="175031" y="790688"/>
                  <a:pt x="184973" y="782539"/>
                </a:cubicBezTo>
                <a:cubicBezTo>
                  <a:pt x="198516" y="771277"/>
                  <a:pt x="196123" y="760574"/>
                  <a:pt x="187530" y="750974"/>
                </a:cubicBezTo>
                <a:cubicBezTo>
                  <a:pt x="182644" y="744967"/>
                  <a:pt x="176339" y="739364"/>
                  <a:pt x="170996" y="733676"/>
                </a:cubicBezTo>
                <a:cubicBezTo>
                  <a:pt x="167290" y="730083"/>
                  <a:pt x="161157" y="726424"/>
                  <a:pt x="169444" y="721499"/>
                </a:cubicBezTo>
                <a:cubicBezTo>
                  <a:pt x="177298" y="717172"/>
                  <a:pt x="185665" y="718676"/>
                  <a:pt x="193501" y="719668"/>
                </a:cubicBezTo>
                <a:cubicBezTo>
                  <a:pt x="231170" y="723917"/>
                  <a:pt x="254043" y="736181"/>
                  <a:pt x="265436" y="755609"/>
                </a:cubicBezTo>
                <a:cubicBezTo>
                  <a:pt x="273963" y="769971"/>
                  <a:pt x="281726" y="770130"/>
                  <a:pt x="302333" y="756567"/>
                </a:cubicBezTo>
                <a:cubicBezTo>
                  <a:pt x="317894" y="746247"/>
                  <a:pt x="332387" y="745814"/>
                  <a:pt x="346481" y="751853"/>
                </a:cubicBezTo>
                <a:cubicBezTo>
                  <a:pt x="354007" y="754830"/>
                  <a:pt x="358771" y="759448"/>
                  <a:pt x="364449" y="763428"/>
                </a:cubicBezTo>
                <a:cubicBezTo>
                  <a:pt x="392910" y="784156"/>
                  <a:pt x="422762" y="804202"/>
                  <a:pt x="467363" y="815678"/>
                </a:cubicBezTo>
                <a:cubicBezTo>
                  <a:pt x="487199" y="820933"/>
                  <a:pt x="508355" y="824672"/>
                  <a:pt x="537693" y="816781"/>
                </a:cubicBezTo>
                <a:cubicBezTo>
                  <a:pt x="518386" y="812039"/>
                  <a:pt x="499567" y="812852"/>
                  <a:pt x="482019" y="811593"/>
                </a:cubicBezTo>
                <a:cubicBezTo>
                  <a:pt x="464472" y="810335"/>
                  <a:pt x="454949" y="806693"/>
                  <a:pt x="467050" y="795557"/>
                </a:cubicBezTo>
                <a:cubicBezTo>
                  <a:pt x="473772" y="789371"/>
                  <a:pt x="472878" y="784693"/>
                  <a:pt x="465734" y="780562"/>
                </a:cubicBezTo>
                <a:cubicBezTo>
                  <a:pt x="442763" y="767188"/>
                  <a:pt x="430336" y="747011"/>
                  <a:pt x="384526" y="749353"/>
                </a:cubicBezTo>
                <a:cubicBezTo>
                  <a:pt x="382123" y="749564"/>
                  <a:pt x="379622" y="748664"/>
                  <a:pt x="377146" y="748041"/>
                </a:cubicBezTo>
                <a:cubicBezTo>
                  <a:pt x="367744" y="745789"/>
                  <a:pt x="357358" y="743342"/>
                  <a:pt x="360089" y="735827"/>
                </a:cubicBezTo>
                <a:cubicBezTo>
                  <a:pt x="363301" y="728269"/>
                  <a:pt x="375652" y="725506"/>
                  <a:pt x="386634" y="723703"/>
                </a:cubicBezTo>
                <a:cubicBezTo>
                  <a:pt x="414823" y="719269"/>
                  <a:pt x="437543" y="724271"/>
                  <a:pt x="459375" y="730191"/>
                </a:cubicBezTo>
                <a:cubicBezTo>
                  <a:pt x="512487" y="744837"/>
                  <a:pt x="556932" y="765561"/>
                  <a:pt x="603200" y="785006"/>
                </a:cubicBezTo>
                <a:cubicBezTo>
                  <a:pt x="672604" y="814173"/>
                  <a:pt x="734250" y="848778"/>
                  <a:pt x="810521" y="873425"/>
                </a:cubicBezTo>
                <a:cubicBezTo>
                  <a:pt x="1037317" y="946423"/>
                  <a:pt x="1260943" y="1021938"/>
                  <a:pt x="1494102" y="1090180"/>
                </a:cubicBezTo>
                <a:cubicBezTo>
                  <a:pt x="1580109" y="1115371"/>
                  <a:pt x="1667892" y="1138728"/>
                  <a:pt x="1756565" y="1161167"/>
                </a:cubicBezTo>
                <a:cubicBezTo>
                  <a:pt x="1756899" y="1159458"/>
                  <a:pt x="1757282" y="1158305"/>
                  <a:pt x="1757592" y="1156319"/>
                </a:cubicBezTo>
                <a:cubicBezTo>
                  <a:pt x="1757470" y="1154931"/>
                  <a:pt x="1757324" y="1153264"/>
                  <a:pt x="1757202" y="1151876"/>
                </a:cubicBezTo>
                <a:cubicBezTo>
                  <a:pt x="1694452" y="1137796"/>
                  <a:pt x="1632540" y="1122242"/>
                  <a:pt x="1572453" y="1105409"/>
                </a:cubicBezTo>
                <a:cubicBezTo>
                  <a:pt x="1424942" y="1063789"/>
                  <a:pt x="1288864" y="1014450"/>
                  <a:pt x="1171972" y="951953"/>
                </a:cubicBezTo>
                <a:cubicBezTo>
                  <a:pt x="1162328" y="946924"/>
                  <a:pt x="1152112" y="946421"/>
                  <a:pt x="1137334" y="949118"/>
                </a:cubicBezTo>
                <a:cubicBezTo>
                  <a:pt x="1089682" y="958058"/>
                  <a:pt x="1074050" y="951035"/>
                  <a:pt x="1081493" y="925476"/>
                </a:cubicBezTo>
                <a:cubicBezTo>
                  <a:pt x="1083360" y="919155"/>
                  <a:pt x="1083403" y="914115"/>
                  <a:pt x="1074768" y="909555"/>
                </a:cubicBezTo>
                <a:cubicBezTo>
                  <a:pt x="1036165" y="889158"/>
                  <a:pt x="995714" y="869763"/>
                  <a:pt x="952019" y="852050"/>
                </a:cubicBezTo>
                <a:cubicBezTo>
                  <a:pt x="871170" y="819410"/>
                  <a:pt x="784821" y="790332"/>
                  <a:pt x="709017" y="754450"/>
                </a:cubicBezTo>
                <a:cubicBezTo>
                  <a:pt x="686747" y="743533"/>
                  <a:pt x="669617" y="730485"/>
                  <a:pt x="659046" y="714902"/>
                </a:cubicBezTo>
                <a:cubicBezTo>
                  <a:pt x="655674" y="709602"/>
                  <a:pt x="653624" y="702786"/>
                  <a:pt x="664793" y="697608"/>
                </a:cubicBezTo>
                <a:cubicBezTo>
                  <a:pt x="675483" y="692472"/>
                  <a:pt x="684069" y="696476"/>
                  <a:pt x="692052" y="699133"/>
                </a:cubicBezTo>
                <a:cubicBezTo>
                  <a:pt x="725451" y="709913"/>
                  <a:pt x="759355" y="720929"/>
                  <a:pt x="792779" y="731987"/>
                </a:cubicBezTo>
                <a:cubicBezTo>
                  <a:pt x="826682" y="743003"/>
                  <a:pt x="860155" y="754616"/>
                  <a:pt x="895574" y="766338"/>
                </a:cubicBezTo>
                <a:cubicBezTo>
                  <a:pt x="897416" y="759741"/>
                  <a:pt x="890085" y="758985"/>
                  <a:pt x="886044" y="757101"/>
                </a:cubicBezTo>
                <a:cubicBezTo>
                  <a:pt x="828975" y="730489"/>
                  <a:pt x="766861" y="707118"/>
                  <a:pt x="702924" y="685027"/>
                </a:cubicBezTo>
                <a:cubicBezTo>
                  <a:pt x="653460" y="667821"/>
                  <a:pt x="605342" y="649378"/>
                  <a:pt x="571540" y="622962"/>
                </a:cubicBezTo>
                <a:cubicBezTo>
                  <a:pt x="558524" y="612632"/>
                  <a:pt x="551227" y="601239"/>
                  <a:pt x="552940" y="587657"/>
                </a:cubicBezTo>
                <a:cubicBezTo>
                  <a:pt x="553537" y="583407"/>
                  <a:pt x="554132" y="579157"/>
                  <a:pt x="563623" y="576925"/>
                </a:cubicBezTo>
                <a:cubicBezTo>
                  <a:pt x="571217" y="575139"/>
                  <a:pt x="576243" y="577216"/>
                  <a:pt x="580332" y="579656"/>
                </a:cubicBezTo>
                <a:cubicBezTo>
                  <a:pt x="587500" y="584063"/>
                  <a:pt x="594668" y="588471"/>
                  <a:pt x="604623" y="591516"/>
                </a:cubicBezTo>
                <a:cubicBezTo>
                  <a:pt x="664350" y="609779"/>
                  <a:pt x="720426" y="630601"/>
                  <a:pt x="775136" y="652383"/>
                </a:cubicBezTo>
                <a:cubicBezTo>
                  <a:pt x="864952" y="687874"/>
                  <a:pt x="953882" y="724283"/>
                  <a:pt x="1057795" y="749301"/>
                </a:cubicBezTo>
                <a:cubicBezTo>
                  <a:pt x="1096889" y="758742"/>
                  <a:pt x="1137304" y="766668"/>
                  <a:pt x="1183454" y="768213"/>
                </a:cubicBezTo>
                <a:cubicBezTo>
                  <a:pt x="1181768" y="765563"/>
                  <a:pt x="1178737" y="764150"/>
                  <a:pt x="1175732" y="763015"/>
                </a:cubicBezTo>
                <a:cubicBezTo>
                  <a:pt x="1075170" y="726508"/>
                  <a:pt x="977850" y="688319"/>
                  <a:pt x="888743" y="644370"/>
                </a:cubicBezTo>
                <a:cubicBezTo>
                  <a:pt x="778881" y="590211"/>
                  <a:pt x="683912" y="529148"/>
                  <a:pt x="615490" y="455960"/>
                </a:cubicBezTo>
                <a:cubicBezTo>
                  <a:pt x="612312" y="452882"/>
                  <a:pt x="610122" y="449996"/>
                  <a:pt x="602432" y="450671"/>
                </a:cubicBezTo>
                <a:cubicBezTo>
                  <a:pt x="582748" y="452678"/>
                  <a:pt x="580338" y="447293"/>
                  <a:pt x="582418" y="437876"/>
                </a:cubicBezTo>
                <a:cubicBezTo>
                  <a:pt x="588134" y="414707"/>
                  <a:pt x="573498" y="396964"/>
                  <a:pt x="539211" y="387101"/>
                </a:cubicBezTo>
                <a:cubicBezTo>
                  <a:pt x="514350" y="379769"/>
                  <a:pt x="493430" y="373210"/>
                  <a:pt x="519748" y="352990"/>
                </a:cubicBezTo>
                <a:cubicBezTo>
                  <a:pt x="526113" y="348234"/>
                  <a:pt x="523173" y="342336"/>
                  <a:pt x="520282" y="336993"/>
                </a:cubicBezTo>
                <a:cubicBezTo>
                  <a:pt x="516186" y="328957"/>
                  <a:pt x="507910" y="322968"/>
                  <a:pt x="498650" y="316785"/>
                </a:cubicBezTo>
                <a:cubicBezTo>
                  <a:pt x="493501" y="313319"/>
                  <a:pt x="487271" y="308549"/>
                  <a:pt x="493610" y="303515"/>
                </a:cubicBezTo>
                <a:cubicBezTo>
                  <a:pt x="500838" y="297564"/>
                  <a:pt x="511247" y="300288"/>
                  <a:pt x="519565" y="301237"/>
                </a:cubicBezTo>
                <a:cubicBezTo>
                  <a:pt x="557715" y="305444"/>
                  <a:pt x="581118" y="318221"/>
                  <a:pt x="592560" y="338204"/>
                </a:cubicBezTo>
                <a:cubicBezTo>
                  <a:pt x="599979" y="350985"/>
                  <a:pt x="609184" y="351016"/>
                  <a:pt x="627076" y="339652"/>
                </a:cubicBezTo>
                <a:cubicBezTo>
                  <a:pt x="647275" y="326965"/>
                  <a:pt x="664147" y="326044"/>
                  <a:pt x="679640" y="336997"/>
                </a:cubicBezTo>
                <a:cubicBezTo>
                  <a:pt x="692054" y="345981"/>
                  <a:pt x="702112" y="355732"/>
                  <a:pt x="716352" y="363437"/>
                </a:cubicBezTo>
                <a:cubicBezTo>
                  <a:pt x="754546" y="384710"/>
                  <a:pt x="790508" y="408138"/>
                  <a:pt x="869745" y="400343"/>
                </a:cubicBezTo>
                <a:cubicBezTo>
                  <a:pt x="847718" y="392203"/>
                  <a:pt x="825656" y="394699"/>
                  <a:pt x="806641" y="393290"/>
                </a:cubicBezTo>
                <a:cubicBezTo>
                  <a:pt x="792988" y="392249"/>
                  <a:pt x="779165" y="389265"/>
                  <a:pt x="791435" y="380072"/>
                </a:cubicBezTo>
                <a:cubicBezTo>
                  <a:pt x="805532" y="369601"/>
                  <a:pt x="796441" y="365362"/>
                  <a:pt x="787709" y="359692"/>
                </a:cubicBezTo>
                <a:cubicBezTo>
                  <a:pt x="767647" y="346342"/>
                  <a:pt x="751260" y="330710"/>
                  <a:pt x="711071" y="330880"/>
                </a:cubicBezTo>
                <a:cubicBezTo>
                  <a:pt x="704773" y="330873"/>
                  <a:pt x="699699" y="328240"/>
                  <a:pt x="694722" y="326718"/>
                </a:cubicBezTo>
                <a:cubicBezTo>
                  <a:pt x="687749" y="324532"/>
                  <a:pt x="681713" y="321984"/>
                  <a:pt x="684613" y="316412"/>
                </a:cubicBezTo>
                <a:cubicBezTo>
                  <a:pt x="687565" y="311396"/>
                  <a:pt x="694531" y="307986"/>
                  <a:pt x="703615" y="306629"/>
                </a:cubicBezTo>
                <a:cubicBezTo>
                  <a:pt x="711738" y="305356"/>
                  <a:pt x="720365" y="304319"/>
                  <a:pt x="728585" y="304157"/>
                </a:cubicBezTo>
                <a:cubicBezTo>
                  <a:pt x="765287" y="302895"/>
                  <a:pt x="791378" y="313197"/>
                  <a:pt x="817397" y="322666"/>
                </a:cubicBezTo>
                <a:cubicBezTo>
                  <a:pt x="908436" y="355531"/>
                  <a:pt x="989341" y="394323"/>
                  <a:pt x="1073943" y="431110"/>
                </a:cubicBezTo>
                <a:cubicBezTo>
                  <a:pt x="1158521" y="467620"/>
                  <a:pt x="1256741" y="493978"/>
                  <a:pt x="1349484" y="524175"/>
                </a:cubicBezTo>
                <a:cubicBezTo>
                  <a:pt x="1563417" y="594105"/>
                  <a:pt x="1778287" y="663672"/>
                  <a:pt x="2004921" y="723811"/>
                </a:cubicBezTo>
                <a:cubicBezTo>
                  <a:pt x="2226580" y="782429"/>
                  <a:pt x="2967159" y="809769"/>
                  <a:pt x="3111348" y="808027"/>
                </a:cubicBezTo>
                <a:cubicBezTo>
                  <a:pt x="3295676" y="805559"/>
                  <a:pt x="3730204" y="773014"/>
                  <a:pt x="4173417" y="745585"/>
                </a:cubicBezTo>
                <a:cubicBezTo>
                  <a:pt x="4223504" y="742307"/>
                  <a:pt x="4272653" y="739393"/>
                  <a:pt x="4324760" y="737057"/>
                </a:cubicBezTo>
                <a:cubicBezTo>
                  <a:pt x="5801059" y="670156"/>
                  <a:pt x="6841344" y="326433"/>
                  <a:pt x="6893789" y="305879"/>
                </a:cubicBezTo>
                <a:cubicBezTo>
                  <a:pt x="6978091" y="273014"/>
                  <a:pt x="7258655" y="208091"/>
                  <a:pt x="7259184" y="208604"/>
                </a:cubicBezTo>
                <a:cubicBezTo>
                  <a:pt x="7265440" y="213652"/>
                  <a:pt x="7297274" y="217644"/>
                  <a:pt x="7323059" y="220312"/>
                </a:cubicBezTo>
                <a:lnTo>
                  <a:pt x="7347572" y="222730"/>
                </a:lnTo>
                <a:lnTo>
                  <a:pt x="7350636" y="224083"/>
                </a:lnTo>
                <a:cubicBezTo>
                  <a:pt x="7359607" y="224205"/>
                  <a:pt x="7359159" y="223929"/>
                  <a:pt x="7353245" y="223290"/>
                </a:cubicBezTo>
                <a:lnTo>
                  <a:pt x="7347572" y="222730"/>
                </a:lnTo>
                <a:lnTo>
                  <a:pt x="7342573" y="220523"/>
                </a:lnTo>
                <a:cubicBezTo>
                  <a:pt x="7341302" y="218466"/>
                  <a:pt x="7341191" y="215818"/>
                  <a:pt x="7341465" y="213415"/>
                </a:cubicBezTo>
                <a:cubicBezTo>
                  <a:pt x="7342771" y="200707"/>
                  <a:pt x="7352468" y="189782"/>
                  <a:pt x="7375606" y="182994"/>
                </a:cubicBezTo>
                <a:cubicBezTo>
                  <a:pt x="7397808" y="176568"/>
                  <a:pt x="7420538" y="170655"/>
                  <a:pt x="7443270" y="164742"/>
                </a:cubicBezTo>
                <a:cubicBezTo>
                  <a:pt x="7462204" y="159722"/>
                  <a:pt x="7475181" y="158583"/>
                  <a:pt x="7478299" y="172021"/>
                </a:cubicBezTo>
                <a:cubicBezTo>
                  <a:pt x="7481416" y="185460"/>
                  <a:pt x="7508389" y="189249"/>
                  <a:pt x="7524024" y="179761"/>
                </a:cubicBezTo>
                <a:cubicBezTo>
                  <a:pt x="7585174" y="142492"/>
                  <a:pt x="7658615" y="112820"/>
                  <a:pt x="7727944" y="80430"/>
                </a:cubicBezTo>
                <a:cubicBezTo>
                  <a:pt x="7776349" y="57992"/>
                  <a:pt x="7827303" y="37009"/>
                  <a:pt x="7867024" y="9456"/>
                </a:cubicBezTo>
                <a:cubicBezTo>
                  <a:pt x="7874326" y="4338"/>
                  <a:pt x="7880999" y="-2404"/>
                  <a:pt x="7894848" y="85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971634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488F6DB-AE81-4C8D-B1F2-045AB0C89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video&#10;&#10;AI-generated content may be incorrect.">
            <a:extLst>
              <a:ext uri="{FF2B5EF4-FFF2-40B4-BE49-F238E27FC236}">
                <a16:creationId xmlns:a16="http://schemas.microsoft.com/office/drawing/2014/main" id="{894BB15F-DAD8-D30D-8017-E6B33E97AB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0" name="Graphic 1">
            <a:extLst>
              <a:ext uri="{FF2B5EF4-FFF2-40B4-BE49-F238E27FC236}">
                <a16:creationId xmlns:a16="http://schemas.microsoft.com/office/drawing/2014/main" id="{721F817A-BF7E-440D-B296-66D86EDB0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>
              <a:alpha val="89000"/>
            </a:schemeClr>
          </a:solidFill>
          <a:ln w="32707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19B3B8-83B8-82F2-C665-A472AEDAB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4376" y="1720078"/>
            <a:ext cx="5861106" cy="1439331"/>
          </a:xfrm>
        </p:spPr>
        <p:txBody>
          <a:bodyPr anchor="b">
            <a:normAutofit/>
          </a:bodyPr>
          <a:lstStyle/>
          <a:p>
            <a:r>
              <a:rPr lang="en-US" i="0">
                <a:ea typeface="+mj-lt"/>
                <a:cs typeface="+mj-lt"/>
              </a:rPr>
              <a:t>5.1 Sample from Our Journey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DEDB024-C606-F1E4-D1B9-C4A3046BB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4374" y="3311905"/>
            <a:ext cx="5861107" cy="187234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"Learning Path: How to Learn Beyond Exams"</a:t>
            </a:r>
            <a:r>
              <a:rPr lang="en-US" sz="2000">
                <a:ea typeface="+mn-lt"/>
                <a:cs typeface="+mn-lt"/>
              </a:rPr>
              <a:t> led by </a:t>
            </a:r>
            <a:r>
              <a:rPr lang="en-US" sz="2000" b="1">
                <a:ea typeface="+mn-lt"/>
                <a:cs typeface="+mn-lt"/>
              </a:rPr>
              <a:t>Dr. Salem Matiwos</a:t>
            </a:r>
            <a:r>
              <a:rPr lang="en-US" sz="2000">
                <a:ea typeface="+mn-lt"/>
                <a:cs typeface="+mn-lt"/>
              </a:rPr>
              <a:t>.</a:t>
            </a:r>
            <a:br>
              <a:rPr lang="en-US" sz="2000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 It emphasized developing long-term skills and going beyond just passing tests.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922657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488F6DB-AE81-4C8D-B1F2-045AB0C89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hat&#10;&#10;AI-generated content may be incorrect.">
            <a:extLst>
              <a:ext uri="{FF2B5EF4-FFF2-40B4-BE49-F238E27FC236}">
                <a16:creationId xmlns:a16="http://schemas.microsoft.com/office/drawing/2014/main" id="{531E903F-C4A2-D87D-F58D-247A245DC0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279" b="486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Graphic 1">
            <a:extLst>
              <a:ext uri="{FF2B5EF4-FFF2-40B4-BE49-F238E27FC236}">
                <a16:creationId xmlns:a16="http://schemas.microsoft.com/office/drawing/2014/main" id="{721F817A-BF7E-440D-B296-66D86EDB0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>
              <a:alpha val="89000"/>
            </a:schemeClr>
          </a:solidFill>
          <a:ln w="32707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A11D8-30E2-74B4-C65C-6A6B154F9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4376" y="1720078"/>
            <a:ext cx="5861106" cy="1439331"/>
          </a:xfrm>
        </p:spPr>
        <p:txBody>
          <a:bodyPr anchor="b">
            <a:normAutofit/>
          </a:bodyPr>
          <a:lstStyle/>
          <a:p>
            <a:r>
              <a:rPr lang="en-US" sz="3700" i="0">
                <a:ea typeface="+mj-lt"/>
                <a:cs typeface="+mj-lt"/>
              </a:rPr>
              <a:t>5.2 Communication and Task Coordination</a:t>
            </a:r>
            <a:endParaRPr lang="en-US" sz="370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CA0A996-B00D-E31E-C7A1-778FD9C7E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4374" y="3311905"/>
            <a:ext cx="5861107" cy="187234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This screenshot shows how we received </a:t>
            </a:r>
            <a:r>
              <a:rPr lang="en-US" sz="1700" b="1">
                <a:ea typeface="+mn-lt"/>
                <a:cs typeface="+mn-lt"/>
              </a:rPr>
              <a:t>quizzes, deadlines, and expert session links</a:t>
            </a:r>
            <a:r>
              <a:rPr lang="en-US" sz="1700">
                <a:ea typeface="+mn-lt"/>
                <a:cs typeface="+mn-lt"/>
              </a:rPr>
              <a:t> through a </a:t>
            </a:r>
            <a:r>
              <a:rPr lang="en-US" sz="1700" b="1">
                <a:ea typeface="+mn-lt"/>
                <a:cs typeface="+mn-lt"/>
              </a:rPr>
              <a:t>Telegram group</a:t>
            </a:r>
            <a:r>
              <a:rPr lang="en-US" sz="1700">
                <a:ea typeface="+mn-lt"/>
                <a:cs typeface="+mn-lt"/>
              </a:rPr>
              <a:t> led by the Education Team.</a:t>
            </a:r>
            <a:br>
              <a:rPr lang="en-US" sz="1700">
                <a:ea typeface="+mn-lt"/>
                <a:cs typeface="+mn-lt"/>
              </a:rPr>
            </a:br>
            <a:r>
              <a:rPr lang="en-US" sz="1700">
                <a:ea typeface="+mn-lt"/>
                <a:cs typeface="+mn-lt"/>
              </a:rPr>
              <a:t> It reflects how our tasks were shared, organized, and tracked throughout the Medicine Basics program.</a:t>
            </a:r>
            <a:endParaRPr lang="en-US" sz="1700"/>
          </a:p>
          <a:p>
            <a:pPr>
              <a:lnSpc>
                <a:spcPct val="90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4469458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488F6DB-AE81-4C8D-B1F2-045AB0C89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web page&#10;&#10;AI-generated content may be incorrect.">
            <a:extLst>
              <a:ext uri="{FF2B5EF4-FFF2-40B4-BE49-F238E27FC236}">
                <a16:creationId xmlns:a16="http://schemas.microsoft.com/office/drawing/2014/main" id="{38A6E9EC-1B39-003E-82CC-0D9802499C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6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Graphic 1">
            <a:extLst>
              <a:ext uri="{FF2B5EF4-FFF2-40B4-BE49-F238E27FC236}">
                <a16:creationId xmlns:a16="http://schemas.microsoft.com/office/drawing/2014/main" id="{721F817A-BF7E-440D-B296-66D86EDB0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>
              <a:alpha val="89000"/>
            </a:schemeClr>
          </a:solidFill>
          <a:ln w="32707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E8412-EC79-FCBA-2296-C13C979C9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4376" y="1720078"/>
            <a:ext cx="5861106" cy="1439331"/>
          </a:xfrm>
        </p:spPr>
        <p:txBody>
          <a:bodyPr anchor="b">
            <a:normAutofit/>
          </a:bodyPr>
          <a:lstStyle/>
          <a:p>
            <a:r>
              <a:rPr lang="en-US" i="0">
                <a:ea typeface="+mj-lt"/>
                <a:cs typeface="+mj-lt"/>
              </a:rPr>
              <a:t>5.3 Learning Through Khan Academy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240719F-90C5-A77F-FF23-176BA2A7D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4374" y="3311905"/>
            <a:ext cx="5861107" cy="187234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This screenshot shows my </a:t>
            </a:r>
            <a:r>
              <a:rPr lang="en-US" sz="1700" b="1">
                <a:ea typeface="+mn-lt"/>
                <a:cs typeface="+mn-lt"/>
              </a:rPr>
              <a:t>progress in the Medicine Basics course</a:t>
            </a:r>
            <a:r>
              <a:rPr lang="en-US" sz="1700">
                <a:ea typeface="+mn-lt"/>
                <a:cs typeface="+mn-lt"/>
              </a:rPr>
              <a:t> on </a:t>
            </a:r>
            <a:r>
              <a:rPr lang="en-US" sz="1700" b="1">
                <a:ea typeface="+mn-lt"/>
                <a:cs typeface="+mn-lt"/>
              </a:rPr>
              <a:t>Khan Academy</a:t>
            </a:r>
            <a:r>
              <a:rPr lang="en-US" sz="1700">
                <a:ea typeface="+mn-lt"/>
                <a:cs typeface="+mn-lt"/>
              </a:rPr>
              <a:t>.</a:t>
            </a:r>
            <a:br>
              <a:rPr lang="en-US" sz="1700">
                <a:ea typeface="+mn-lt"/>
                <a:cs typeface="+mn-lt"/>
              </a:rPr>
            </a:br>
            <a:r>
              <a:rPr lang="en-US" sz="1700">
                <a:ea typeface="+mn-lt"/>
                <a:cs typeface="+mn-lt"/>
              </a:rPr>
              <a:t> I explored subjects like </a:t>
            </a:r>
            <a:r>
              <a:rPr lang="en-US" sz="1700" b="1">
                <a:ea typeface="+mn-lt"/>
                <a:cs typeface="+mn-lt"/>
              </a:rPr>
              <a:t>College Chemistry and Biology</a:t>
            </a:r>
            <a:r>
              <a:rPr lang="en-US" sz="1700">
                <a:ea typeface="+mn-lt"/>
                <a:cs typeface="+mn-lt"/>
              </a:rPr>
              <a:t>, mastering topics such as </a:t>
            </a:r>
            <a:r>
              <a:rPr lang="en-US" sz="1700" b="1">
                <a:ea typeface="+mn-lt"/>
                <a:cs typeface="+mn-lt"/>
              </a:rPr>
              <a:t>cellular energetics</a:t>
            </a:r>
            <a:r>
              <a:rPr lang="en-US" sz="1700">
                <a:ea typeface="+mn-lt"/>
                <a:cs typeface="+mn-lt"/>
              </a:rPr>
              <a:t>, </a:t>
            </a:r>
            <a:r>
              <a:rPr lang="en-US" sz="1700" b="1">
                <a:ea typeface="+mn-lt"/>
                <a:cs typeface="+mn-lt"/>
              </a:rPr>
              <a:t>chemical reactions</a:t>
            </a:r>
            <a:r>
              <a:rPr lang="en-US" sz="1700">
                <a:ea typeface="+mn-lt"/>
                <a:cs typeface="+mn-lt"/>
              </a:rPr>
              <a:t>, and </a:t>
            </a:r>
            <a:r>
              <a:rPr lang="en-US" sz="1700" b="1">
                <a:ea typeface="+mn-lt"/>
                <a:cs typeface="+mn-lt"/>
              </a:rPr>
              <a:t>heredity</a:t>
            </a:r>
            <a:r>
              <a:rPr lang="en-US" sz="1700">
                <a:ea typeface="+mn-lt"/>
                <a:cs typeface="+mn-lt"/>
              </a:rPr>
              <a:t>, which deepened my understanding of medical science.</a:t>
            </a: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9504101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>
            <a:extLst>
              <a:ext uri="{FF2B5EF4-FFF2-40B4-BE49-F238E27FC236}">
                <a16:creationId xmlns:a16="http://schemas.microsoft.com/office/drawing/2014/main" id="{0D57E7FA-E8FC-45AC-868F-CDC814493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599854" y="527562"/>
            <a:ext cx="6992292" cy="5102484"/>
          </a:xfrm>
          <a:custGeom>
            <a:avLst/>
            <a:gdLst/>
            <a:ahLst/>
            <a:cxnLst/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54DEE1C-7FD6-4FA0-A96A-BDF952F19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871BD-AF5A-D1DC-3386-2E6E9F945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370227"/>
            <a:ext cx="9144000" cy="11931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6. Important Insight</a:t>
            </a:r>
          </a:p>
        </p:txBody>
      </p:sp>
      <p:pic>
        <p:nvPicPr>
          <p:cNvPr id="3" name="Picture 2" descr="Understanding Consumer Insights: How to ...">
            <a:extLst>
              <a:ext uri="{FF2B5EF4-FFF2-40B4-BE49-F238E27FC236}">
                <a16:creationId xmlns:a16="http://schemas.microsoft.com/office/drawing/2014/main" id="{4364F0FD-E8B8-C644-E797-4D7947807F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146" b="11689"/>
          <a:stretch>
            <a:fillRect/>
          </a:stretch>
        </p:blipFill>
        <p:spPr>
          <a:xfrm>
            <a:off x="1690046" y="386205"/>
            <a:ext cx="8903441" cy="3766876"/>
          </a:xfrm>
          <a:custGeom>
            <a:avLst/>
            <a:gdLst/>
            <a:ahLst/>
            <a:cxnLst/>
            <a:rect l="l" t="t" r="r" b="b"/>
            <a:pathLst>
              <a:path w="8903441" h="3766876">
                <a:moveTo>
                  <a:pt x="8890380" y="1667288"/>
                </a:moveTo>
                <a:lnTo>
                  <a:pt x="8895460" y="1677046"/>
                </a:lnTo>
                <a:cubicBezTo>
                  <a:pt x="8905866" y="1703466"/>
                  <a:pt x="8906717" y="1724063"/>
                  <a:pt x="8894323" y="1729738"/>
                </a:cubicBezTo>
                <a:lnTo>
                  <a:pt x="8891365" y="1729349"/>
                </a:lnTo>
                <a:lnTo>
                  <a:pt x="8891421" y="1712412"/>
                </a:lnTo>
                <a:cubicBezTo>
                  <a:pt x="8891337" y="1700170"/>
                  <a:pt x="8891138" y="1688653"/>
                  <a:pt x="8890856" y="1678595"/>
                </a:cubicBezTo>
                <a:close/>
                <a:moveTo>
                  <a:pt x="8888451" y="1641624"/>
                </a:moveTo>
                <a:cubicBezTo>
                  <a:pt x="8888927" y="1642911"/>
                  <a:pt x="8889388" y="1647125"/>
                  <a:pt x="8889800" y="1653531"/>
                </a:cubicBezTo>
                <a:lnTo>
                  <a:pt x="8890380" y="1667288"/>
                </a:lnTo>
                <a:lnTo>
                  <a:pt x="8884645" y="1656272"/>
                </a:lnTo>
                <a:lnTo>
                  <a:pt x="8886368" y="1643902"/>
                </a:lnTo>
                <a:cubicBezTo>
                  <a:pt x="8887058" y="1640758"/>
                  <a:pt x="8887743" y="1639762"/>
                  <a:pt x="8888451" y="1641624"/>
                </a:cubicBezTo>
                <a:close/>
                <a:moveTo>
                  <a:pt x="999724" y="1241031"/>
                </a:moveTo>
                <a:cubicBezTo>
                  <a:pt x="998379" y="1242269"/>
                  <a:pt x="996554" y="1243547"/>
                  <a:pt x="995210" y="1244785"/>
                </a:cubicBezTo>
                <a:cubicBezTo>
                  <a:pt x="1005261" y="1248940"/>
                  <a:pt x="1015746" y="1252497"/>
                  <a:pt x="1025774" y="1256374"/>
                </a:cubicBezTo>
                <a:cubicBezTo>
                  <a:pt x="1037480" y="1257305"/>
                  <a:pt x="1049668" y="1258195"/>
                  <a:pt x="1060894" y="1259168"/>
                </a:cubicBezTo>
                <a:cubicBezTo>
                  <a:pt x="1040504" y="1253123"/>
                  <a:pt x="1020115" y="1247076"/>
                  <a:pt x="999724" y="1241031"/>
                </a:cubicBezTo>
                <a:close/>
                <a:moveTo>
                  <a:pt x="1319296" y="820371"/>
                </a:moveTo>
                <a:cubicBezTo>
                  <a:pt x="1421680" y="872109"/>
                  <a:pt x="1548101" y="905226"/>
                  <a:pt x="1681342" y="933268"/>
                </a:cubicBezTo>
                <a:cubicBezTo>
                  <a:pt x="1683167" y="931988"/>
                  <a:pt x="1684512" y="930751"/>
                  <a:pt x="1686338" y="929471"/>
                </a:cubicBezTo>
                <a:cubicBezTo>
                  <a:pt x="1563998" y="893197"/>
                  <a:pt x="1441635" y="856646"/>
                  <a:pt x="1319296" y="820371"/>
                </a:cubicBezTo>
                <a:close/>
                <a:moveTo>
                  <a:pt x="7894848" y="858"/>
                </a:moveTo>
                <a:cubicBezTo>
                  <a:pt x="7906700" y="3455"/>
                  <a:pt x="7910528" y="8436"/>
                  <a:pt x="7907341" y="16271"/>
                </a:cubicBezTo>
                <a:cubicBezTo>
                  <a:pt x="7902882" y="26177"/>
                  <a:pt x="7893520" y="35394"/>
                  <a:pt x="7882642" y="43904"/>
                </a:cubicBezTo>
                <a:cubicBezTo>
                  <a:pt x="7831903" y="83897"/>
                  <a:pt x="7856047" y="94090"/>
                  <a:pt x="7927648" y="93123"/>
                </a:cubicBezTo>
                <a:cubicBezTo>
                  <a:pt x="7991511" y="92274"/>
                  <a:pt x="8055318" y="85274"/>
                  <a:pt x="8119655" y="78787"/>
                </a:cubicBezTo>
                <a:cubicBezTo>
                  <a:pt x="8151329" y="75447"/>
                  <a:pt x="8152942" y="77265"/>
                  <a:pt x="8141786" y="93635"/>
                </a:cubicBezTo>
                <a:cubicBezTo>
                  <a:pt x="8123815" y="120677"/>
                  <a:pt x="8122595" y="145410"/>
                  <a:pt x="8151055" y="166138"/>
                </a:cubicBezTo>
                <a:cubicBezTo>
                  <a:pt x="8157767" y="170866"/>
                  <a:pt x="8162605" y="176318"/>
                  <a:pt x="8160811" y="183471"/>
                </a:cubicBezTo>
                <a:cubicBezTo>
                  <a:pt x="8152723" y="212724"/>
                  <a:pt x="8169841" y="236686"/>
                  <a:pt x="8187466" y="260884"/>
                </a:cubicBezTo>
                <a:cubicBezTo>
                  <a:pt x="8217175" y="301371"/>
                  <a:pt x="8254836" y="338641"/>
                  <a:pt x="8295790" y="374783"/>
                </a:cubicBezTo>
                <a:cubicBezTo>
                  <a:pt x="8324664" y="400232"/>
                  <a:pt x="8342922" y="431650"/>
                  <a:pt x="8406170" y="440370"/>
                </a:cubicBezTo>
                <a:cubicBezTo>
                  <a:pt x="8421364" y="442394"/>
                  <a:pt x="8426373" y="449790"/>
                  <a:pt x="8420903" y="459225"/>
                </a:cubicBezTo>
                <a:cubicBezTo>
                  <a:pt x="8402820" y="490474"/>
                  <a:pt x="8417534" y="514648"/>
                  <a:pt x="8450800" y="534955"/>
                </a:cubicBezTo>
                <a:cubicBezTo>
                  <a:pt x="8462563" y="542037"/>
                  <a:pt x="8458146" y="546902"/>
                  <a:pt x="8442097" y="551669"/>
                </a:cubicBezTo>
                <a:cubicBezTo>
                  <a:pt x="8423667" y="556925"/>
                  <a:pt x="8409328" y="564619"/>
                  <a:pt x="8398067" y="574282"/>
                </a:cubicBezTo>
                <a:cubicBezTo>
                  <a:pt x="8379577" y="589897"/>
                  <a:pt x="8370872" y="606612"/>
                  <a:pt x="8363634" y="623477"/>
                </a:cubicBezTo>
                <a:cubicBezTo>
                  <a:pt x="8352394" y="649929"/>
                  <a:pt x="8339133" y="675439"/>
                  <a:pt x="8295388" y="695789"/>
                </a:cubicBezTo>
                <a:cubicBezTo>
                  <a:pt x="8282368" y="701969"/>
                  <a:pt x="8271923" y="709882"/>
                  <a:pt x="8260972" y="717559"/>
                </a:cubicBezTo>
                <a:cubicBezTo>
                  <a:pt x="8264466" y="724248"/>
                  <a:pt x="8273101" y="728807"/>
                  <a:pt x="8289132" y="729358"/>
                </a:cubicBezTo>
                <a:cubicBezTo>
                  <a:pt x="8391169" y="732995"/>
                  <a:pt x="8386647" y="769770"/>
                  <a:pt x="8387346" y="810845"/>
                </a:cubicBezTo>
                <a:cubicBezTo>
                  <a:pt x="8388418" y="861681"/>
                  <a:pt x="8330862" y="890238"/>
                  <a:pt x="8259532" y="916368"/>
                </a:cubicBezTo>
                <a:cubicBezTo>
                  <a:pt x="8235122" y="925226"/>
                  <a:pt x="8199529" y="928071"/>
                  <a:pt x="8191769" y="950020"/>
                </a:cubicBezTo>
                <a:cubicBezTo>
                  <a:pt x="8234379" y="966427"/>
                  <a:pt x="8282955" y="945934"/>
                  <a:pt x="8327664" y="947606"/>
                </a:cubicBezTo>
                <a:cubicBezTo>
                  <a:pt x="8364609" y="949119"/>
                  <a:pt x="8424473" y="941347"/>
                  <a:pt x="8378206" y="982626"/>
                </a:cubicBezTo>
                <a:cubicBezTo>
                  <a:pt x="8364736" y="994722"/>
                  <a:pt x="8382242" y="1001021"/>
                  <a:pt x="8400605" y="1000529"/>
                </a:cubicBezTo>
                <a:cubicBezTo>
                  <a:pt x="8549357" y="995586"/>
                  <a:pt x="8487684" y="1076555"/>
                  <a:pt x="8538706" y="1111533"/>
                </a:cubicBezTo>
                <a:cubicBezTo>
                  <a:pt x="8553092" y="1120905"/>
                  <a:pt x="8540810" y="1141011"/>
                  <a:pt x="8520556" y="1147547"/>
                </a:cubicBezTo>
                <a:cubicBezTo>
                  <a:pt x="8392015" y="1189611"/>
                  <a:pt x="8380569" y="1263373"/>
                  <a:pt x="8322605" y="1331423"/>
                </a:cubicBezTo>
                <a:cubicBezTo>
                  <a:pt x="8393509" y="1350105"/>
                  <a:pt x="8476647" y="1348124"/>
                  <a:pt x="8552563" y="1357692"/>
                </a:cubicBezTo>
                <a:cubicBezTo>
                  <a:pt x="8631413" y="1367560"/>
                  <a:pt x="8632510" y="1380057"/>
                  <a:pt x="8572872" y="1434543"/>
                </a:cubicBezTo>
                <a:cubicBezTo>
                  <a:pt x="8740108" y="1430496"/>
                  <a:pt x="8740108" y="1430496"/>
                  <a:pt x="8695911" y="1511890"/>
                </a:cubicBezTo>
                <a:cubicBezTo>
                  <a:pt x="8766152" y="1509223"/>
                  <a:pt x="8835070" y="1574251"/>
                  <a:pt x="8873147" y="1634187"/>
                </a:cubicBezTo>
                <a:lnTo>
                  <a:pt x="8884645" y="1656272"/>
                </a:lnTo>
                <a:lnTo>
                  <a:pt x="8884254" y="1659075"/>
                </a:lnTo>
                <a:cubicBezTo>
                  <a:pt x="8882795" y="1672543"/>
                  <a:pt x="8881198" y="1691773"/>
                  <a:pt x="8879232" y="1711097"/>
                </a:cubicBezTo>
                <a:lnTo>
                  <a:pt x="8877347" y="1727504"/>
                </a:lnTo>
                <a:lnTo>
                  <a:pt x="8865337" y="1725923"/>
                </a:lnTo>
                <a:cubicBezTo>
                  <a:pt x="8855639" y="1721668"/>
                  <a:pt x="8848716" y="1720054"/>
                  <a:pt x="8843722" y="1720152"/>
                </a:cubicBezTo>
                <a:cubicBezTo>
                  <a:pt x="8828739" y="1720444"/>
                  <a:pt x="8831115" y="1736133"/>
                  <a:pt x="8828004" y="1742073"/>
                </a:cubicBezTo>
                <a:cubicBezTo>
                  <a:pt x="8817547" y="1760900"/>
                  <a:pt x="8843589" y="1770647"/>
                  <a:pt x="8861127" y="1782820"/>
                </a:cubicBezTo>
                <a:cubicBezTo>
                  <a:pt x="8867694" y="1787281"/>
                  <a:pt x="8872382" y="1766445"/>
                  <a:pt x="8875975" y="1739445"/>
                </a:cubicBezTo>
                <a:lnTo>
                  <a:pt x="8877347" y="1727504"/>
                </a:lnTo>
                <a:lnTo>
                  <a:pt x="8891365" y="1729349"/>
                </a:lnTo>
                <a:lnTo>
                  <a:pt x="8891294" y="1750579"/>
                </a:lnTo>
                <a:cubicBezTo>
                  <a:pt x="8890576" y="1802412"/>
                  <a:pt x="8887485" y="1854103"/>
                  <a:pt x="8879895" y="1858687"/>
                </a:cubicBezTo>
                <a:cubicBezTo>
                  <a:pt x="8799411" y="1907447"/>
                  <a:pt x="8858072" y="1996322"/>
                  <a:pt x="8700018" y="2022228"/>
                </a:cubicBezTo>
                <a:cubicBezTo>
                  <a:pt x="8628887" y="2034069"/>
                  <a:pt x="8597252" y="2070985"/>
                  <a:pt x="8546517" y="2094468"/>
                </a:cubicBezTo>
                <a:cubicBezTo>
                  <a:pt x="8369592" y="2175758"/>
                  <a:pt x="8254890" y="2270617"/>
                  <a:pt x="8208310" y="2391116"/>
                </a:cubicBezTo>
                <a:cubicBezTo>
                  <a:pt x="8195251" y="2424444"/>
                  <a:pt x="8137916" y="2455501"/>
                  <a:pt x="8101924" y="2486924"/>
                </a:cubicBezTo>
                <a:cubicBezTo>
                  <a:pt x="8122498" y="2506105"/>
                  <a:pt x="8219539" y="2452814"/>
                  <a:pt x="8188722" y="2510086"/>
                </a:cubicBezTo>
                <a:cubicBezTo>
                  <a:pt x="8165388" y="2553270"/>
                  <a:pt x="8098391" y="2584616"/>
                  <a:pt x="8035596" y="2614194"/>
                </a:cubicBezTo>
                <a:cubicBezTo>
                  <a:pt x="7963481" y="2647947"/>
                  <a:pt x="7883214" y="2677100"/>
                  <a:pt x="7854509" y="2730830"/>
                </a:cubicBezTo>
                <a:cubicBezTo>
                  <a:pt x="7848249" y="2742293"/>
                  <a:pt x="6341566" y="3671513"/>
                  <a:pt x="4141410" y="3763614"/>
                </a:cubicBezTo>
                <a:cubicBezTo>
                  <a:pt x="3781875" y="3778662"/>
                  <a:pt x="2353277" y="3737838"/>
                  <a:pt x="2161737" y="3718831"/>
                </a:cubicBezTo>
                <a:cubicBezTo>
                  <a:pt x="1964811" y="3699179"/>
                  <a:pt x="1793107" y="3646810"/>
                  <a:pt x="1591600" y="3635674"/>
                </a:cubicBezTo>
                <a:cubicBezTo>
                  <a:pt x="1485018" y="3629919"/>
                  <a:pt x="1381185" y="3611329"/>
                  <a:pt x="1390654" y="3531585"/>
                </a:cubicBezTo>
                <a:cubicBezTo>
                  <a:pt x="1393510" y="3508948"/>
                  <a:pt x="1364047" y="3493344"/>
                  <a:pt x="1320867" y="3503571"/>
                </a:cubicBezTo>
                <a:cubicBezTo>
                  <a:pt x="1239265" y="3523046"/>
                  <a:pt x="1198946" y="3494124"/>
                  <a:pt x="1150681" y="3474015"/>
                </a:cubicBezTo>
                <a:cubicBezTo>
                  <a:pt x="1065213" y="3438422"/>
                  <a:pt x="982868" y="3399757"/>
                  <a:pt x="851974" y="3403971"/>
                </a:cubicBezTo>
                <a:cubicBezTo>
                  <a:pt x="873994" y="3367898"/>
                  <a:pt x="917237" y="3369420"/>
                  <a:pt x="956780" y="3372944"/>
                </a:cubicBezTo>
                <a:cubicBezTo>
                  <a:pt x="1061276" y="3382521"/>
                  <a:pt x="1164043" y="3394488"/>
                  <a:pt x="1268515" y="3403788"/>
                </a:cubicBezTo>
                <a:cubicBezTo>
                  <a:pt x="1336376" y="3409863"/>
                  <a:pt x="1404651" y="3420660"/>
                  <a:pt x="1492884" y="3399484"/>
                </a:cubicBezTo>
                <a:cubicBezTo>
                  <a:pt x="1410006" y="3338199"/>
                  <a:pt x="1277736" y="3337777"/>
                  <a:pt x="1169657" y="3325996"/>
                </a:cubicBezTo>
                <a:cubicBezTo>
                  <a:pt x="1034677" y="3311259"/>
                  <a:pt x="951965" y="3268429"/>
                  <a:pt x="853866" y="3221353"/>
                </a:cubicBezTo>
                <a:cubicBezTo>
                  <a:pt x="950752" y="3199416"/>
                  <a:pt x="1014418" y="3234964"/>
                  <a:pt x="1090648" y="3226034"/>
                </a:cubicBezTo>
                <a:cubicBezTo>
                  <a:pt x="1094340" y="3218434"/>
                  <a:pt x="1100169" y="3207568"/>
                  <a:pt x="1099183" y="3207375"/>
                </a:cubicBezTo>
                <a:cubicBezTo>
                  <a:pt x="971072" y="3188118"/>
                  <a:pt x="907890" y="3136018"/>
                  <a:pt x="882137" y="3068880"/>
                </a:cubicBezTo>
                <a:cubicBezTo>
                  <a:pt x="868924" y="3034221"/>
                  <a:pt x="822286" y="3027121"/>
                  <a:pt x="776145" y="3014660"/>
                </a:cubicBezTo>
                <a:cubicBezTo>
                  <a:pt x="613874" y="2970419"/>
                  <a:pt x="443486" y="2933046"/>
                  <a:pt x="307191" y="2864697"/>
                </a:cubicBezTo>
                <a:cubicBezTo>
                  <a:pt x="457123" y="2862170"/>
                  <a:pt x="581367" y="2903594"/>
                  <a:pt x="743379" y="2911759"/>
                </a:cubicBezTo>
                <a:cubicBezTo>
                  <a:pt x="608349" y="2835743"/>
                  <a:pt x="439124" y="2806104"/>
                  <a:pt x="284020" y="2766269"/>
                </a:cubicBezTo>
                <a:cubicBezTo>
                  <a:pt x="213164" y="2748143"/>
                  <a:pt x="147010" y="2722889"/>
                  <a:pt x="63190" y="2717094"/>
                </a:cubicBezTo>
                <a:cubicBezTo>
                  <a:pt x="33455" y="2714947"/>
                  <a:pt x="-16425" y="2709531"/>
                  <a:pt x="5340" y="2681595"/>
                </a:cubicBezTo>
                <a:cubicBezTo>
                  <a:pt x="23652" y="2658441"/>
                  <a:pt x="63627" y="2661368"/>
                  <a:pt x="100237" y="2664591"/>
                </a:cubicBezTo>
                <a:cubicBezTo>
                  <a:pt x="188123" y="2672547"/>
                  <a:pt x="277551" y="2664977"/>
                  <a:pt x="394328" y="2654447"/>
                </a:cubicBezTo>
                <a:cubicBezTo>
                  <a:pt x="290057" y="2592242"/>
                  <a:pt x="112140" y="2629127"/>
                  <a:pt x="21491" y="2562088"/>
                </a:cubicBezTo>
                <a:cubicBezTo>
                  <a:pt x="125636" y="2540073"/>
                  <a:pt x="208727" y="2559644"/>
                  <a:pt x="294268" y="2557453"/>
                </a:cubicBezTo>
                <a:cubicBezTo>
                  <a:pt x="371589" y="2555423"/>
                  <a:pt x="389695" y="2540961"/>
                  <a:pt x="367847" y="2501743"/>
                </a:cubicBezTo>
                <a:cubicBezTo>
                  <a:pt x="333905" y="2440640"/>
                  <a:pt x="373328" y="2404160"/>
                  <a:pt x="486858" y="2411824"/>
                </a:cubicBezTo>
                <a:cubicBezTo>
                  <a:pt x="592120" y="2419095"/>
                  <a:pt x="600599" y="2394285"/>
                  <a:pt x="570008" y="2360312"/>
                </a:cubicBezTo>
                <a:cubicBezTo>
                  <a:pt x="525457" y="2310774"/>
                  <a:pt x="567057" y="2265987"/>
                  <a:pt x="594400" y="2218813"/>
                </a:cubicBezTo>
                <a:cubicBezTo>
                  <a:pt x="635581" y="2147198"/>
                  <a:pt x="612469" y="2115647"/>
                  <a:pt x="505675" y="2074370"/>
                </a:cubicBezTo>
                <a:cubicBezTo>
                  <a:pt x="445534" y="2051386"/>
                  <a:pt x="381431" y="2032947"/>
                  <a:pt x="295650" y="2015851"/>
                </a:cubicBezTo>
                <a:cubicBezTo>
                  <a:pt x="487251" y="1985881"/>
                  <a:pt x="281423" y="1958614"/>
                  <a:pt x="346760" y="1924896"/>
                </a:cubicBezTo>
                <a:cubicBezTo>
                  <a:pt x="481788" y="1901571"/>
                  <a:pt x="600623" y="1980687"/>
                  <a:pt x="783461" y="1939173"/>
                </a:cubicBezTo>
                <a:cubicBezTo>
                  <a:pt x="547912" y="1882335"/>
                  <a:pt x="287006" y="1807013"/>
                  <a:pt x="112183" y="1719100"/>
                </a:cubicBezTo>
                <a:cubicBezTo>
                  <a:pt x="148588" y="1692398"/>
                  <a:pt x="188462" y="1710725"/>
                  <a:pt x="219936" y="1699568"/>
                </a:cubicBezTo>
                <a:cubicBezTo>
                  <a:pt x="218006" y="1694140"/>
                  <a:pt x="220184" y="1685834"/>
                  <a:pt x="214196" y="1683841"/>
                </a:cubicBezTo>
                <a:cubicBezTo>
                  <a:pt x="85284" y="1638910"/>
                  <a:pt x="83720" y="1637648"/>
                  <a:pt x="212296" y="1584947"/>
                </a:cubicBezTo>
                <a:cubicBezTo>
                  <a:pt x="257172" y="1566456"/>
                  <a:pt x="252206" y="1554019"/>
                  <a:pt x="226108" y="1538121"/>
                </a:cubicBezTo>
                <a:cubicBezTo>
                  <a:pt x="207682" y="1526866"/>
                  <a:pt x="185078" y="1517656"/>
                  <a:pt x="192710" y="1488723"/>
                </a:cubicBezTo>
                <a:cubicBezTo>
                  <a:pt x="268435" y="1518175"/>
                  <a:pt x="624154" y="1547955"/>
                  <a:pt x="685843" y="1538903"/>
                </a:cubicBezTo>
                <a:cubicBezTo>
                  <a:pt x="755173" y="1528619"/>
                  <a:pt x="994201" y="1520231"/>
                  <a:pt x="1067153" y="1523622"/>
                </a:cubicBezTo>
                <a:cubicBezTo>
                  <a:pt x="1063138" y="1522015"/>
                  <a:pt x="1059122" y="1520410"/>
                  <a:pt x="1055106" y="1518803"/>
                </a:cubicBezTo>
                <a:cubicBezTo>
                  <a:pt x="983007" y="1486514"/>
                  <a:pt x="909946" y="1454310"/>
                  <a:pt x="864245" y="1408231"/>
                </a:cubicBezTo>
                <a:cubicBezTo>
                  <a:pt x="862153" y="1406456"/>
                  <a:pt x="861045" y="1404874"/>
                  <a:pt x="856768" y="1405809"/>
                </a:cubicBezTo>
                <a:cubicBezTo>
                  <a:pt x="819307" y="1414974"/>
                  <a:pt x="822846" y="1400112"/>
                  <a:pt x="821342" y="1388491"/>
                </a:cubicBezTo>
                <a:cubicBezTo>
                  <a:pt x="819813" y="1376592"/>
                  <a:pt x="812736" y="1367699"/>
                  <a:pt x="784954" y="1371257"/>
                </a:cubicBezTo>
                <a:cubicBezTo>
                  <a:pt x="783512" y="1371384"/>
                  <a:pt x="781566" y="1371274"/>
                  <a:pt x="779619" y="1371165"/>
                </a:cubicBezTo>
                <a:cubicBezTo>
                  <a:pt x="766469" y="1370361"/>
                  <a:pt x="722835" y="1342290"/>
                  <a:pt x="728571" y="1335910"/>
                </a:cubicBezTo>
                <a:cubicBezTo>
                  <a:pt x="741389" y="1321912"/>
                  <a:pt x="726409" y="1316791"/>
                  <a:pt x="713734" y="1310348"/>
                </a:cubicBezTo>
                <a:cubicBezTo>
                  <a:pt x="696009" y="1301550"/>
                  <a:pt x="678333" y="1293308"/>
                  <a:pt x="659695" y="1285149"/>
                </a:cubicBezTo>
                <a:cubicBezTo>
                  <a:pt x="641562" y="1277227"/>
                  <a:pt x="622997" y="1269901"/>
                  <a:pt x="604409" y="1262299"/>
                </a:cubicBezTo>
                <a:cubicBezTo>
                  <a:pt x="561305" y="1256847"/>
                  <a:pt x="517819" y="1252549"/>
                  <a:pt x="472556" y="1250086"/>
                </a:cubicBezTo>
                <a:cubicBezTo>
                  <a:pt x="438951" y="1247999"/>
                  <a:pt x="401379" y="1244860"/>
                  <a:pt x="382690" y="1214040"/>
                </a:cubicBezTo>
                <a:cubicBezTo>
                  <a:pt x="418096" y="1214570"/>
                  <a:pt x="453575" y="1215933"/>
                  <a:pt x="489053" y="1217296"/>
                </a:cubicBezTo>
                <a:cubicBezTo>
                  <a:pt x="454954" y="1204059"/>
                  <a:pt x="421816" y="1190737"/>
                  <a:pt x="390047" y="1176456"/>
                </a:cubicBezTo>
                <a:cubicBezTo>
                  <a:pt x="363810" y="1164487"/>
                  <a:pt x="342232" y="1150431"/>
                  <a:pt x="333292" y="1131347"/>
                </a:cubicBezTo>
                <a:cubicBezTo>
                  <a:pt x="330930" y="1126518"/>
                  <a:pt x="329025" y="1121368"/>
                  <a:pt x="337841" y="1116956"/>
                </a:cubicBezTo>
                <a:cubicBezTo>
                  <a:pt x="347569" y="1111905"/>
                  <a:pt x="355552" y="1114562"/>
                  <a:pt x="363031" y="1116984"/>
                </a:cubicBezTo>
                <a:cubicBezTo>
                  <a:pt x="393929" y="1126864"/>
                  <a:pt x="425283" y="1136425"/>
                  <a:pt x="455724" y="1146625"/>
                </a:cubicBezTo>
                <a:cubicBezTo>
                  <a:pt x="496146" y="1160147"/>
                  <a:pt x="536111" y="1173989"/>
                  <a:pt x="576050" y="1187553"/>
                </a:cubicBezTo>
                <a:cubicBezTo>
                  <a:pt x="519650" y="1157524"/>
                  <a:pt x="457798" y="1131612"/>
                  <a:pt x="391358" y="1108621"/>
                </a:cubicBezTo>
                <a:cubicBezTo>
                  <a:pt x="343386" y="1091844"/>
                  <a:pt x="295414" y="1075067"/>
                  <a:pt x="258466" y="1051446"/>
                </a:cubicBezTo>
                <a:cubicBezTo>
                  <a:pt x="239512" y="1039678"/>
                  <a:pt x="230024" y="1025400"/>
                  <a:pt x="227119" y="1008864"/>
                </a:cubicBezTo>
                <a:cubicBezTo>
                  <a:pt x="226729" y="1004421"/>
                  <a:pt x="227253" y="999338"/>
                  <a:pt x="237176" y="996508"/>
                </a:cubicBezTo>
                <a:cubicBezTo>
                  <a:pt x="247123" y="993956"/>
                  <a:pt x="253208" y="997060"/>
                  <a:pt x="257395" y="1000610"/>
                </a:cubicBezTo>
                <a:cubicBezTo>
                  <a:pt x="262111" y="1004674"/>
                  <a:pt x="267716" y="1007820"/>
                  <a:pt x="275649" y="1009921"/>
                </a:cubicBezTo>
                <a:cubicBezTo>
                  <a:pt x="345186" y="1029563"/>
                  <a:pt x="406508" y="1054962"/>
                  <a:pt x="469199" y="1079402"/>
                </a:cubicBezTo>
                <a:cubicBezTo>
                  <a:pt x="558968" y="1114336"/>
                  <a:pt x="647368" y="1150231"/>
                  <a:pt x="753033" y="1173138"/>
                </a:cubicBezTo>
                <a:cubicBezTo>
                  <a:pt x="793015" y="1181661"/>
                  <a:pt x="834292" y="1188391"/>
                  <a:pt x="865682" y="1187316"/>
                </a:cubicBezTo>
                <a:cubicBezTo>
                  <a:pt x="750261" y="1147076"/>
                  <a:pt x="641375" y="1104025"/>
                  <a:pt x="543487" y="1053852"/>
                </a:cubicBezTo>
                <a:cubicBezTo>
                  <a:pt x="444589" y="1003208"/>
                  <a:pt x="357848" y="947579"/>
                  <a:pt x="295297" y="880592"/>
                </a:cubicBezTo>
                <a:cubicBezTo>
                  <a:pt x="288871" y="873601"/>
                  <a:pt x="284873" y="866676"/>
                  <a:pt x="264758" y="869281"/>
                </a:cubicBezTo>
                <a:cubicBezTo>
                  <a:pt x="255650" y="870360"/>
                  <a:pt x="252375" y="866170"/>
                  <a:pt x="254388" y="861516"/>
                </a:cubicBezTo>
                <a:cubicBezTo>
                  <a:pt x="266992" y="828509"/>
                  <a:pt x="236853" y="810726"/>
                  <a:pt x="190786" y="799099"/>
                </a:cubicBezTo>
                <a:cubicBezTo>
                  <a:pt x="176408" y="795324"/>
                  <a:pt x="175031" y="790688"/>
                  <a:pt x="184973" y="782539"/>
                </a:cubicBezTo>
                <a:cubicBezTo>
                  <a:pt x="198516" y="771277"/>
                  <a:pt x="196123" y="760574"/>
                  <a:pt x="187530" y="750974"/>
                </a:cubicBezTo>
                <a:cubicBezTo>
                  <a:pt x="182644" y="744967"/>
                  <a:pt x="176339" y="739364"/>
                  <a:pt x="170996" y="733676"/>
                </a:cubicBezTo>
                <a:cubicBezTo>
                  <a:pt x="167290" y="730083"/>
                  <a:pt x="161157" y="726424"/>
                  <a:pt x="169444" y="721499"/>
                </a:cubicBezTo>
                <a:cubicBezTo>
                  <a:pt x="177298" y="717172"/>
                  <a:pt x="185665" y="718676"/>
                  <a:pt x="193501" y="719668"/>
                </a:cubicBezTo>
                <a:cubicBezTo>
                  <a:pt x="231170" y="723917"/>
                  <a:pt x="254043" y="736181"/>
                  <a:pt x="265436" y="755609"/>
                </a:cubicBezTo>
                <a:cubicBezTo>
                  <a:pt x="273963" y="769971"/>
                  <a:pt x="281726" y="770130"/>
                  <a:pt x="302333" y="756567"/>
                </a:cubicBezTo>
                <a:cubicBezTo>
                  <a:pt x="317894" y="746247"/>
                  <a:pt x="332387" y="745814"/>
                  <a:pt x="346481" y="751853"/>
                </a:cubicBezTo>
                <a:cubicBezTo>
                  <a:pt x="354007" y="754830"/>
                  <a:pt x="358771" y="759448"/>
                  <a:pt x="364449" y="763428"/>
                </a:cubicBezTo>
                <a:cubicBezTo>
                  <a:pt x="392910" y="784156"/>
                  <a:pt x="422762" y="804202"/>
                  <a:pt x="467363" y="815678"/>
                </a:cubicBezTo>
                <a:cubicBezTo>
                  <a:pt x="487199" y="820933"/>
                  <a:pt x="508355" y="824672"/>
                  <a:pt x="537693" y="816781"/>
                </a:cubicBezTo>
                <a:cubicBezTo>
                  <a:pt x="518386" y="812039"/>
                  <a:pt x="499567" y="812852"/>
                  <a:pt x="482019" y="811593"/>
                </a:cubicBezTo>
                <a:cubicBezTo>
                  <a:pt x="464472" y="810335"/>
                  <a:pt x="454949" y="806693"/>
                  <a:pt x="467050" y="795557"/>
                </a:cubicBezTo>
                <a:cubicBezTo>
                  <a:pt x="473772" y="789371"/>
                  <a:pt x="472878" y="784693"/>
                  <a:pt x="465734" y="780562"/>
                </a:cubicBezTo>
                <a:cubicBezTo>
                  <a:pt x="442763" y="767188"/>
                  <a:pt x="430336" y="747011"/>
                  <a:pt x="384526" y="749353"/>
                </a:cubicBezTo>
                <a:cubicBezTo>
                  <a:pt x="382123" y="749564"/>
                  <a:pt x="379622" y="748664"/>
                  <a:pt x="377146" y="748041"/>
                </a:cubicBezTo>
                <a:cubicBezTo>
                  <a:pt x="367744" y="745789"/>
                  <a:pt x="357358" y="743342"/>
                  <a:pt x="360089" y="735827"/>
                </a:cubicBezTo>
                <a:cubicBezTo>
                  <a:pt x="363301" y="728269"/>
                  <a:pt x="375652" y="725506"/>
                  <a:pt x="386634" y="723703"/>
                </a:cubicBezTo>
                <a:cubicBezTo>
                  <a:pt x="414823" y="719269"/>
                  <a:pt x="437543" y="724271"/>
                  <a:pt x="459375" y="730191"/>
                </a:cubicBezTo>
                <a:cubicBezTo>
                  <a:pt x="512487" y="744837"/>
                  <a:pt x="556932" y="765561"/>
                  <a:pt x="603200" y="785006"/>
                </a:cubicBezTo>
                <a:cubicBezTo>
                  <a:pt x="672604" y="814173"/>
                  <a:pt x="734250" y="848778"/>
                  <a:pt x="810521" y="873425"/>
                </a:cubicBezTo>
                <a:cubicBezTo>
                  <a:pt x="1037317" y="946423"/>
                  <a:pt x="1260943" y="1021938"/>
                  <a:pt x="1494102" y="1090180"/>
                </a:cubicBezTo>
                <a:cubicBezTo>
                  <a:pt x="1580109" y="1115371"/>
                  <a:pt x="1667892" y="1138728"/>
                  <a:pt x="1756565" y="1161167"/>
                </a:cubicBezTo>
                <a:cubicBezTo>
                  <a:pt x="1756899" y="1159458"/>
                  <a:pt x="1757282" y="1158305"/>
                  <a:pt x="1757592" y="1156319"/>
                </a:cubicBezTo>
                <a:cubicBezTo>
                  <a:pt x="1757470" y="1154931"/>
                  <a:pt x="1757324" y="1153264"/>
                  <a:pt x="1757202" y="1151876"/>
                </a:cubicBezTo>
                <a:cubicBezTo>
                  <a:pt x="1694452" y="1137796"/>
                  <a:pt x="1632540" y="1122242"/>
                  <a:pt x="1572453" y="1105409"/>
                </a:cubicBezTo>
                <a:cubicBezTo>
                  <a:pt x="1424942" y="1063789"/>
                  <a:pt x="1288864" y="1014450"/>
                  <a:pt x="1171972" y="951953"/>
                </a:cubicBezTo>
                <a:cubicBezTo>
                  <a:pt x="1162328" y="946924"/>
                  <a:pt x="1152112" y="946421"/>
                  <a:pt x="1137334" y="949118"/>
                </a:cubicBezTo>
                <a:cubicBezTo>
                  <a:pt x="1089682" y="958058"/>
                  <a:pt x="1074050" y="951035"/>
                  <a:pt x="1081493" y="925476"/>
                </a:cubicBezTo>
                <a:cubicBezTo>
                  <a:pt x="1083360" y="919155"/>
                  <a:pt x="1083403" y="914115"/>
                  <a:pt x="1074768" y="909555"/>
                </a:cubicBezTo>
                <a:cubicBezTo>
                  <a:pt x="1036165" y="889158"/>
                  <a:pt x="995714" y="869763"/>
                  <a:pt x="952019" y="852050"/>
                </a:cubicBezTo>
                <a:cubicBezTo>
                  <a:pt x="871170" y="819410"/>
                  <a:pt x="784821" y="790332"/>
                  <a:pt x="709017" y="754450"/>
                </a:cubicBezTo>
                <a:cubicBezTo>
                  <a:pt x="686747" y="743533"/>
                  <a:pt x="669617" y="730485"/>
                  <a:pt x="659046" y="714902"/>
                </a:cubicBezTo>
                <a:cubicBezTo>
                  <a:pt x="655674" y="709602"/>
                  <a:pt x="653624" y="702786"/>
                  <a:pt x="664793" y="697608"/>
                </a:cubicBezTo>
                <a:cubicBezTo>
                  <a:pt x="675483" y="692472"/>
                  <a:pt x="684069" y="696476"/>
                  <a:pt x="692052" y="699133"/>
                </a:cubicBezTo>
                <a:cubicBezTo>
                  <a:pt x="725451" y="709913"/>
                  <a:pt x="759355" y="720929"/>
                  <a:pt x="792779" y="731987"/>
                </a:cubicBezTo>
                <a:cubicBezTo>
                  <a:pt x="826682" y="743003"/>
                  <a:pt x="860155" y="754616"/>
                  <a:pt x="895574" y="766338"/>
                </a:cubicBezTo>
                <a:cubicBezTo>
                  <a:pt x="897416" y="759741"/>
                  <a:pt x="890085" y="758985"/>
                  <a:pt x="886044" y="757101"/>
                </a:cubicBezTo>
                <a:cubicBezTo>
                  <a:pt x="828975" y="730489"/>
                  <a:pt x="766861" y="707118"/>
                  <a:pt x="702924" y="685027"/>
                </a:cubicBezTo>
                <a:cubicBezTo>
                  <a:pt x="653460" y="667821"/>
                  <a:pt x="605342" y="649378"/>
                  <a:pt x="571540" y="622962"/>
                </a:cubicBezTo>
                <a:cubicBezTo>
                  <a:pt x="558524" y="612632"/>
                  <a:pt x="551227" y="601239"/>
                  <a:pt x="552940" y="587657"/>
                </a:cubicBezTo>
                <a:cubicBezTo>
                  <a:pt x="553537" y="583407"/>
                  <a:pt x="554132" y="579157"/>
                  <a:pt x="563623" y="576925"/>
                </a:cubicBezTo>
                <a:cubicBezTo>
                  <a:pt x="571217" y="575139"/>
                  <a:pt x="576243" y="577216"/>
                  <a:pt x="580332" y="579656"/>
                </a:cubicBezTo>
                <a:cubicBezTo>
                  <a:pt x="587500" y="584063"/>
                  <a:pt x="594668" y="588471"/>
                  <a:pt x="604623" y="591516"/>
                </a:cubicBezTo>
                <a:cubicBezTo>
                  <a:pt x="664350" y="609779"/>
                  <a:pt x="720426" y="630601"/>
                  <a:pt x="775136" y="652383"/>
                </a:cubicBezTo>
                <a:cubicBezTo>
                  <a:pt x="864952" y="687874"/>
                  <a:pt x="953882" y="724283"/>
                  <a:pt x="1057795" y="749301"/>
                </a:cubicBezTo>
                <a:cubicBezTo>
                  <a:pt x="1096889" y="758742"/>
                  <a:pt x="1137304" y="766668"/>
                  <a:pt x="1183454" y="768213"/>
                </a:cubicBezTo>
                <a:cubicBezTo>
                  <a:pt x="1181768" y="765563"/>
                  <a:pt x="1178737" y="764150"/>
                  <a:pt x="1175732" y="763015"/>
                </a:cubicBezTo>
                <a:cubicBezTo>
                  <a:pt x="1075170" y="726508"/>
                  <a:pt x="977850" y="688319"/>
                  <a:pt x="888743" y="644370"/>
                </a:cubicBezTo>
                <a:cubicBezTo>
                  <a:pt x="778881" y="590211"/>
                  <a:pt x="683912" y="529148"/>
                  <a:pt x="615490" y="455960"/>
                </a:cubicBezTo>
                <a:cubicBezTo>
                  <a:pt x="612312" y="452882"/>
                  <a:pt x="610122" y="449996"/>
                  <a:pt x="602432" y="450671"/>
                </a:cubicBezTo>
                <a:cubicBezTo>
                  <a:pt x="582748" y="452678"/>
                  <a:pt x="580338" y="447293"/>
                  <a:pt x="582418" y="437876"/>
                </a:cubicBezTo>
                <a:cubicBezTo>
                  <a:pt x="588134" y="414707"/>
                  <a:pt x="573498" y="396964"/>
                  <a:pt x="539211" y="387101"/>
                </a:cubicBezTo>
                <a:cubicBezTo>
                  <a:pt x="514350" y="379769"/>
                  <a:pt x="493430" y="373210"/>
                  <a:pt x="519748" y="352990"/>
                </a:cubicBezTo>
                <a:cubicBezTo>
                  <a:pt x="526113" y="348234"/>
                  <a:pt x="523173" y="342336"/>
                  <a:pt x="520282" y="336993"/>
                </a:cubicBezTo>
                <a:cubicBezTo>
                  <a:pt x="516186" y="328957"/>
                  <a:pt x="507910" y="322968"/>
                  <a:pt x="498650" y="316785"/>
                </a:cubicBezTo>
                <a:cubicBezTo>
                  <a:pt x="493501" y="313319"/>
                  <a:pt x="487271" y="308549"/>
                  <a:pt x="493610" y="303515"/>
                </a:cubicBezTo>
                <a:cubicBezTo>
                  <a:pt x="500838" y="297564"/>
                  <a:pt x="511247" y="300288"/>
                  <a:pt x="519565" y="301237"/>
                </a:cubicBezTo>
                <a:cubicBezTo>
                  <a:pt x="557715" y="305444"/>
                  <a:pt x="581118" y="318221"/>
                  <a:pt x="592560" y="338204"/>
                </a:cubicBezTo>
                <a:cubicBezTo>
                  <a:pt x="599979" y="350985"/>
                  <a:pt x="609184" y="351016"/>
                  <a:pt x="627076" y="339652"/>
                </a:cubicBezTo>
                <a:cubicBezTo>
                  <a:pt x="647275" y="326965"/>
                  <a:pt x="664147" y="326044"/>
                  <a:pt x="679640" y="336997"/>
                </a:cubicBezTo>
                <a:cubicBezTo>
                  <a:pt x="692054" y="345981"/>
                  <a:pt x="702112" y="355732"/>
                  <a:pt x="716352" y="363437"/>
                </a:cubicBezTo>
                <a:cubicBezTo>
                  <a:pt x="754546" y="384710"/>
                  <a:pt x="790508" y="408138"/>
                  <a:pt x="869745" y="400343"/>
                </a:cubicBezTo>
                <a:cubicBezTo>
                  <a:pt x="847718" y="392203"/>
                  <a:pt x="825656" y="394699"/>
                  <a:pt x="806641" y="393290"/>
                </a:cubicBezTo>
                <a:cubicBezTo>
                  <a:pt x="792988" y="392249"/>
                  <a:pt x="779165" y="389265"/>
                  <a:pt x="791435" y="380072"/>
                </a:cubicBezTo>
                <a:cubicBezTo>
                  <a:pt x="805532" y="369601"/>
                  <a:pt x="796441" y="365362"/>
                  <a:pt x="787709" y="359692"/>
                </a:cubicBezTo>
                <a:cubicBezTo>
                  <a:pt x="767647" y="346342"/>
                  <a:pt x="751260" y="330710"/>
                  <a:pt x="711071" y="330880"/>
                </a:cubicBezTo>
                <a:cubicBezTo>
                  <a:pt x="704773" y="330873"/>
                  <a:pt x="699699" y="328240"/>
                  <a:pt x="694722" y="326718"/>
                </a:cubicBezTo>
                <a:cubicBezTo>
                  <a:pt x="687749" y="324532"/>
                  <a:pt x="681713" y="321984"/>
                  <a:pt x="684613" y="316412"/>
                </a:cubicBezTo>
                <a:cubicBezTo>
                  <a:pt x="687565" y="311396"/>
                  <a:pt x="694531" y="307986"/>
                  <a:pt x="703615" y="306629"/>
                </a:cubicBezTo>
                <a:cubicBezTo>
                  <a:pt x="711738" y="305356"/>
                  <a:pt x="720365" y="304319"/>
                  <a:pt x="728585" y="304157"/>
                </a:cubicBezTo>
                <a:cubicBezTo>
                  <a:pt x="765287" y="302895"/>
                  <a:pt x="791378" y="313197"/>
                  <a:pt x="817397" y="322666"/>
                </a:cubicBezTo>
                <a:cubicBezTo>
                  <a:pt x="908436" y="355531"/>
                  <a:pt x="989341" y="394323"/>
                  <a:pt x="1073943" y="431110"/>
                </a:cubicBezTo>
                <a:cubicBezTo>
                  <a:pt x="1158521" y="467620"/>
                  <a:pt x="1256741" y="493978"/>
                  <a:pt x="1349484" y="524175"/>
                </a:cubicBezTo>
                <a:cubicBezTo>
                  <a:pt x="1563417" y="594105"/>
                  <a:pt x="1778287" y="663672"/>
                  <a:pt x="2004921" y="723811"/>
                </a:cubicBezTo>
                <a:cubicBezTo>
                  <a:pt x="2226580" y="782429"/>
                  <a:pt x="2967159" y="809769"/>
                  <a:pt x="3111348" y="808027"/>
                </a:cubicBezTo>
                <a:cubicBezTo>
                  <a:pt x="3295676" y="805559"/>
                  <a:pt x="3730204" y="773014"/>
                  <a:pt x="4173417" y="745585"/>
                </a:cubicBezTo>
                <a:cubicBezTo>
                  <a:pt x="4223504" y="742307"/>
                  <a:pt x="4272653" y="739393"/>
                  <a:pt x="4324760" y="737057"/>
                </a:cubicBezTo>
                <a:cubicBezTo>
                  <a:pt x="5801059" y="670156"/>
                  <a:pt x="6841344" y="326433"/>
                  <a:pt x="6893789" y="305879"/>
                </a:cubicBezTo>
                <a:cubicBezTo>
                  <a:pt x="6978091" y="273014"/>
                  <a:pt x="7258655" y="208091"/>
                  <a:pt x="7259184" y="208604"/>
                </a:cubicBezTo>
                <a:cubicBezTo>
                  <a:pt x="7265440" y="213652"/>
                  <a:pt x="7297274" y="217644"/>
                  <a:pt x="7323059" y="220312"/>
                </a:cubicBezTo>
                <a:lnTo>
                  <a:pt x="7347572" y="222730"/>
                </a:lnTo>
                <a:lnTo>
                  <a:pt x="7350636" y="224083"/>
                </a:lnTo>
                <a:cubicBezTo>
                  <a:pt x="7359607" y="224205"/>
                  <a:pt x="7359159" y="223929"/>
                  <a:pt x="7353245" y="223290"/>
                </a:cubicBezTo>
                <a:lnTo>
                  <a:pt x="7347572" y="222730"/>
                </a:lnTo>
                <a:lnTo>
                  <a:pt x="7342573" y="220523"/>
                </a:lnTo>
                <a:cubicBezTo>
                  <a:pt x="7341302" y="218466"/>
                  <a:pt x="7341191" y="215818"/>
                  <a:pt x="7341465" y="213415"/>
                </a:cubicBezTo>
                <a:cubicBezTo>
                  <a:pt x="7342771" y="200707"/>
                  <a:pt x="7352468" y="189782"/>
                  <a:pt x="7375606" y="182994"/>
                </a:cubicBezTo>
                <a:cubicBezTo>
                  <a:pt x="7397808" y="176568"/>
                  <a:pt x="7420538" y="170655"/>
                  <a:pt x="7443270" y="164742"/>
                </a:cubicBezTo>
                <a:cubicBezTo>
                  <a:pt x="7462204" y="159722"/>
                  <a:pt x="7475181" y="158583"/>
                  <a:pt x="7478299" y="172021"/>
                </a:cubicBezTo>
                <a:cubicBezTo>
                  <a:pt x="7481416" y="185460"/>
                  <a:pt x="7508389" y="189249"/>
                  <a:pt x="7524024" y="179761"/>
                </a:cubicBezTo>
                <a:cubicBezTo>
                  <a:pt x="7585174" y="142492"/>
                  <a:pt x="7658615" y="112820"/>
                  <a:pt x="7727944" y="80430"/>
                </a:cubicBezTo>
                <a:cubicBezTo>
                  <a:pt x="7776349" y="57992"/>
                  <a:pt x="7827303" y="37009"/>
                  <a:pt x="7867024" y="9456"/>
                </a:cubicBezTo>
                <a:cubicBezTo>
                  <a:pt x="7874326" y="4338"/>
                  <a:pt x="7880999" y="-2404"/>
                  <a:pt x="7894848" y="85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77875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D7F51A-03CB-C666-A349-E72876A6BE6B}"/>
              </a:ext>
            </a:extLst>
          </p:cNvPr>
          <p:cNvSpPr/>
          <p:nvPr/>
        </p:nvSpPr>
        <p:spPr>
          <a:xfrm>
            <a:off x="1555816" y="2963185"/>
            <a:ext cx="9450917" cy="9180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9E425-745B-323A-8CDE-EF8554971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Dr. Salem</a:t>
            </a:r>
            <a:r>
              <a:rPr lang="en-US" dirty="0">
                <a:ea typeface="+mn-lt"/>
                <a:cs typeface="+mn-lt"/>
              </a:rPr>
              <a:t> reminded us that life doesn’t always go as planned:</a:t>
            </a:r>
            <a:endParaRPr lang="en-US" i="1" dirty="0"/>
          </a:p>
          <a:p>
            <a:pPr algn="ctr"/>
            <a:r>
              <a:rPr lang="en-US" sz="2600" i="1" dirty="0">
                <a:ea typeface="+mn-lt"/>
                <a:cs typeface="+mn-lt"/>
              </a:rPr>
              <a:t>"Always have back up for </a:t>
            </a:r>
            <a:r>
              <a:rPr lang="en-US" sz="2600" i="1" dirty="0" err="1">
                <a:ea typeface="+mn-lt"/>
                <a:cs typeface="+mn-lt"/>
              </a:rPr>
              <a:t>ur</a:t>
            </a:r>
            <a:r>
              <a:rPr lang="en-US" sz="2600" i="1" dirty="0">
                <a:ea typeface="+mn-lt"/>
                <a:cs typeface="+mn-lt"/>
              </a:rPr>
              <a:t> main goal which is plan B       because you don’t know where </a:t>
            </a:r>
            <a:r>
              <a:rPr lang="en-US" sz="2600" i="1" dirty="0" err="1">
                <a:ea typeface="+mn-lt"/>
                <a:cs typeface="+mn-lt"/>
              </a:rPr>
              <a:t>yourr</a:t>
            </a:r>
            <a:r>
              <a:rPr lang="en-US" sz="2600" i="1" dirty="0">
                <a:ea typeface="+mn-lt"/>
                <a:cs typeface="+mn-lt"/>
              </a:rPr>
              <a:t> future takes you"</a:t>
            </a:r>
          </a:p>
          <a:p>
            <a:r>
              <a:rPr lang="en-US" dirty="0">
                <a:ea typeface="+mn-lt"/>
                <a:cs typeface="+mn-lt"/>
              </a:rPr>
              <a:t>This taught me that having a </a:t>
            </a:r>
            <a:r>
              <a:rPr lang="en-US" b="1" dirty="0">
                <a:ea typeface="+mn-lt"/>
                <a:cs typeface="+mn-lt"/>
              </a:rPr>
              <a:t>Plan B isn’t weakness — it’s wisdom</a:t>
            </a:r>
            <a:r>
              <a:rPr lang="en-US" dirty="0">
                <a:ea typeface="+mn-lt"/>
                <a:cs typeface="+mn-lt"/>
              </a:rPr>
              <a:t>. It means being prepared, flexible, and ready for whatever comes next.</a:t>
            </a:r>
            <a:endParaRPr lang="en-US" dirty="0"/>
          </a:p>
          <a:p>
            <a:endParaRPr lang="en-US" i="1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34D1A-B423-4C87-E738-2EEFF272D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>
                <a:ea typeface="+mj-lt"/>
                <a:cs typeface="+mj-lt"/>
              </a:rPr>
              <a:t>Important Insight #1</a:t>
            </a:r>
            <a:endParaRPr lang="en-US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6158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8DF3B04-E860-3382-C7F2-474626DF8B83}"/>
              </a:ext>
            </a:extLst>
          </p:cNvPr>
          <p:cNvSpPr/>
          <p:nvPr/>
        </p:nvSpPr>
        <p:spPr>
          <a:xfrm>
            <a:off x="1555264" y="2647586"/>
            <a:ext cx="9567146" cy="7989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34A107-76E9-DF99-C3D3-C9CE4FD2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/>
              <a:t>Important Insight #2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65844-8D83-9D51-03AA-89AB25B14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Dr. </a:t>
            </a:r>
            <a:r>
              <a:rPr lang="en-US" b="1" err="1">
                <a:ea typeface="+mn-lt"/>
                <a:cs typeface="+mn-lt"/>
              </a:rPr>
              <a:t>Mihiret</a:t>
            </a:r>
            <a:r>
              <a:rPr lang="en-US">
                <a:ea typeface="+mn-lt"/>
                <a:cs typeface="+mn-lt"/>
              </a:rPr>
              <a:t> said something that really stayed with me:</a:t>
            </a:r>
            <a:endParaRPr lang="en-US"/>
          </a:p>
          <a:p>
            <a:pPr algn="ctr"/>
            <a:r>
              <a:rPr lang="en-US" i="1">
                <a:ea typeface="+mn-lt"/>
                <a:cs typeface="+mn-lt"/>
              </a:rPr>
              <a:t>   </a:t>
            </a:r>
            <a:r>
              <a:rPr lang="en-US" sz="2400" i="1">
                <a:ea typeface="+mn-lt"/>
                <a:cs typeface="+mn-lt"/>
              </a:rPr>
              <a:t>"No matter how much a person says they are busy, they have to make time for the people that got them here which is family"</a:t>
            </a:r>
            <a:endParaRPr lang="en-US" sz="2400"/>
          </a:p>
          <a:p>
            <a:r>
              <a:rPr lang="en-US">
                <a:ea typeface="+mn-lt"/>
                <a:cs typeface="+mn-lt"/>
              </a:rPr>
              <a:t>This reminded me that </a:t>
            </a:r>
            <a:r>
              <a:rPr lang="en-US" b="1">
                <a:ea typeface="+mn-lt"/>
                <a:cs typeface="+mn-lt"/>
              </a:rPr>
              <a:t>success means nothing without the people who supported you</a:t>
            </a:r>
            <a:r>
              <a:rPr lang="en-US">
                <a:ea typeface="+mn-lt"/>
                <a:cs typeface="+mn-lt"/>
              </a:rPr>
              <a:t> — and they deserve your time no matter how busy life gets.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486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43F15D-9EC9-6ACA-1540-7A3D24863B8F}"/>
              </a:ext>
            </a:extLst>
          </p:cNvPr>
          <p:cNvSpPr/>
          <p:nvPr/>
        </p:nvSpPr>
        <p:spPr>
          <a:xfrm>
            <a:off x="1140704" y="2605750"/>
            <a:ext cx="10032642" cy="14754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335FAB-F33A-DED0-EEB2-4D4D9C1B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/>
              <a:t>Important Insight #3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72AB5-BD58-8361-CC28-E4C2B7097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Dr. Loza shared an honest truth about medicine:</a:t>
            </a:r>
            <a:endParaRPr lang="en-US"/>
          </a:p>
          <a:p>
            <a:pPr algn="ctr"/>
            <a:r>
              <a:rPr lang="en-US" sz="2400" i="1">
                <a:ea typeface="+mn-lt"/>
                <a:cs typeface="+mn-lt"/>
              </a:rPr>
              <a:t>"Medicine might take your light due to the stress and mental breakdown but always remember that your motivation is what keeps u going and always be confident to try different experiments during practical (clinical) sessions"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This reminded me that even when it’s tough, </a:t>
            </a:r>
            <a:r>
              <a:rPr lang="en-US" b="1">
                <a:ea typeface="+mn-lt"/>
                <a:cs typeface="+mn-lt"/>
              </a:rPr>
              <a:t>my passion is what keeps me moving forward — and I should never stop being curious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5730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B8569-3DEE-44FC-CDD7-C518FADFA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a typeface="+mj-lt"/>
                <a:cs typeface="+mj-lt"/>
              </a:rPr>
              <a:t>7. My Goals After This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3167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A8886A6-5426-494B-96D8-D962D2BA0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A3ED336-C09E-46E8-9774-B977D15FC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2347"/>
            <a:ext cx="12191999" cy="6105653"/>
          </a:xfrm>
          <a:custGeom>
            <a:avLst/>
            <a:gdLst>
              <a:gd name="connsiteX0" fmla="*/ 7538181 w 12191999"/>
              <a:gd name="connsiteY0" fmla="*/ 484 h 6105653"/>
              <a:gd name="connsiteX1" fmla="*/ 7569993 w 12191999"/>
              <a:gd name="connsiteY1" fmla="*/ 5527 h 6105653"/>
              <a:gd name="connsiteX2" fmla="*/ 7587853 w 12191999"/>
              <a:gd name="connsiteY2" fmla="*/ 84028 h 6105653"/>
              <a:gd name="connsiteX3" fmla="*/ 7559278 w 12191999"/>
              <a:gd name="connsiteY3" fmla="*/ 325347 h 6105653"/>
              <a:gd name="connsiteX4" fmla="*/ 7795021 w 12191999"/>
              <a:gd name="connsiteY4" fmla="*/ 25878 h 6105653"/>
              <a:gd name="connsiteX5" fmla="*/ 7759302 w 12191999"/>
              <a:gd name="connsiteY5" fmla="*/ 249752 h 6105653"/>
              <a:gd name="connsiteX6" fmla="*/ 7852171 w 12191999"/>
              <a:gd name="connsiteY6" fmla="*/ 313717 h 6105653"/>
              <a:gd name="connsiteX7" fmla="*/ 8002190 w 12191999"/>
              <a:gd name="connsiteY7" fmla="*/ 418385 h 6105653"/>
              <a:gd name="connsiteX8" fmla="*/ 8084343 w 12191999"/>
              <a:gd name="connsiteY8" fmla="*/ 491072 h 6105653"/>
              <a:gd name="connsiteX9" fmla="*/ 8348662 w 12191999"/>
              <a:gd name="connsiteY9" fmla="*/ 520146 h 6105653"/>
              <a:gd name="connsiteX10" fmla="*/ 8637984 w 12191999"/>
              <a:gd name="connsiteY10" fmla="*/ 459090 h 6105653"/>
              <a:gd name="connsiteX11" fmla="*/ 8784431 w 12191999"/>
              <a:gd name="connsiteY11" fmla="*/ 290457 h 6105653"/>
              <a:gd name="connsiteX12" fmla="*/ 8948737 w 12191999"/>
              <a:gd name="connsiteY12" fmla="*/ 339884 h 6105653"/>
              <a:gd name="connsiteX13" fmla="*/ 8848725 w 12191999"/>
              <a:gd name="connsiteY13" fmla="*/ 697501 h 6105653"/>
              <a:gd name="connsiteX14" fmla="*/ 9238059 w 12191999"/>
              <a:gd name="connsiteY14" fmla="*/ 165437 h 6105653"/>
              <a:gd name="connsiteX15" fmla="*/ 9255919 w 12191999"/>
              <a:gd name="connsiteY15" fmla="*/ 255567 h 6105653"/>
              <a:gd name="connsiteX16" fmla="*/ 9477374 w 12191999"/>
              <a:gd name="connsiteY16" fmla="*/ 578295 h 6105653"/>
              <a:gd name="connsiteX17" fmla="*/ 9488091 w 12191999"/>
              <a:gd name="connsiteY17" fmla="*/ 595740 h 6105653"/>
              <a:gd name="connsiteX18" fmla="*/ 9627393 w 12191999"/>
              <a:gd name="connsiteY18" fmla="*/ 650981 h 6105653"/>
              <a:gd name="connsiteX19" fmla="*/ 9648824 w 12191999"/>
              <a:gd name="connsiteY19" fmla="*/ 825429 h 6105653"/>
              <a:gd name="connsiteX20" fmla="*/ 9616678 w 12191999"/>
              <a:gd name="connsiteY20" fmla="*/ 970802 h 6105653"/>
              <a:gd name="connsiteX21" fmla="*/ 9655968 w 12191999"/>
              <a:gd name="connsiteY21" fmla="*/ 1127805 h 6105653"/>
              <a:gd name="connsiteX22" fmla="*/ 9638109 w 12191999"/>
              <a:gd name="connsiteY22" fmla="*/ 1267362 h 6105653"/>
              <a:gd name="connsiteX23" fmla="*/ 9663111 w 12191999"/>
              <a:gd name="connsiteY23" fmla="*/ 1386568 h 6105653"/>
              <a:gd name="connsiteX24" fmla="*/ 9780984 w 12191999"/>
              <a:gd name="connsiteY24" fmla="*/ 1270269 h 6105653"/>
              <a:gd name="connsiteX25" fmla="*/ 9780984 w 12191999"/>
              <a:gd name="connsiteY25" fmla="*/ 1107452 h 6105653"/>
              <a:gd name="connsiteX26" fmla="*/ 9855993 w 12191999"/>
              <a:gd name="connsiteY26" fmla="*/ 991154 h 6105653"/>
              <a:gd name="connsiteX27" fmla="*/ 9991724 w 12191999"/>
              <a:gd name="connsiteY27" fmla="*/ 880670 h 6105653"/>
              <a:gd name="connsiteX28" fmla="*/ 10209609 w 12191999"/>
              <a:gd name="connsiteY28" fmla="*/ 491071 h 6105653"/>
              <a:gd name="connsiteX29" fmla="*/ 10291762 w 12191999"/>
              <a:gd name="connsiteY29" fmla="*/ 421292 h 6105653"/>
              <a:gd name="connsiteX30" fmla="*/ 9973865 w 12191999"/>
              <a:gd name="connsiteY30" fmla="*/ 1531941 h 6105653"/>
              <a:gd name="connsiteX31" fmla="*/ 10106024 w 12191999"/>
              <a:gd name="connsiteY31" fmla="*/ 1188861 h 6105653"/>
              <a:gd name="connsiteX32" fmla="*/ 10081022 w 12191999"/>
              <a:gd name="connsiteY32" fmla="*/ 1421458 h 6105653"/>
              <a:gd name="connsiteX33" fmla="*/ 10170318 w 12191999"/>
              <a:gd name="connsiteY33" fmla="*/ 1549385 h 6105653"/>
              <a:gd name="connsiteX34" fmla="*/ 10198893 w 12191999"/>
              <a:gd name="connsiteY34" fmla="*/ 1549385 h 6105653"/>
              <a:gd name="connsiteX35" fmla="*/ 10281046 w 12191999"/>
              <a:gd name="connsiteY35" fmla="*/ 1453439 h 6105653"/>
              <a:gd name="connsiteX36" fmla="*/ 10334625 w 12191999"/>
              <a:gd name="connsiteY36" fmla="*/ 1398198 h 6105653"/>
              <a:gd name="connsiteX37" fmla="*/ 10527506 w 12191999"/>
              <a:gd name="connsiteY37" fmla="*/ 1247010 h 6105653"/>
              <a:gd name="connsiteX38" fmla="*/ 10548937 w 12191999"/>
              <a:gd name="connsiteY38" fmla="*/ 1354586 h 6105653"/>
              <a:gd name="connsiteX39" fmla="*/ 10588228 w 12191999"/>
              <a:gd name="connsiteY39" fmla="*/ 1395290 h 6105653"/>
              <a:gd name="connsiteX40" fmla="*/ 10645378 w 12191999"/>
              <a:gd name="connsiteY40" fmla="*/ 1366216 h 6105653"/>
              <a:gd name="connsiteX41" fmla="*/ 10820400 w 12191999"/>
              <a:gd name="connsiteY41" fmla="*/ 1031858 h 6105653"/>
              <a:gd name="connsiteX42" fmla="*/ 10956131 w 12191999"/>
              <a:gd name="connsiteY42" fmla="*/ 1005691 h 6105653"/>
              <a:gd name="connsiteX43" fmla="*/ 10977562 w 12191999"/>
              <a:gd name="connsiteY43" fmla="*/ 1069655 h 6105653"/>
              <a:gd name="connsiteX44" fmla="*/ 10966847 w 12191999"/>
              <a:gd name="connsiteY44" fmla="*/ 1142341 h 6105653"/>
              <a:gd name="connsiteX45" fmla="*/ 11074003 w 12191999"/>
              <a:gd name="connsiteY45" fmla="*/ 1084192 h 6105653"/>
              <a:gd name="connsiteX46" fmla="*/ 11181159 w 12191999"/>
              <a:gd name="connsiteY46" fmla="*/ 848688 h 6105653"/>
              <a:gd name="connsiteX47" fmla="*/ 11238309 w 12191999"/>
              <a:gd name="connsiteY47" fmla="*/ 805077 h 6105653"/>
              <a:gd name="connsiteX48" fmla="*/ 11266884 w 12191999"/>
              <a:gd name="connsiteY48" fmla="*/ 863226 h 6105653"/>
              <a:gd name="connsiteX49" fmla="*/ 11277600 w 12191999"/>
              <a:gd name="connsiteY49" fmla="*/ 906838 h 6105653"/>
              <a:gd name="connsiteX50" fmla="*/ 11724084 w 12191999"/>
              <a:gd name="connsiteY50" fmla="*/ 5527 h 6105653"/>
              <a:gd name="connsiteX51" fmla="*/ 11727656 w 12191999"/>
              <a:gd name="connsiteY51" fmla="*/ 209048 h 6105653"/>
              <a:gd name="connsiteX52" fmla="*/ 11656218 w 12191999"/>
              <a:gd name="connsiteY52" fmla="*/ 409663 h 6105653"/>
              <a:gd name="connsiteX53" fmla="*/ 11666934 w 12191999"/>
              <a:gd name="connsiteY53" fmla="*/ 621907 h 6105653"/>
              <a:gd name="connsiteX54" fmla="*/ 11631215 w 12191999"/>
              <a:gd name="connsiteY54" fmla="*/ 822521 h 6105653"/>
              <a:gd name="connsiteX55" fmla="*/ 11631215 w 12191999"/>
              <a:gd name="connsiteY55" fmla="*/ 996969 h 6105653"/>
              <a:gd name="connsiteX56" fmla="*/ 11684793 w 12191999"/>
              <a:gd name="connsiteY56" fmla="*/ 834151 h 6105653"/>
              <a:gd name="connsiteX57" fmla="*/ 11774090 w 12191999"/>
              <a:gd name="connsiteY57" fmla="*/ 773095 h 6105653"/>
              <a:gd name="connsiteX58" fmla="*/ 11856243 w 12191999"/>
              <a:gd name="connsiteY58" fmla="*/ 793447 h 6105653"/>
              <a:gd name="connsiteX59" fmla="*/ 11831240 w 12191999"/>
              <a:gd name="connsiteY59" fmla="*/ 860319 h 6105653"/>
              <a:gd name="connsiteX60" fmla="*/ 11738371 w 12191999"/>
              <a:gd name="connsiteY60" fmla="*/ 938820 h 6105653"/>
              <a:gd name="connsiteX61" fmla="*/ 11795521 w 12191999"/>
              <a:gd name="connsiteY61" fmla="*/ 956264 h 6105653"/>
              <a:gd name="connsiteX62" fmla="*/ 11838384 w 12191999"/>
              <a:gd name="connsiteY62" fmla="*/ 1002784 h 6105653"/>
              <a:gd name="connsiteX63" fmla="*/ 11816952 w 12191999"/>
              <a:gd name="connsiteY63" fmla="*/ 1270269 h 6105653"/>
              <a:gd name="connsiteX64" fmla="*/ 11999118 w 12191999"/>
              <a:gd name="connsiteY64" fmla="*/ 1092915 h 6105653"/>
              <a:gd name="connsiteX65" fmla="*/ 12027693 w 12191999"/>
              <a:gd name="connsiteY65" fmla="*/ 979524 h 6105653"/>
              <a:gd name="connsiteX66" fmla="*/ 12102703 w 12191999"/>
              <a:gd name="connsiteY66" fmla="*/ 953357 h 6105653"/>
              <a:gd name="connsiteX67" fmla="*/ 12120562 w 12191999"/>
              <a:gd name="connsiteY67" fmla="*/ 1005691 h 6105653"/>
              <a:gd name="connsiteX68" fmla="*/ 12056268 w 12191999"/>
              <a:gd name="connsiteY68" fmla="*/ 1267362 h 6105653"/>
              <a:gd name="connsiteX69" fmla="*/ 12081272 w 12191999"/>
              <a:gd name="connsiteY69" fmla="*/ 1310974 h 6105653"/>
              <a:gd name="connsiteX70" fmla="*/ 12191999 w 12191999"/>
              <a:gd name="connsiteY70" fmla="*/ 1008598 h 6105653"/>
              <a:gd name="connsiteX71" fmla="*/ 12191999 w 12191999"/>
              <a:gd name="connsiteY71" fmla="*/ 6105653 h 6105653"/>
              <a:gd name="connsiteX72" fmla="*/ 0 w 12191999"/>
              <a:gd name="connsiteY72" fmla="*/ 6105653 h 6105653"/>
              <a:gd name="connsiteX73" fmla="*/ 0 w 12191999"/>
              <a:gd name="connsiteY73" fmla="*/ 927116 h 6105653"/>
              <a:gd name="connsiteX74" fmla="*/ 61930 w 12191999"/>
              <a:gd name="connsiteY74" fmla="*/ 902578 h 6105653"/>
              <a:gd name="connsiteX75" fmla="*/ 155971 w 12191999"/>
              <a:gd name="connsiteY75" fmla="*/ 883588 h 6105653"/>
              <a:gd name="connsiteX76" fmla="*/ 277414 w 12191999"/>
              <a:gd name="connsiteY76" fmla="*/ 802179 h 6105653"/>
              <a:gd name="connsiteX77" fmla="*/ 638174 w 12191999"/>
              <a:gd name="connsiteY77" fmla="*/ 430025 h 6105653"/>
              <a:gd name="connsiteX78" fmla="*/ 477440 w 12191999"/>
              <a:gd name="connsiteY78" fmla="*/ 784735 h 6105653"/>
              <a:gd name="connsiteX79" fmla="*/ 827483 w 12191999"/>
              <a:gd name="connsiteY79" fmla="*/ 418395 h 6105653"/>
              <a:gd name="connsiteX80" fmla="*/ 956071 w 12191999"/>
              <a:gd name="connsiteY80" fmla="*/ 241040 h 6105653"/>
              <a:gd name="connsiteX81" fmla="*/ 999268 w 12191999"/>
              <a:gd name="connsiteY81" fmla="*/ 192386 h 6105653"/>
              <a:gd name="connsiteX82" fmla="*/ 1031080 w 12191999"/>
              <a:gd name="connsiteY82" fmla="*/ 197429 h 6105653"/>
              <a:gd name="connsiteX83" fmla="*/ 1048940 w 12191999"/>
              <a:gd name="connsiteY83" fmla="*/ 275930 h 6105653"/>
              <a:gd name="connsiteX84" fmla="*/ 1020365 w 12191999"/>
              <a:gd name="connsiteY84" fmla="*/ 517249 h 6105653"/>
              <a:gd name="connsiteX85" fmla="*/ 1256108 w 12191999"/>
              <a:gd name="connsiteY85" fmla="*/ 217780 h 6105653"/>
              <a:gd name="connsiteX86" fmla="*/ 1220389 w 12191999"/>
              <a:gd name="connsiteY86" fmla="*/ 441654 h 6105653"/>
              <a:gd name="connsiteX87" fmla="*/ 1313258 w 12191999"/>
              <a:gd name="connsiteY87" fmla="*/ 505619 h 6105653"/>
              <a:gd name="connsiteX88" fmla="*/ 1463277 w 12191999"/>
              <a:gd name="connsiteY88" fmla="*/ 610287 h 6105653"/>
              <a:gd name="connsiteX89" fmla="*/ 1545430 w 12191999"/>
              <a:gd name="connsiteY89" fmla="*/ 682974 h 6105653"/>
              <a:gd name="connsiteX90" fmla="*/ 1809749 w 12191999"/>
              <a:gd name="connsiteY90" fmla="*/ 712048 h 6105653"/>
              <a:gd name="connsiteX91" fmla="*/ 2099071 w 12191999"/>
              <a:gd name="connsiteY91" fmla="*/ 650992 h 6105653"/>
              <a:gd name="connsiteX92" fmla="*/ 2245518 w 12191999"/>
              <a:gd name="connsiteY92" fmla="*/ 482359 h 6105653"/>
              <a:gd name="connsiteX93" fmla="*/ 2409824 w 12191999"/>
              <a:gd name="connsiteY93" fmla="*/ 531786 h 6105653"/>
              <a:gd name="connsiteX94" fmla="*/ 2309812 w 12191999"/>
              <a:gd name="connsiteY94" fmla="*/ 889403 h 6105653"/>
              <a:gd name="connsiteX95" fmla="*/ 2699146 w 12191999"/>
              <a:gd name="connsiteY95" fmla="*/ 357339 h 6105653"/>
              <a:gd name="connsiteX96" fmla="*/ 2717006 w 12191999"/>
              <a:gd name="connsiteY96" fmla="*/ 447469 h 6105653"/>
              <a:gd name="connsiteX97" fmla="*/ 2938461 w 12191999"/>
              <a:gd name="connsiteY97" fmla="*/ 770197 h 6105653"/>
              <a:gd name="connsiteX98" fmla="*/ 2949178 w 12191999"/>
              <a:gd name="connsiteY98" fmla="*/ 787642 h 6105653"/>
              <a:gd name="connsiteX99" fmla="*/ 3088480 w 12191999"/>
              <a:gd name="connsiteY99" fmla="*/ 842883 h 6105653"/>
              <a:gd name="connsiteX100" fmla="*/ 3109911 w 12191999"/>
              <a:gd name="connsiteY100" fmla="*/ 1017331 h 6105653"/>
              <a:gd name="connsiteX101" fmla="*/ 3077765 w 12191999"/>
              <a:gd name="connsiteY101" fmla="*/ 1162704 h 6105653"/>
              <a:gd name="connsiteX102" fmla="*/ 3117055 w 12191999"/>
              <a:gd name="connsiteY102" fmla="*/ 1319707 h 6105653"/>
              <a:gd name="connsiteX103" fmla="*/ 3099196 w 12191999"/>
              <a:gd name="connsiteY103" fmla="*/ 1459264 h 6105653"/>
              <a:gd name="connsiteX104" fmla="*/ 3124198 w 12191999"/>
              <a:gd name="connsiteY104" fmla="*/ 1578470 h 6105653"/>
              <a:gd name="connsiteX105" fmla="*/ 3242071 w 12191999"/>
              <a:gd name="connsiteY105" fmla="*/ 1462171 h 6105653"/>
              <a:gd name="connsiteX106" fmla="*/ 3242071 w 12191999"/>
              <a:gd name="connsiteY106" fmla="*/ 1299354 h 6105653"/>
              <a:gd name="connsiteX107" fmla="*/ 3317080 w 12191999"/>
              <a:gd name="connsiteY107" fmla="*/ 1183056 h 6105653"/>
              <a:gd name="connsiteX108" fmla="*/ 3452811 w 12191999"/>
              <a:gd name="connsiteY108" fmla="*/ 1072572 h 6105653"/>
              <a:gd name="connsiteX109" fmla="*/ 3670696 w 12191999"/>
              <a:gd name="connsiteY109" fmla="*/ 682973 h 6105653"/>
              <a:gd name="connsiteX110" fmla="*/ 3752849 w 12191999"/>
              <a:gd name="connsiteY110" fmla="*/ 613194 h 6105653"/>
              <a:gd name="connsiteX111" fmla="*/ 3434952 w 12191999"/>
              <a:gd name="connsiteY111" fmla="*/ 1723843 h 6105653"/>
              <a:gd name="connsiteX112" fmla="*/ 3567111 w 12191999"/>
              <a:gd name="connsiteY112" fmla="*/ 1380763 h 6105653"/>
              <a:gd name="connsiteX113" fmla="*/ 3542109 w 12191999"/>
              <a:gd name="connsiteY113" fmla="*/ 1613360 h 6105653"/>
              <a:gd name="connsiteX114" fmla="*/ 3631405 w 12191999"/>
              <a:gd name="connsiteY114" fmla="*/ 1741287 h 6105653"/>
              <a:gd name="connsiteX115" fmla="*/ 3659980 w 12191999"/>
              <a:gd name="connsiteY115" fmla="*/ 1741287 h 6105653"/>
              <a:gd name="connsiteX116" fmla="*/ 3742133 w 12191999"/>
              <a:gd name="connsiteY116" fmla="*/ 1645341 h 6105653"/>
              <a:gd name="connsiteX117" fmla="*/ 3795712 w 12191999"/>
              <a:gd name="connsiteY117" fmla="*/ 1590100 h 6105653"/>
              <a:gd name="connsiteX118" fmla="*/ 3988593 w 12191999"/>
              <a:gd name="connsiteY118" fmla="*/ 1438912 h 6105653"/>
              <a:gd name="connsiteX119" fmla="*/ 4010024 w 12191999"/>
              <a:gd name="connsiteY119" fmla="*/ 1546488 h 6105653"/>
              <a:gd name="connsiteX120" fmla="*/ 4049315 w 12191999"/>
              <a:gd name="connsiteY120" fmla="*/ 1587192 h 6105653"/>
              <a:gd name="connsiteX121" fmla="*/ 4106465 w 12191999"/>
              <a:gd name="connsiteY121" fmla="*/ 1558118 h 6105653"/>
              <a:gd name="connsiteX122" fmla="*/ 4281487 w 12191999"/>
              <a:gd name="connsiteY122" fmla="*/ 1223760 h 6105653"/>
              <a:gd name="connsiteX123" fmla="*/ 4417219 w 12191999"/>
              <a:gd name="connsiteY123" fmla="*/ 1197593 h 6105653"/>
              <a:gd name="connsiteX124" fmla="*/ 4438649 w 12191999"/>
              <a:gd name="connsiteY124" fmla="*/ 1261557 h 6105653"/>
              <a:gd name="connsiteX125" fmla="*/ 4427935 w 12191999"/>
              <a:gd name="connsiteY125" fmla="*/ 1334243 h 6105653"/>
              <a:gd name="connsiteX126" fmla="*/ 4535090 w 12191999"/>
              <a:gd name="connsiteY126" fmla="*/ 1276094 h 6105653"/>
              <a:gd name="connsiteX127" fmla="*/ 4642246 w 12191999"/>
              <a:gd name="connsiteY127" fmla="*/ 1040590 h 6105653"/>
              <a:gd name="connsiteX128" fmla="*/ 4699396 w 12191999"/>
              <a:gd name="connsiteY128" fmla="*/ 996979 h 6105653"/>
              <a:gd name="connsiteX129" fmla="*/ 4727971 w 12191999"/>
              <a:gd name="connsiteY129" fmla="*/ 1055128 h 6105653"/>
              <a:gd name="connsiteX130" fmla="*/ 4738688 w 12191999"/>
              <a:gd name="connsiteY130" fmla="*/ 1098740 h 6105653"/>
              <a:gd name="connsiteX131" fmla="*/ 5185172 w 12191999"/>
              <a:gd name="connsiteY131" fmla="*/ 197429 h 6105653"/>
              <a:gd name="connsiteX132" fmla="*/ 5188744 w 12191999"/>
              <a:gd name="connsiteY132" fmla="*/ 400950 h 6105653"/>
              <a:gd name="connsiteX133" fmla="*/ 5117306 w 12191999"/>
              <a:gd name="connsiteY133" fmla="*/ 601565 h 6105653"/>
              <a:gd name="connsiteX134" fmla="*/ 5128021 w 12191999"/>
              <a:gd name="connsiteY134" fmla="*/ 813809 h 6105653"/>
              <a:gd name="connsiteX135" fmla="*/ 5092302 w 12191999"/>
              <a:gd name="connsiteY135" fmla="*/ 1014423 h 6105653"/>
              <a:gd name="connsiteX136" fmla="*/ 5092302 w 12191999"/>
              <a:gd name="connsiteY136" fmla="*/ 1188871 h 6105653"/>
              <a:gd name="connsiteX137" fmla="*/ 5145880 w 12191999"/>
              <a:gd name="connsiteY137" fmla="*/ 1026053 h 6105653"/>
              <a:gd name="connsiteX138" fmla="*/ 5235177 w 12191999"/>
              <a:gd name="connsiteY138" fmla="*/ 964997 h 6105653"/>
              <a:gd name="connsiteX139" fmla="*/ 5317331 w 12191999"/>
              <a:gd name="connsiteY139" fmla="*/ 985349 h 6105653"/>
              <a:gd name="connsiteX140" fmla="*/ 5292327 w 12191999"/>
              <a:gd name="connsiteY140" fmla="*/ 1052221 h 6105653"/>
              <a:gd name="connsiteX141" fmla="*/ 5199458 w 12191999"/>
              <a:gd name="connsiteY141" fmla="*/ 1130722 h 6105653"/>
              <a:gd name="connsiteX142" fmla="*/ 5256608 w 12191999"/>
              <a:gd name="connsiteY142" fmla="*/ 1148166 h 6105653"/>
              <a:gd name="connsiteX143" fmla="*/ 5299471 w 12191999"/>
              <a:gd name="connsiteY143" fmla="*/ 1194686 h 6105653"/>
              <a:gd name="connsiteX144" fmla="*/ 5278039 w 12191999"/>
              <a:gd name="connsiteY144" fmla="*/ 1462171 h 6105653"/>
              <a:gd name="connsiteX145" fmla="*/ 5460205 w 12191999"/>
              <a:gd name="connsiteY145" fmla="*/ 1284817 h 6105653"/>
              <a:gd name="connsiteX146" fmla="*/ 5488780 w 12191999"/>
              <a:gd name="connsiteY146" fmla="*/ 1171426 h 6105653"/>
              <a:gd name="connsiteX147" fmla="*/ 5539513 w 12191999"/>
              <a:gd name="connsiteY147" fmla="*/ 1140353 h 6105653"/>
              <a:gd name="connsiteX148" fmla="*/ 5552720 w 12191999"/>
              <a:gd name="connsiteY148" fmla="*/ 1143022 h 6105653"/>
              <a:gd name="connsiteX149" fmla="*/ 5574208 w 12191999"/>
              <a:gd name="connsiteY149" fmla="*/ 1115811 h 6105653"/>
              <a:gd name="connsiteX150" fmla="*/ 5734050 w 12191999"/>
              <a:gd name="connsiteY150" fmla="*/ 1075470 h 6105653"/>
              <a:gd name="connsiteX151" fmla="*/ 5798343 w 12191999"/>
              <a:gd name="connsiteY151" fmla="*/ 1020228 h 6105653"/>
              <a:gd name="connsiteX152" fmla="*/ 5884068 w 12191999"/>
              <a:gd name="connsiteY152" fmla="*/ 883578 h 6105653"/>
              <a:gd name="connsiteX153" fmla="*/ 6066234 w 12191999"/>
              <a:gd name="connsiteY153" fmla="*/ 645166 h 6105653"/>
              <a:gd name="connsiteX154" fmla="*/ 6109096 w 12191999"/>
              <a:gd name="connsiteY154" fmla="*/ 732391 h 6105653"/>
              <a:gd name="connsiteX155" fmla="*/ 5998368 w 12191999"/>
              <a:gd name="connsiteY155" fmla="*/ 985338 h 6105653"/>
              <a:gd name="connsiteX156" fmla="*/ 5969793 w 12191999"/>
              <a:gd name="connsiteY156" fmla="*/ 1168509 h 6105653"/>
              <a:gd name="connsiteX157" fmla="*/ 6162674 w 12191999"/>
              <a:gd name="connsiteY157" fmla="*/ 909745 h 6105653"/>
              <a:gd name="connsiteX158" fmla="*/ 6412705 w 12191999"/>
              <a:gd name="connsiteY158" fmla="*/ 659704 h 6105653"/>
              <a:gd name="connsiteX159" fmla="*/ 6366271 w 12191999"/>
              <a:gd name="connsiteY159" fmla="*/ 851596 h 6105653"/>
              <a:gd name="connsiteX160" fmla="*/ 6398418 w 12191999"/>
              <a:gd name="connsiteY160" fmla="*/ 860319 h 6105653"/>
              <a:gd name="connsiteX161" fmla="*/ 6694884 w 12191999"/>
              <a:gd name="connsiteY161" fmla="*/ 691686 h 6105653"/>
              <a:gd name="connsiteX162" fmla="*/ 6816327 w 12191999"/>
              <a:gd name="connsiteY162" fmla="*/ 610277 h 6105653"/>
              <a:gd name="connsiteX163" fmla="*/ 7177087 w 12191999"/>
              <a:gd name="connsiteY163" fmla="*/ 238123 h 6105653"/>
              <a:gd name="connsiteX164" fmla="*/ 7016353 w 12191999"/>
              <a:gd name="connsiteY164" fmla="*/ 592833 h 6105653"/>
              <a:gd name="connsiteX165" fmla="*/ 7366396 w 12191999"/>
              <a:gd name="connsiteY165" fmla="*/ 226493 h 6105653"/>
              <a:gd name="connsiteX166" fmla="*/ 7494984 w 12191999"/>
              <a:gd name="connsiteY166" fmla="*/ 49138 h 6105653"/>
              <a:gd name="connsiteX167" fmla="*/ 7538181 w 12191999"/>
              <a:gd name="connsiteY167" fmla="*/ 484 h 6105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2191999" h="6105653">
                <a:moveTo>
                  <a:pt x="7538181" y="484"/>
                </a:moveTo>
                <a:cubicBezTo>
                  <a:pt x="7546999" y="-833"/>
                  <a:pt x="7557492" y="439"/>
                  <a:pt x="7569993" y="5527"/>
                </a:cubicBezTo>
                <a:cubicBezTo>
                  <a:pt x="7612855" y="22971"/>
                  <a:pt x="7598567" y="54953"/>
                  <a:pt x="7587853" y="84028"/>
                </a:cubicBezTo>
                <a:cubicBezTo>
                  <a:pt x="7559278" y="153806"/>
                  <a:pt x="7559278" y="229401"/>
                  <a:pt x="7559278" y="325347"/>
                </a:cubicBezTo>
                <a:cubicBezTo>
                  <a:pt x="7695009" y="243938"/>
                  <a:pt x="7652146" y="95658"/>
                  <a:pt x="7795021" y="25878"/>
                </a:cubicBezTo>
                <a:cubicBezTo>
                  <a:pt x="7820024" y="113102"/>
                  <a:pt x="7770018" y="179974"/>
                  <a:pt x="7759302" y="249752"/>
                </a:cubicBezTo>
                <a:cubicBezTo>
                  <a:pt x="7748587" y="313717"/>
                  <a:pt x="7773590" y="328254"/>
                  <a:pt x="7852171" y="313717"/>
                </a:cubicBezTo>
                <a:cubicBezTo>
                  <a:pt x="7973615" y="290457"/>
                  <a:pt x="8034337" y="325347"/>
                  <a:pt x="8002190" y="418385"/>
                </a:cubicBezTo>
                <a:cubicBezTo>
                  <a:pt x="7970043" y="505609"/>
                  <a:pt x="8016478" y="514331"/>
                  <a:pt x="8084343" y="491072"/>
                </a:cubicBezTo>
                <a:cubicBezTo>
                  <a:pt x="8184355" y="456182"/>
                  <a:pt x="8262937" y="493979"/>
                  <a:pt x="8348662" y="520146"/>
                </a:cubicBezTo>
                <a:cubicBezTo>
                  <a:pt x="8477249" y="560851"/>
                  <a:pt x="8541543" y="543406"/>
                  <a:pt x="8637984" y="459090"/>
                </a:cubicBezTo>
                <a:cubicBezTo>
                  <a:pt x="8691561" y="409663"/>
                  <a:pt x="8737996" y="360236"/>
                  <a:pt x="8784431" y="290457"/>
                </a:cubicBezTo>
                <a:cubicBezTo>
                  <a:pt x="8809434" y="450367"/>
                  <a:pt x="8895158" y="284642"/>
                  <a:pt x="8948737" y="339884"/>
                </a:cubicBezTo>
                <a:cubicBezTo>
                  <a:pt x="8970168" y="453274"/>
                  <a:pt x="8798717" y="543406"/>
                  <a:pt x="8848725" y="697501"/>
                </a:cubicBezTo>
                <a:cubicBezTo>
                  <a:pt x="8995171" y="511424"/>
                  <a:pt x="9041606" y="302087"/>
                  <a:pt x="9238059" y="165437"/>
                </a:cubicBezTo>
                <a:cubicBezTo>
                  <a:pt x="9280921" y="197419"/>
                  <a:pt x="9238059" y="229401"/>
                  <a:pt x="9255919" y="255567"/>
                </a:cubicBezTo>
                <a:cubicBezTo>
                  <a:pt x="9266634" y="255567"/>
                  <a:pt x="9198767" y="560851"/>
                  <a:pt x="9477374" y="578295"/>
                </a:cubicBezTo>
                <a:cubicBezTo>
                  <a:pt x="9477374" y="584110"/>
                  <a:pt x="9477374" y="589925"/>
                  <a:pt x="9488091" y="595740"/>
                </a:cubicBezTo>
                <a:cubicBezTo>
                  <a:pt x="9527380" y="627722"/>
                  <a:pt x="9620249" y="598648"/>
                  <a:pt x="9627393" y="650981"/>
                </a:cubicBezTo>
                <a:cubicBezTo>
                  <a:pt x="9634537" y="709131"/>
                  <a:pt x="9666684" y="764373"/>
                  <a:pt x="9648824" y="825429"/>
                </a:cubicBezTo>
                <a:cubicBezTo>
                  <a:pt x="9634537" y="871948"/>
                  <a:pt x="9616678" y="921374"/>
                  <a:pt x="9616678" y="970802"/>
                </a:cubicBezTo>
                <a:cubicBezTo>
                  <a:pt x="9616678" y="1023136"/>
                  <a:pt x="9495233" y="1095822"/>
                  <a:pt x="9655968" y="1127805"/>
                </a:cubicBezTo>
                <a:cubicBezTo>
                  <a:pt x="9663111" y="1127805"/>
                  <a:pt x="9645252" y="1217935"/>
                  <a:pt x="9638109" y="1267362"/>
                </a:cubicBezTo>
                <a:cubicBezTo>
                  <a:pt x="9630965" y="1308066"/>
                  <a:pt x="9598818" y="1357494"/>
                  <a:pt x="9663111" y="1386568"/>
                </a:cubicBezTo>
                <a:cubicBezTo>
                  <a:pt x="9702403" y="1401105"/>
                  <a:pt x="9773840" y="1331326"/>
                  <a:pt x="9780984" y="1270269"/>
                </a:cubicBezTo>
                <a:cubicBezTo>
                  <a:pt x="9788127" y="1215028"/>
                  <a:pt x="9795271" y="1159787"/>
                  <a:pt x="9780984" y="1107452"/>
                </a:cubicBezTo>
                <a:cubicBezTo>
                  <a:pt x="9763125" y="1043488"/>
                  <a:pt x="9791699" y="1008598"/>
                  <a:pt x="9855993" y="991154"/>
                </a:cubicBezTo>
                <a:cubicBezTo>
                  <a:pt x="9923858" y="970802"/>
                  <a:pt x="9959577" y="933005"/>
                  <a:pt x="9991724" y="880670"/>
                </a:cubicBezTo>
                <a:cubicBezTo>
                  <a:pt x="10070305" y="752742"/>
                  <a:pt x="10163174" y="630630"/>
                  <a:pt x="10209609" y="491071"/>
                </a:cubicBezTo>
                <a:cubicBezTo>
                  <a:pt x="10216753" y="464905"/>
                  <a:pt x="10231040" y="432923"/>
                  <a:pt x="10291762" y="421292"/>
                </a:cubicBezTo>
                <a:cubicBezTo>
                  <a:pt x="10198893" y="799262"/>
                  <a:pt x="9959577" y="1142341"/>
                  <a:pt x="9973865" y="1531941"/>
                </a:cubicBezTo>
                <a:cubicBezTo>
                  <a:pt x="10048874" y="1427272"/>
                  <a:pt x="10052446" y="1302252"/>
                  <a:pt x="10106024" y="1188861"/>
                </a:cubicBezTo>
                <a:cubicBezTo>
                  <a:pt x="10145315" y="1270269"/>
                  <a:pt x="10102453" y="1345863"/>
                  <a:pt x="10081022" y="1421458"/>
                </a:cubicBezTo>
                <a:cubicBezTo>
                  <a:pt x="10063162" y="1485421"/>
                  <a:pt x="10059590" y="1543570"/>
                  <a:pt x="10170318" y="1549385"/>
                </a:cubicBezTo>
                <a:cubicBezTo>
                  <a:pt x="10181034" y="1549385"/>
                  <a:pt x="10188178" y="1549385"/>
                  <a:pt x="10198893" y="1549385"/>
                </a:cubicBezTo>
                <a:cubicBezTo>
                  <a:pt x="10245327" y="1526126"/>
                  <a:pt x="10266759" y="1494144"/>
                  <a:pt x="10281046" y="1453439"/>
                </a:cubicBezTo>
                <a:cubicBezTo>
                  <a:pt x="10288190" y="1430180"/>
                  <a:pt x="10302477" y="1398198"/>
                  <a:pt x="10334625" y="1398198"/>
                </a:cubicBezTo>
                <a:cubicBezTo>
                  <a:pt x="10456068" y="1401105"/>
                  <a:pt x="10491787" y="1322604"/>
                  <a:pt x="10527506" y="1247010"/>
                </a:cubicBezTo>
                <a:cubicBezTo>
                  <a:pt x="10588228" y="1287714"/>
                  <a:pt x="10545365" y="1322604"/>
                  <a:pt x="10548937" y="1354586"/>
                </a:cubicBezTo>
                <a:cubicBezTo>
                  <a:pt x="10552509" y="1374938"/>
                  <a:pt x="10556080" y="1395290"/>
                  <a:pt x="10588228" y="1395290"/>
                </a:cubicBezTo>
                <a:cubicBezTo>
                  <a:pt x="10613230" y="1395290"/>
                  <a:pt x="10645378" y="1386568"/>
                  <a:pt x="10645378" y="1366216"/>
                </a:cubicBezTo>
                <a:cubicBezTo>
                  <a:pt x="10648949" y="1238288"/>
                  <a:pt x="10820400" y="1165601"/>
                  <a:pt x="10820400" y="1031858"/>
                </a:cubicBezTo>
                <a:cubicBezTo>
                  <a:pt x="10820400" y="950449"/>
                  <a:pt x="10916840" y="1072563"/>
                  <a:pt x="10956131" y="1005691"/>
                </a:cubicBezTo>
                <a:cubicBezTo>
                  <a:pt x="10966847" y="991154"/>
                  <a:pt x="10981133" y="1046395"/>
                  <a:pt x="10977562" y="1069655"/>
                </a:cubicBezTo>
                <a:cubicBezTo>
                  <a:pt x="10973991" y="1092915"/>
                  <a:pt x="10948987" y="1113267"/>
                  <a:pt x="10966847" y="1142341"/>
                </a:cubicBezTo>
                <a:cubicBezTo>
                  <a:pt x="11031140" y="1156879"/>
                  <a:pt x="11056143" y="1119081"/>
                  <a:pt x="11074003" y="1084192"/>
                </a:cubicBezTo>
                <a:cubicBezTo>
                  <a:pt x="11116865" y="1008598"/>
                  <a:pt x="11166871" y="933005"/>
                  <a:pt x="11181159" y="848688"/>
                </a:cubicBezTo>
                <a:cubicBezTo>
                  <a:pt x="11184730" y="819614"/>
                  <a:pt x="11202590" y="802169"/>
                  <a:pt x="11238309" y="805077"/>
                </a:cubicBezTo>
                <a:cubicBezTo>
                  <a:pt x="11284744" y="810891"/>
                  <a:pt x="11270456" y="839966"/>
                  <a:pt x="11266884" y="863226"/>
                </a:cubicBezTo>
                <a:cubicBezTo>
                  <a:pt x="11263312" y="877763"/>
                  <a:pt x="11252596" y="892300"/>
                  <a:pt x="11277600" y="906838"/>
                </a:cubicBezTo>
                <a:cubicBezTo>
                  <a:pt x="11531203" y="566666"/>
                  <a:pt x="11516915" y="386403"/>
                  <a:pt x="11724084" y="5527"/>
                </a:cubicBezTo>
                <a:cubicBezTo>
                  <a:pt x="11763375" y="89842"/>
                  <a:pt x="11734800" y="150899"/>
                  <a:pt x="11727656" y="209048"/>
                </a:cubicBezTo>
                <a:cubicBezTo>
                  <a:pt x="11709796" y="354421"/>
                  <a:pt x="11677649" y="264290"/>
                  <a:pt x="11656218" y="409663"/>
                </a:cubicBezTo>
                <a:cubicBezTo>
                  <a:pt x="11645503" y="479442"/>
                  <a:pt x="11609784" y="543406"/>
                  <a:pt x="11666934" y="621907"/>
                </a:cubicBezTo>
                <a:cubicBezTo>
                  <a:pt x="11706225" y="674241"/>
                  <a:pt x="11663362" y="758557"/>
                  <a:pt x="11631215" y="822521"/>
                </a:cubicBezTo>
                <a:cubicBezTo>
                  <a:pt x="11602640" y="874856"/>
                  <a:pt x="11595497" y="927190"/>
                  <a:pt x="11631215" y="996969"/>
                </a:cubicBezTo>
                <a:cubicBezTo>
                  <a:pt x="11652646" y="933005"/>
                  <a:pt x="11670505" y="883578"/>
                  <a:pt x="11684793" y="834151"/>
                </a:cubicBezTo>
                <a:cubicBezTo>
                  <a:pt x="11695509" y="793447"/>
                  <a:pt x="11720512" y="770187"/>
                  <a:pt x="11774090" y="773095"/>
                </a:cubicBezTo>
                <a:cubicBezTo>
                  <a:pt x="11802665" y="773095"/>
                  <a:pt x="11841956" y="764373"/>
                  <a:pt x="11856243" y="793447"/>
                </a:cubicBezTo>
                <a:cubicBezTo>
                  <a:pt x="11870531" y="816706"/>
                  <a:pt x="11856243" y="848688"/>
                  <a:pt x="11831240" y="860319"/>
                </a:cubicBezTo>
                <a:cubicBezTo>
                  <a:pt x="11784806" y="874856"/>
                  <a:pt x="11741944" y="889393"/>
                  <a:pt x="11738371" y="938820"/>
                </a:cubicBezTo>
                <a:cubicBezTo>
                  <a:pt x="11731228" y="1005691"/>
                  <a:pt x="11759802" y="967894"/>
                  <a:pt x="11795521" y="956264"/>
                </a:cubicBezTo>
                <a:cubicBezTo>
                  <a:pt x="11834812" y="944634"/>
                  <a:pt x="11845527" y="979524"/>
                  <a:pt x="11838384" y="1002784"/>
                </a:cubicBezTo>
                <a:cubicBezTo>
                  <a:pt x="11806237" y="1090007"/>
                  <a:pt x="11863387" y="1180138"/>
                  <a:pt x="11816952" y="1270269"/>
                </a:cubicBezTo>
                <a:cubicBezTo>
                  <a:pt x="11931252" y="1247010"/>
                  <a:pt x="11981259" y="1197583"/>
                  <a:pt x="11999118" y="1092915"/>
                </a:cubicBezTo>
                <a:cubicBezTo>
                  <a:pt x="12002690" y="1055118"/>
                  <a:pt x="11995547" y="1014413"/>
                  <a:pt x="12027693" y="979524"/>
                </a:cubicBezTo>
                <a:cubicBezTo>
                  <a:pt x="12045553" y="959172"/>
                  <a:pt x="12066984" y="938820"/>
                  <a:pt x="12102703" y="953357"/>
                </a:cubicBezTo>
                <a:cubicBezTo>
                  <a:pt x="12127705" y="962080"/>
                  <a:pt x="12127705" y="985338"/>
                  <a:pt x="12120562" y="1005691"/>
                </a:cubicBezTo>
                <a:cubicBezTo>
                  <a:pt x="12081272" y="1090007"/>
                  <a:pt x="12070555" y="1180138"/>
                  <a:pt x="12056268" y="1267362"/>
                </a:cubicBezTo>
                <a:cubicBezTo>
                  <a:pt x="12052697" y="1281899"/>
                  <a:pt x="12045553" y="1296437"/>
                  <a:pt x="12081272" y="1310974"/>
                </a:cubicBezTo>
                <a:cubicBezTo>
                  <a:pt x="12113418" y="1209213"/>
                  <a:pt x="12156280" y="1110359"/>
                  <a:pt x="12191999" y="1008598"/>
                </a:cubicBezTo>
                <a:lnTo>
                  <a:pt x="12191999" y="6105653"/>
                </a:lnTo>
                <a:lnTo>
                  <a:pt x="0" y="6105653"/>
                </a:lnTo>
                <a:lnTo>
                  <a:pt x="0" y="927116"/>
                </a:lnTo>
                <a:lnTo>
                  <a:pt x="61930" y="902578"/>
                </a:lnTo>
                <a:cubicBezTo>
                  <a:pt x="91454" y="894128"/>
                  <a:pt x="122931" y="887949"/>
                  <a:pt x="155971" y="883588"/>
                </a:cubicBezTo>
                <a:cubicBezTo>
                  <a:pt x="223837" y="877773"/>
                  <a:pt x="245268" y="839976"/>
                  <a:pt x="277414" y="802179"/>
                </a:cubicBezTo>
                <a:cubicBezTo>
                  <a:pt x="388143" y="674251"/>
                  <a:pt x="488155" y="537601"/>
                  <a:pt x="638174" y="430025"/>
                </a:cubicBezTo>
                <a:cubicBezTo>
                  <a:pt x="620315" y="555046"/>
                  <a:pt x="520302" y="653899"/>
                  <a:pt x="477440" y="784735"/>
                </a:cubicBezTo>
                <a:cubicBezTo>
                  <a:pt x="641746" y="680066"/>
                  <a:pt x="727471" y="543415"/>
                  <a:pt x="827483" y="418395"/>
                </a:cubicBezTo>
                <a:cubicBezTo>
                  <a:pt x="873917" y="360246"/>
                  <a:pt x="931068" y="307912"/>
                  <a:pt x="956071" y="241040"/>
                </a:cubicBezTo>
                <a:cubicBezTo>
                  <a:pt x="961429" y="223595"/>
                  <a:pt x="972814" y="196338"/>
                  <a:pt x="999268" y="192386"/>
                </a:cubicBezTo>
                <a:cubicBezTo>
                  <a:pt x="1008086" y="191069"/>
                  <a:pt x="1018579" y="192341"/>
                  <a:pt x="1031080" y="197429"/>
                </a:cubicBezTo>
                <a:cubicBezTo>
                  <a:pt x="1073942" y="214873"/>
                  <a:pt x="1059654" y="246855"/>
                  <a:pt x="1048940" y="275930"/>
                </a:cubicBezTo>
                <a:cubicBezTo>
                  <a:pt x="1020365" y="345708"/>
                  <a:pt x="1020365" y="421303"/>
                  <a:pt x="1020365" y="517249"/>
                </a:cubicBezTo>
                <a:cubicBezTo>
                  <a:pt x="1156096" y="435840"/>
                  <a:pt x="1113233" y="287560"/>
                  <a:pt x="1256108" y="217780"/>
                </a:cubicBezTo>
                <a:cubicBezTo>
                  <a:pt x="1281111" y="305004"/>
                  <a:pt x="1231105" y="371876"/>
                  <a:pt x="1220389" y="441654"/>
                </a:cubicBezTo>
                <a:cubicBezTo>
                  <a:pt x="1209674" y="505619"/>
                  <a:pt x="1234677" y="520156"/>
                  <a:pt x="1313258" y="505619"/>
                </a:cubicBezTo>
                <a:cubicBezTo>
                  <a:pt x="1434702" y="482359"/>
                  <a:pt x="1495424" y="517249"/>
                  <a:pt x="1463277" y="610287"/>
                </a:cubicBezTo>
                <a:cubicBezTo>
                  <a:pt x="1431130" y="697511"/>
                  <a:pt x="1477565" y="706233"/>
                  <a:pt x="1545430" y="682974"/>
                </a:cubicBezTo>
                <a:cubicBezTo>
                  <a:pt x="1645442" y="648084"/>
                  <a:pt x="1724024" y="685881"/>
                  <a:pt x="1809749" y="712048"/>
                </a:cubicBezTo>
                <a:cubicBezTo>
                  <a:pt x="1938336" y="752753"/>
                  <a:pt x="2002630" y="735308"/>
                  <a:pt x="2099071" y="650992"/>
                </a:cubicBezTo>
                <a:cubicBezTo>
                  <a:pt x="2152648" y="601565"/>
                  <a:pt x="2199083" y="552138"/>
                  <a:pt x="2245518" y="482359"/>
                </a:cubicBezTo>
                <a:cubicBezTo>
                  <a:pt x="2270521" y="642269"/>
                  <a:pt x="2356245" y="476544"/>
                  <a:pt x="2409824" y="531786"/>
                </a:cubicBezTo>
                <a:cubicBezTo>
                  <a:pt x="2431255" y="645176"/>
                  <a:pt x="2259804" y="735308"/>
                  <a:pt x="2309812" y="889403"/>
                </a:cubicBezTo>
                <a:cubicBezTo>
                  <a:pt x="2456258" y="703326"/>
                  <a:pt x="2502693" y="493989"/>
                  <a:pt x="2699146" y="357339"/>
                </a:cubicBezTo>
                <a:cubicBezTo>
                  <a:pt x="2742008" y="389321"/>
                  <a:pt x="2699146" y="421303"/>
                  <a:pt x="2717006" y="447469"/>
                </a:cubicBezTo>
                <a:cubicBezTo>
                  <a:pt x="2727721" y="447469"/>
                  <a:pt x="2659854" y="752753"/>
                  <a:pt x="2938461" y="770197"/>
                </a:cubicBezTo>
                <a:cubicBezTo>
                  <a:pt x="2938461" y="776012"/>
                  <a:pt x="2938461" y="781827"/>
                  <a:pt x="2949178" y="787642"/>
                </a:cubicBezTo>
                <a:cubicBezTo>
                  <a:pt x="2988467" y="819624"/>
                  <a:pt x="3081336" y="790550"/>
                  <a:pt x="3088480" y="842883"/>
                </a:cubicBezTo>
                <a:cubicBezTo>
                  <a:pt x="3095624" y="901033"/>
                  <a:pt x="3127771" y="956275"/>
                  <a:pt x="3109911" y="1017331"/>
                </a:cubicBezTo>
                <a:cubicBezTo>
                  <a:pt x="3095624" y="1063850"/>
                  <a:pt x="3077765" y="1113276"/>
                  <a:pt x="3077765" y="1162704"/>
                </a:cubicBezTo>
                <a:cubicBezTo>
                  <a:pt x="3077765" y="1215038"/>
                  <a:pt x="2956320" y="1287724"/>
                  <a:pt x="3117055" y="1319707"/>
                </a:cubicBezTo>
                <a:cubicBezTo>
                  <a:pt x="3124198" y="1319707"/>
                  <a:pt x="3106339" y="1409837"/>
                  <a:pt x="3099196" y="1459264"/>
                </a:cubicBezTo>
                <a:cubicBezTo>
                  <a:pt x="3092052" y="1499968"/>
                  <a:pt x="3059905" y="1549396"/>
                  <a:pt x="3124198" y="1578470"/>
                </a:cubicBezTo>
                <a:cubicBezTo>
                  <a:pt x="3163490" y="1593007"/>
                  <a:pt x="3234927" y="1523228"/>
                  <a:pt x="3242071" y="1462171"/>
                </a:cubicBezTo>
                <a:cubicBezTo>
                  <a:pt x="3249214" y="1406930"/>
                  <a:pt x="3256358" y="1351689"/>
                  <a:pt x="3242071" y="1299354"/>
                </a:cubicBezTo>
                <a:cubicBezTo>
                  <a:pt x="3224212" y="1235390"/>
                  <a:pt x="3252786" y="1200500"/>
                  <a:pt x="3317080" y="1183056"/>
                </a:cubicBezTo>
                <a:cubicBezTo>
                  <a:pt x="3384945" y="1162704"/>
                  <a:pt x="3420664" y="1124907"/>
                  <a:pt x="3452811" y="1072572"/>
                </a:cubicBezTo>
                <a:cubicBezTo>
                  <a:pt x="3531392" y="944644"/>
                  <a:pt x="3624261" y="822532"/>
                  <a:pt x="3670696" y="682973"/>
                </a:cubicBezTo>
                <a:cubicBezTo>
                  <a:pt x="3677840" y="656807"/>
                  <a:pt x="3692127" y="624825"/>
                  <a:pt x="3752849" y="613194"/>
                </a:cubicBezTo>
                <a:cubicBezTo>
                  <a:pt x="3659980" y="991164"/>
                  <a:pt x="3420664" y="1334243"/>
                  <a:pt x="3434952" y="1723843"/>
                </a:cubicBezTo>
                <a:cubicBezTo>
                  <a:pt x="3509961" y="1619174"/>
                  <a:pt x="3513533" y="1494154"/>
                  <a:pt x="3567111" y="1380763"/>
                </a:cubicBezTo>
                <a:cubicBezTo>
                  <a:pt x="3606402" y="1462171"/>
                  <a:pt x="3563540" y="1537765"/>
                  <a:pt x="3542109" y="1613360"/>
                </a:cubicBezTo>
                <a:cubicBezTo>
                  <a:pt x="3524249" y="1677323"/>
                  <a:pt x="3520677" y="1735472"/>
                  <a:pt x="3631405" y="1741287"/>
                </a:cubicBezTo>
                <a:cubicBezTo>
                  <a:pt x="3642121" y="1741287"/>
                  <a:pt x="3649265" y="1741287"/>
                  <a:pt x="3659980" y="1741287"/>
                </a:cubicBezTo>
                <a:cubicBezTo>
                  <a:pt x="3706414" y="1718028"/>
                  <a:pt x="3727846" y="1686046"/>
                  <a:pt x="3742133" y="1645341"/>
                </a:cubicBezTo>
                <a:cubicBezTo>
                  <a:pt x="3749277" y="1622082"/>
                  <a:pt x="3763564" y="1590100"/>
                  <a:pt x="3795712" y="1590100"/>
                </a:cubicBezTo>
                <a:cubicBezTo>
                  <a:pt x="3917155" y="1593007"/>
                  <a:pt x="3952874" y="1514506"/>
                  <a:pt x="3988593" y="1438912"/>
                </a:cubicBezTo>
                <a:cubicBezTo>
                  <a:pt x="4049315" y="1479616"/>
                  <a:pt x="4006452" y="1514506"/>
                  <a:pt x="4010024" y="1546488"/>
                </a:cubicBezTo>
                <a:cubicBezTo>
                  <a:pt x="4013596" y="1566840"/>
                  <a:pt x="4017167" y="1587192"/>
                  <a:pt x="4049315" y="1587192"/>
                </a:cubicBezTo>
                <a:cubicBezTo>
                  <a:pt x="4074317" y="1587192"/>
                  <a:pt x="4106465" y="1578470"/>
                  <a:pt x="4106465" y="1558118"/>
                </a:cubicBezTo>
                <a:cubicBezTo>
                  <a:pt x="4110036" y="1430190"/>
                  <a:pt x="4281487" y="1357503"/>
                  <a:pt x="4281487" y="1223760"/>
                </a:cubicBezTo>
                <a:cubicBezTo>
                  <a:pt x="4281487" y="1142351"/>
                  <a:pt x="4377927" y="1264465"/>
                  <a:pt x="4417219" y="1197593"/>
                </a:cubicBezTo>
                <a:cubicBezTo>
                  <a:pt x="4427935" y="1183056"/>
                  <a:pt x="4442220" y="1238297"/>
                  <a:pt x="4438649" y="1261557"/>
                </a:cubicBezTo>
                <a:cubicBezTo>
                  <a:pt x="4435078" y="1284817"/>
                  <a:pt x="4410074" y="1305169"/>
                  <a:pt x="4427935" y="1334243"/>
                </a:cubicBezTo>
                <a:cubicBezTo>
                  <a:pt x="4492228" y="1348781"/>
                  <a:pt x="4517230" y="1310983"/>
                  <a:pt x="4535090" y="1276094"/>
                </a:cubicBezTo>
                <a:cubicBezTo>
                  <a:pt x="4577952" y="1200500"/>
                  <a:pt x="4627958" y="1124907"/>
                  <a:pt x="4642246" y="1040590"/>
                </a:cubicBezTo>
                <a:cubicBezTo>
                  <a:pt x="4645817" y="1011516"/>
                  <a:pt x="4663677" y="994071"/>
                  <a:pt x="4699396" y="996979"/>
                </a:cubicBezTo>
                <a:cubicBezTo>
                  <a:pt x="4745832" y="1002793"/>
                  <a:pt x="4731544" y="1031868"/>
                  <a:pt x="4727971" y="1055128"/>
                </a:cubicBezTo>
                <a:cubicBezTo>
                  <a:pt x="4724399" y="1069665"/>
                  <a:pt x="4713683" y="1084202"/>
                  <a:pt x="4738688" y="1098740"/>
                </a:cubicBezTo>
                <a:cubicBezTo>
                  <a:pt x="4992291" y="758568"/>
                  <a:pt x="4978002" y="578305"/>
                  <a:pt x="5185172" y="197429"/>
                </a:cubicBezTo>
                <a:cubicBezTo>
                  <a:pt x="5224462" y="281744"/>
                  <a:pt x="5195887" y="342801"/>
                  <a:pt x="5188744" y="400950"/>
                </a:cubicBezTo>
                <a:cubicBezTo>
                  <a:pt x="5170883" y="546323"/>
                  <a:pt x="5138736" y="456192"/>
                  <a:pt x="5117306" y="601565"/>
                </a:cubicBezTo>
                <a:cubicBezTo>
                  <a:pt x="5106590" y="671344"/>
                  <a:pt x="5070871" y="735308"/>
                  <a:pt x="5128021" y="813809"/>
                </a:cubicBezTo>
                <a:cubicBezTo>
                  <a:pt x="5167312" y="866143"/>
                  <a:pt x="5124450" y="950459"/>
                  <a:pt x="5092302" y="1014423"/>
                </a:cubicBezTo>
                <a:cubicBezTo>
                  <a:pt x="5063727" y="1066758"/>
                  <a:pt x="5056585" y="1119092"/>
                  <a:pt x="5092302" y="1188871"/>
                </a:cubicBezTo>
                <a:cubicBezTo>
                  <a:pt x="5113734" y="1124907"/>
                  <a:pt x="5131592" y="1075480"/>
                  <a:pt x="5145880" y="1026053"/>
                </a:cubicBezTo>
                <a:cubicBezTo>
                  <a:pt x="5156596" y="985349"/>
                  <a:pt x="5181600" y="962089"/>
                  <a:pt x="5235177" y="964997"/>
                </a:cubicBezTo>
                <a:cubicBezTo>
                  <a:pt x="5263752" y="964997"/>
                  <a:pt x="5303044" y="956275"/>
                  <a:pt x="5317331" y="985349"/>
                </a:cubicBezTo>
                <a:cubicBezTo>
                  <a:pt x="5331618" y="1008608"/>
                  <a:pt x="5317331" y="1040590"/>
                  <a:pt x="5292327" y="1052221"/>
                </a:cubicBezTo>
                <a:cubicBezTo>
                  <a:pt x="5245894" y="1066758"/>
                  <a:pt x="5203031" y="1081295"/>
                  <a:pt x="5199458" y="1130722"/>
                </a:cubicBezTo>
                <a:cubicBezTo>
                  <a:pt x="5192315" y="1197593"/>
                  <a:pt x="5220889" y="1159796"/>
                  <a:pt x="5256608" y="1148166"/>
                </a:cubicBezTo>
                <a:cubicBezTo>
                  <a:pt x="5295899" y="1136536"/>
                  <a:pt x="5306616" y="1171426"/>
                  <a:pt x="5299471" y="1194686"/>
                </a:cubicBezTo>
                <a:cubicBezTo>
                  <a:pt x="5267324" y="1281909"/>
                  <a:pt x="5324474" y="1372040"/>
                  <a:pt x="5278039" y="1462171"/>
                </a:cubicBezTo>
                <a:cubicBezTo>
                  <a:pt x="5392339" y="1438912"/>
                  <a:pt x="5442347" y="1389485"/>
                  <a:pt x="5460205" y="1284817"/>
                </a:cubicBezTo>
                <a:cubicBezTo>
                  <a:pt x="5463777" y="1247020"/>
                  <a:pt x="5456634" y="1206315"/>
                  <a:pt x="5488780" y="1171426"/>
                </a:cubicBezTo>
                <a:cubicBezTo>
                  <a:pt x="5502175" y="1156162"/>
                  <a:pt x="5517579" y="1140898"/>
                  <a:pt x="5539513" y="1140353"/>
                </a:cubicBezTo>
                <a:lnTo>
                  <a:pt x="5552720" y="1143022"/>
                </a:lnTo>
                <a:lnTo>
                  <a:pt x="5574208" y="1115811"/>
                </a:lnTo>
                <a:cubicBezTo>
                  <a:pt x="5609034" y="1085646"/>
                  <a:pt x="5659040" y="1068202"/>
                  <a:pt x="5734050" y="1075470"/>
                </a:cubicBezTo>
                <a:cubicBezTo>
                  <a:pt x="5776912" y="1078377"/>
                  <a:pt x="5809058" y="1055118"/>
                  <a:pt x="5798343" y="1020228"/>
                </a:cubicBezTo>
                <a:cubicBezTo>
                  <a:pt x="5776912" y="953357"/>
                  <a:pt x="5837634" y="921375"/>
                  <a:pt x="5884068" y="883578"/>
                </a:cubicBezTo>
                <a:cubicBezTo>
                  <a:pt x="5966221" y="816706"/>
                  <a:pt x="6051947" y="752742"/>
                  <a:pt x="6066234" y="645166"/>
                </a:cubicBezTo>
                <a:cubicBezTo>
                  <a:pt x="6130528" y="665519"/>
                  <a:pt x="6123384" y="700408"/>
                  <a:pt x="6109096" y="732391"/>
                </a:cubicBezTo>
                <a:cubicBezTo>
                  <a:pt x="6073377" y="816706"/>
                  <a:pt x="6034087" y="901023"/>
                  <a:pt x="5998368" y="985338"/>
                </a:cubicBezTo>
                <a:cubicBezTo>
                  <a:pt x="5976937" y="1040581"/>
                  <a:pt x="5944790" y="1095822"/>
                  <a:pt x="5969793" y="1168509"/>
                </a:cubicBezTo>
                <a:cubicBezTo>
                  <a:pt x="6098380" y="1104545"/>
                  <a:pt x="6123384" y="996969"/>
                  <a:pt x="6162674" y="909745"/>
                </a:cubicBezTo>
                <a:cubicBezTo>
                  <a:pt x="6212681" y="802169"/>
                  <a:pt x="6305549" y="738205"/>
                  <a:pt x="6412705" y="659704"/>
                </a:cubicBezTo>
                <a:cubicBezTo>
                  <a:pt x="6441280" y="738205"/>
                  <a:pt x="6362699" y="787632"/>
                  <a:pt x="6366271" y="851596"/>
                </a:cubicBezTo>
                <a:cubicBezTo>
                  <a:pt x="6376987" y="854503"/>
                  <a:pt x="6398418" y="860319"/>
                  <a:pt x="6398418" y="860319"/>
                </a:cubicBezTo>
                <a:cubicBezTo>
                  <a:pt x="6455568" y="755650"/>
                  <a:pt x="6562724" y="709131"/>
                  <a:pt x="6694884" y="691686"/>
                </a:cubicBezTo>
                <a:cubicBezTo>
                  <a:pt x="6762750" y="685871"/>
                  <a:pt x="6784181" y="648074"/>
                  <a:pt x="6816327" y="610277"/>
                </a:cubicBezTo>
                <a:cubicBezTo>
                  <a:pt x="6927056" y="482349"/>
                  <a:pt x="7027068" y="345699"/>
                  <a:pt x="7177087" y="238123"/>
                </a:cubicBezTo>
                <a:cubicBezTo>
                  <a:pt x="7159228" y="363144"/>
                  <a:pt x="7059215" y="461997"/>
                  <a:pt x="7016353" y="592833"/>
                </a:cubicBezTo>
                <a:cubicBezTo>
                  <a:pt x="7180659" y="488164"/>
                  <a:pt x="7266384" y="351513"/>
                  <a:pt x="7366396" y="226493"/>
                </a:cubicBezTo>
                <a:cubicBezTo>
                  <a:pt x="7412830" y="168344"/>
                  <a:pt x="7469981" y="116010"/>
                  <a:pt x="7494984" y="49138"/>
                </a:cubicBezTo>
                <a:cubicBezTo>
                  <a:pt x="7500342" y="31693"/>
                  <a:pt x="7511727" y="4436"/>
                  <a:pt x="7538181" y="48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2986D2-46D5-BD36-591B-8023CF26F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i="0">
                <a:ea typeface="+mj-lt"/>
                <a:cs typeface="+mj-lt"/>
              </a:rPr>
              <a:t>Short-Term Goal</a:t>
            </a:r>
            <a:endParaRPr lang="en-US"/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63816EA3-855D-DC14-35B4-BB34BE6134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3953572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95715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20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A8886A6-5426-494B-96D8-D962D2BA0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A3ED336-C09E-46E8-9774-B977D15FC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2347"/>
            <a:ext cx="12191999" cy="6105653"/>
          </a:xfrm>
          <a:custGeom>
            <a:avLst/>
            <a:gdLst>
              <a:gd name="connsiteX0" fmla="*/ 7538181 w 12191999"/>
              <a:gd name="connsiteY0" fmla="*/ 484 h 6105653"/>
              <a:gd name="connsiteX1" fmla="*/ 7569993 w 12191999"/>
              <a:gd name="connsiteY1" fmla="*/ 5527 h 6105653"/>
              <a:gd name="connsiteX2" fmla="*/ 7587853 w 12191999"/>
              <a:gd name="connsiteY2" fmla="*/ 84028 h 6105653"/>
              <a:gd name="connsiteX3" fmla="*/ 7559278 w 12191999"/>
              <a:gd name="connsiteY3" fmla="*/ 325347 h 6105653"/>
              <a:gd name="connsiteX4" fmla="*/ 7795021 w 12191999"/>
              <a:gd name="connsiteY4" fmla="*/ 25878 h 6105653"/>
              <a:gd name="connsiteX5" fmla="*/ 7759302 w 12191999"/>
              <a:gd name="connsiteY5" fmla="*/ 249752 h 6105653"/>
              <a:gd name="connsiteX6" fmla="*/ 7852171 w 12191999"/>
              <a:gd name="connsiteY6" fmla="*/ 313717 h 6105653"/>
              <a:gd name="connsiteX7" fmla="*/ 8002190 w 12191999"/>
              <a:gd name="connsiteY7" fmla="*/ 418385 h 6105653"/>
              <a:gd name="connsiteX8" fmla="*/ 8084343 w 12191999"/>
              <a:gd name="connsiteY8" fmla="*/ 491072 h 6105653"/>
              <a:gd name="connsiteX9" fmla="*/ 8348662 w 12191999"/>
              <a:gd name="connsiteY9" fmla="*/ 520146 h 6105653"/>
              <a:gd name="connsiteX10" fmla="*/ 8637984 w 12191999"/>
              <a:gd name="connsiteY10" fmla="*/ 459090 h 6105653"/>
              <a:gd name="connsiteX11" fmla="*/ 8784431 w 12191999"/>
              <a:gd name="connsiteY11" fmla="*/ 290457 h 6105653"/>
              <a:gd name="connsiteX12" fmla="*/ 8948737 w 12191999"/>
              <a:gd name="connsiteY12" fmla="*/ 339884 h 6105653"/>
              <a:gd name="connsiteX13" fmla="*/ 8848725 w 12191999"/>
              <a:gd name="connsiteY13" fmla="*/ 697501 h 6105653"/>
              <a:gd name="connsiteX14" fmla="*/ 9238059 w 12191999"/>
              <a:gd name="connsiteY14" fmla="*/ 165437 h 6105653"/>
              <a:gd name="connsiteX15" fmla="*/ 9255919 w 12191999"/>
              <a:gd name="connsiteY15" fmla="*/ 255567 h 6105653"/>
              <a:gd name="connsiteX16" fmla="*/ 9477374 w 12191999"/>
              <a:gd name="connsiteY16" fmla="*/ 578295 h 6105653"/>
              <a:gd name="connsiteX17" fmla="*/ 9488091 w 12191999"/>
              <a:gd name="connsiteY17" fmla="*/ 595740 h 6105653"/>
              <a:gd name="connsiteX18" fmla="*/ 9627393 w 12191999"/>
              <a:gd name="connsiteY18" fmla="*/ 650981 h 6105653"/>
              <a:gd name="connsiteX19" fmla="*/ 9648824 w 12191999"/>
              <a:gd name="connsiteY19" fmla="*/ 825429 h 6105653"/>
              <a:gd name="connsiteX20" fmla="*/ 9616678 w 12191999"/>
              <a:gd name="connsiteY20" fmla="*/ 970802 h 6105653"/>
              <a:gd name="connsiteX21" fmla="*/ 9655968 w 12191999"/>
              <a:gd name="connsiteY21" fmla="*/ 1127805 h 6105653"/>
              <a:gd name="connsiteX22" fmla="*/ 9638109 w 12191999"/>
              <a:gd name="connsiteY22" fmla="*/ 1267362 h 6105653"/>
              <a:gd name="connsiteX23" fmla="*/ 9663111 w 12191999"/>
              <a:gd name="connsiteY23" fmla="*/ 1386568 h 6105653"/>
              <a:gd name="connsiteX24" fmla="*/ 9780984 w 12191999"/>
              <a:gd name="connsiteY24" fmla="*/ 1270269 h 6105653"/>
              <a:gd name="connsiteX25" fmla="*/ 9780984 w 12191999"/>
              <a:gd name="connsiteY25" fmla="*/ 1107452 h 6105653"/>
              <a:gd name="connsiteX26" fmla="*/ 9855993 w 12191999"/>
              <a:gd name="connsiteY26" fmla="*/ 991154 h 6105653"/>
              <a:gd name="connsiteX27" fmla="*/ 9991724 w 12191999"/>
              <a:gd name="connsiteY27" fmla="*/ 880670 h 6105653"/>
              <a:gd name="connsiteX28" fmla="*/ 10209609 w 12191999"/>
              <a:gd name="connsiteY28" fmla="*/ 491071 h 6105653"/>
              <a:gd name="connsiteX29" fmla="*/ 10291762 w 12191999"/>
              <a:gd name="connsiteY29" fmla="*/ 421292 h 6105653"/>
              <a:gd name="connsiteX30" fmla="*/ 9973865 w 12191999"/>
              <a:gd name="connsiteY30" fmla="*/ 1531941 h 6105653"/>
              <a:gd name="connsiteX31" fmla="*/ 10106024 w 12191999"/>
              <a:gd name="connsiteY31" fmla="*/ 1188861 h 6105653"/>
              <a:gd name="connsiteX32" fmla="*/ 10081022 w 12191999"/>
              <a:gd name="connsiteY32" fmla="*/ 1421458 h 6105653"/>
              <a:gd name="connsiteX33" fmla="*/ 10170318 w 12191999"/>
              <a:gd name="connsiteY33" fmla="*/ 1549385 h 6105653"/>
              <a:gd name="connsiteX34" fmla="*/ 10198893 w 12191999"/>
              <a:gd name="connsiteY34" fmla="*/ 1549385 h 6105653"/>
              <a:gd name="connsiteX35" fmla="*/ 10281046 w 12191999"/>
              <a:gd name="connsiteY35" fmla="*/ 1453439 h 6105653"/>
              <a:gd name="connsiteX36" fmla="*/ 10334625 w 12191999"/>
              <a:gd name="connsiteY36" fmla="*/ 1398198 h 6105653"/>
              <a:gd name="connsiteX37" fmla="*/ 10527506 w 12191999"/>
              <a:gd name="connsiteY37" fmla="*/ 1247010 h 6105653"/>
              <a:gd name="connsiteX38" fmla="*/ 10548937 w 12191999"/>
              <a:gd name="connsiteY38" fmla="*/ 1354586 h 6105653"/>
              <a:gd name="connsiteX39" fmla="*/ 10588228 w 12191999"/>
              <a:gd name="connsiteY39" fmla="*/ 1395290 h 6105653"/>
              <a:gd name="connsiteX40" fmla="*/ 10645378 w 12191999"/>
              <a:gd name="connsiteY40" fmla="*/ 1366216 h 6105653"/>
              <a:gd name="connsiteX41" fmla="*/ 10820400 w 12191999"/>
              <a:gd name="connsiteY41" fmla="*/ 1031858 h 6105653"/>
              <a:gd name="connsiteX42" fmla="*/ 10956131 w 12191999"/>
              <a:gd name="connsiteY42" fmla="*/ 1005691 h 6105653"/>
              <a:gd name="connsiteX43" fmla="*/ 10977562 w 12191999"/>
              <a:gd name="connsiteY43" fmla="*/ 1069655 h 6105653"/>
              <a:gd name="connsiteX44" fmla="*/ 10966847 w 12191999"/>
              <a:gd name="connsiteY44" fmla="*/ 1142341 h 6105653"/>
              <a:gd name="connsiteX45" fmla="*/ 11074003 w 12191999"/>
              <a:gd name="connsiteY45" fmla="*/ 1084192 h 6105653"/>
              <a:gd name="connsiteX46" fmla="*/ 11181159 w 12191999"/>
              <a:gd name="connsiteY46" fmla="*/ 848688 h 6105653"/>
              <a:gd name="connsiteX47" fmla="*/ 11238309 w 12191999"/>
              <a:gd name="connsiteY47" fmla="*/ 805077 h 6105653"/>
              <a:gd name="connsiteX48" fmla="*/ 11266884 w 12191999"/>
              <a:gd name="connsiteY48" fmla="*/ 863226 h 6105653"/>
              <a:gd name="connsiteX49" fmla="*/ 11277600 w 12191999"/>
              <a:gd name="connsiteY49" fmla="*/ 906838 h 6105653"/>
              <a:gd name="connsiteX50" fmla="*/ 11724084 w 12191999"/>
              <a:gd name="connsiteY50" fmla="*/ 5527 h 6105653"/>
              <a:gd name="connsiteX51" fmla="*/ 11727656 w 12191999"/>
              <a:gd name="connsiteY51" fmla="*/ 209048 h 6105653"/>
              <a:gd name="connsiteX52" fmla="*/ 11656218 w 12191999"/>
              <a:gd name="connsiteY52" fmla="*/ 409663 h 6105653"/>
              <a:gd name="connsiteX53" fmla="*/ 11666934 w 12191999"/>
              <a:gd name="connsiteY53" fmla="*/ 621907 h 6105653"/>
              <a:gd name="connsiteX54" fmla="*/ 11631215 w 12191999"/>
              <a:gd name="connsiteY54" fmla="*/ 822521 h 6105653"/>
              <a:gd name="connsiteX55" fmla="*/ 11631215 w 12191999"/>
              <a:gd name="connsiteY55" fmla="*/ 996969 h 6105653"/>
              <a:gd name="connsiteX56" fmla="*/ 11684793 w 12191999"/>
              <a:gd name="connsiteY56" fmla="*/ 834151 h 6105653"/>
              <a:gd name="connsiteX57" fmla="*/ 11774090 w 12191999"/>
              <a:gd name="connsiteY57" fmla="*/ 773095 h 6105653"/>
              <a:gd name="connsiteX58" fmla="*/ 11856243 w 12191999"/>
              <a:gd name="connsiteY58" fmla="*/ 793447 h 6105653"/>
              <a:gd name="connsiteX59" fmla="*/ 11831240 w 12191999"/>
              <a:gd name="connsiteY59" fmla="*/ 860319 h 6105653"/>
              <a:gd name="connsiteX60" fmla="*/ 11738371 w 12191999"/>
              <a:gd name="connsiteY60" fmla="*/ 938820 h 6105653"/>
              <a:gd name="connsiteX61" fmla="*/ 11795521 w 12191999"/>
              <a:gd name="connsiteY61" fmla="*/ 956264 h 6105653"/>
              <a:gd name="connsiteX62" fmla="*/ 11838384 w 12191999"/>
              <a:gd name="connsiteY62" fmla="*/ 1002784 h 6105653"/>
              <a:gd name="connsiteX63" fmla="*/ 11816952 w 12191999"/>
              <a:gd name="connsiteY63" fmla="*/ 1270269 h 6105653"/>
              <a:gd name="connsiteX64" fmla="*/ 11999118 w 12191999"/>
              <a:gd name="connsiteY64" fmla="*/ 1092915 h 6105653"/>
              <a:gd name="connsiteX65" fmla="*/ 12027693 w 12191999"/>
              <a:gd name="connsiteY65" fmla="*/ 979524 h 6105653"/>
              <a:gd name="connsiteX66" fmla="*/ 12102703 w 12191999"/>
              <a:gd name="connsiteY66" fmla="*/ 953357 h 6105653"/>
              <a:gd name="connsiteX67" fmla="*/ 12120562 w 12191999"/>
              <a:gd name="connsiteY67" fmla="*/ 1005691 h 6105653"/>
              <a:gd name="connsiteX68" fmla="*/ 12056268 w 12191999"/>
              <a:gd name="connsiteY68" fmla="*/ 1267362 h 6105653"/>
              <a:gd name="connsiteX69" fmla="*/ 12081272 w 12191999"/>
              <a:gd name="connsiteY69" fmla="*/ 1310974 h 6105653"/>
              <a:gd name="connsiteX70" fmla="*/ 12191999 w 12191999"/>
              <a:gd name="connsiteY70" fmla="*/ 1008598 h 6105653"/>
              <a:gd name="connsiteX71" fmla="*/ 12191999 w 12191999"/>
              <a:gd name="connsiteY71" fmla="*/ 6105653 h 6105653"/>
              <a:gd name="connsiteX72" fmla="*/ 0 w 12191999"/>
              <a:gd name="connsiteY72" fmla="*/ 6105653 h 6105653"/>
              <a:gd name="connsiteX73" fmla="*/ 0 w 12191999"/>
              <a:gd name="connsiteY73" fmla="*/ 927116 h 6105653"/>
              <a:gd name="connsiteX74" fmla="*/ 61930 w 12191999"/>
              <a:gd name="connsiteY74" fmla="*/ 902578 h 6105653"/>
              <a:gd name="connsiteX75" fmla="*/ 155971 w 12191999"/>
              <a:gd name="connsiteY75" fmla="*/ 883588 h 6105653"/>
              <a:gd name="connsiteX76" fmla="*/ 277414 w 12191999"/>
              <a:gd name="connsiteY76" fmla="*/ 802179 h 6105653"/>
              <a:gd name="connsiteX77" fmla="*/ 638174 w 12191999"/>
              <a:gd name="connsiteY77" fmla="*/ 430025 h 6105653"/>
              <a:gd name="connsiteX78" fmla="*/ 477440 w 12191999"/>
              <a:gd name="connsiteY78" fmla="*/ 784735 h 6105653"/>
              <a:gd name="connsiteX79" fmla="*/ 827483 w 12191999"/>
              <a:gd name="connsiteY79" fmla="*/ 418395 h 6105653"/>
              <a:gd name="connsiteX80" fmla="*/ 956071 w 12191999"/>
              <a:gd name="connsiteY80" fmla="*/ 241040 h 6105653"/>
              <a:gd name="connsiteX81" fmla="*/ 999268 w 12191999"/>
              <a:gd name="connsiteY81" fmla="*/ 192386 h 6105653"/>
              <a:gd name="connsiteX82" fmla="*/ 1031080 w 12191999"/>
              <a:gd name="connsiteY82" fmla="*/ 197429 h 6105653"/>
              <a:gd name="connsiteX83" fmla="*/ 1048940 w 12191999"/>
              <a:gd name="connsiteY83" fmla="*/ 275930 h 6105653"/>
              <a:gd name="connsiteX84" fmla="*/ 1020365 w 12191999"/>
              <a:gd name="connsiteY84" fmla="*/ 517249 h 6105653"/>
              <a:gd name="connsiteX85" fmla="*/ 1256108 w 12191999"/>
              <a:gd name="connsiteY85" fmla="*/ 217780 h 6105653"/>
              <a:gd name="connsiteX86" fmla="*/ 1220389 w 12191999"/>
              <a:gd name="connsiteY86" fmla="*/ 441654 h 6105653"/>
              <a:gd name="connsiteX87" fmla="*/ 1313258 w 12191999"/>
              <a:gd name="connsiteY87" fmla="*/ 505619 h 6105653"/>
              <a:gd name="connsiteX88" fmla="*/ 1463277 w 12191999"/>
              <a:gd name="connsiteY88" fmla="*/ 610287 h 6105653"/>
              <a:gd name="connsiteX89" fmla="*/ 1545430 w 12191999"/>
              <a:gd name="connsiteY89" fmla="*/ 682974 h 6105653"/>
              <a:gd name="connsiteX90" fmla="*/ 1809749 w 12191999"/>
              <a:gd name="connsiteY90" fmla="*/ 712048 h 6105653"/>
              <a:gd name="connsiteX91" fmla="*/ 2099071 w 12191999"/>
              <a:gd name="connsiteY91" fmla="*/ 650992 h 6105653"/>
              <a:gd name="connsiteX92" fmla="*/ 2245518 w 12191999"/>
              <a:gd name="connsiteY92" fmla="*/ 482359 h 6105653"/>
              <a:gd name="connsiteX93" fmla="*/ 2409824 w 12191999"/>
              <a:gd name="connsiteY93" fmla="*/ 531786 h 6105653"/>
              <a:gd name="connsiteX94" fmla="*/ 2309812 w 12191999"/>
              <a:gd name="connsiteY94" fmla="*/ 889403 h 6105653"/>
              <a:gd name="connsiteX95" fmla="*/ 2699146 w 12191999"/>
              <a:gd name="connsiteY95" fmla="*/ 357339 h 6105653"/>
              <a:gd name="connsiteX96" fmla="*/ 2717006 w 12191999"/>
              <a:gd name="connsiteY96" fmla="*/ 447469 h 6105653"/>
              <a:gd name="connsiteX97" fmla="*/ 2938461 w 12191999"/>
              <a:gd name="connsiteY97" fmla="*/ 770197 h 6105653"/>
              <a:gd name="connsiteX98" fmla="*/ 2949178 w 12191999"/>
              <a:gd name="connsiteY98" fmla="*/ 787642 h 6105653"/>
              <a:gd name="connsiteX99" fmla="*/ 3088480 w 12191999"/>
              <a:gd name="connsiteY99" fmla="*/ 842883 h 6105653"/>
              <a:gd name="connsiteX100" fmla="*/ 3109911 w 12191999"/>
              <a:gd name="connsiteY100" fmla="*/ 1017331 h 6105653"/>
              <a:gd name="connsiteX101" fmla="*/ 3077765 w 12191999"/>
              <a:gd name="connsiteY101" fmla="*/ 1162704 h 6105653"/>
              <a:gd name="connsiteX102" fmla="*/ 3117055 w 12191999"/>
              <a:gd name="connsiteY102" fmla="*/ 1319707 h 6105653"/>
              <a:gd name="connsiteX103" fmla="*/ 3099196 w 12191999"/>
              <a:gd name="connsiteY103" fmla="*/ 1459264 h 6105653"/>
              <a:gd name="connsiteX104" fmla="*/ 3124198 w 12191999"/>
              <a:gd name="connsiteY104" fmla="*/ 1578470 h 6105653"/>
              <a:gd name="connsiteX105" fmla="*/ 3242071 w 12191999"/>
              <a:gd name="connsiteY105" fmla="*/ 1462171 h 6105653"/>
              <a:gd name="connsiteX106" fmla="*/ 3242071 w 12191999"/>
              <a:gd name="connsiteY106" fmla="*/ 1299354 h 6105653"/>
              <a:gd name="connsiteX107" fmla="*/ 3317080 w 12191999"/>
              <a:gd name="connsiteY107" fmla="*/ 1183056 h 6105653"/>
              <a:gd name="connsiteX108" fmla="*/ 3452811 w 12191999"/>
              <a:gd name="connsiteY108" fmla="*/ 1072572 h 6105653"/>
              <a:gd name="connsiteX109" fmla="*/ 3670696 w 12191999"/>
              <a:gd name="connsiteY109" fmla="*/ 682973 h 6105653"/>
              <a:gd name="connsiteX110" fmla="*/ 3752849 w 12191999"/>
              <a:gd name="connsiteY110" fmla="*/ 613194 h 6105653"/>
              <a:gd name="connsiteX111" fmla="*/ 3434952 w 12191999"/>
              <a:gd name="connsiteY111" fmla="*/ 1723843 h 6105653"/>
              <a:gd name="connsiteX112" fmla="*/ 3567111 w 12191999"/>
              <a:gd name="connsiteY112" fmla="*/ 1380763 h 6105653"/>
              <a:gd name="connsiteX113" fmla="*/ 3542109 w 12191999"/>
              <a:gd name="connsiteY113" fmla="*/ 1613360 h 6105653"/>
              <a:gd name="connsiteX114" fmla="*/ 3631405 w 12191999"/>
              <a:gd name="connsiteY114" fmla="*/ 1741287 h 6105653"/>
              <a:gd name="connsiteX115" fmla="*/ 3659980 w 12191999"/>
              <a:gd name="connsiteY115" fmla="*/ 1741287 h 6105653"/>
              <a:gd name="connsiteX116" fmla="*/ 3742133 w 12191999"/>
              <a:gd name="connsiteY116" fmla="*/ 1645341 h 6105653"/>
              <a:gd name="connsiteX117" fmla="*/ 3795712 w 12191999"/>
              <a:gd name="connsiteY117" fmla="*/ 1590100 h 6105653"/>
              <a:gd name="connsiteX118" fmla="*/ 3988593 w 12191999"/>
              <a:gd name="connsiteY118" fmla="*/ 1438912 h 6105653"/>
              <a:gd name="connsiteX119" fmla="*/ 4010024 w 12191999"/>
              <a:gd name="connsiteY119" fmla="*/ 1546488 h 6105653"/>
              <a:gd name="connsiteX120" fmla="*/ 4049315 w 12191999"/>
              <a:gd name="connsiteY120" fmla="*/ 1587192 h 6105653"/>
              <a:gd name="connsiteX121" fmla="*/ 4106465 w 12191999"/>
              <a:gd name="connsiteY121" fmla="*/ 1558118 h 6105653"/>
              <a:gd name="connsiteX122" fmla="*/ 4281487 w 12191999"/>
              <a:gd name="connsiteY122" fmla="*/ 1223760 h 6105653"/>
              <a:gd name="connsiteX123" fmla="*/ 4417219 w 12191999"/>
              <a:gd name="connsiteY123" fmla="*/ 1197593 h 6105653"/>
              <a:gd name="connsiteX124" fmla="*/ 4438649 w 12191999"/>
              <a:gd name="connsiteY124" fmla="*/ 1261557 h 6105653"/>
              <a:gd name="connsiteX125" fmla="*/ 4427935 w 12191999"/>
              <a:gd name="connsiteY125" fmla="*/ 1334243 h 6105653"/>
              <a:gd name="connsiteX126" fmla="*/ 4535090 w 12191999"/>
              <a:gd name="connsiteY126" fmla="*/ 1276094 h 6105653"/>
              <a:gd name="connsiteX127" fmla="*/ 4642246 w 12191999"/>
              <a:gd name="connsiteY127" fmla="*/ 1040590 h 6105653"/>
              <a:gd name="connsiteX128" fmla="*/ 4699396 w 12191999"/>
              <a:gd name="connsiteY128" fmla="*/ 996979 h 6105653"/>
              <a:gd name="connsiteX129" fmla="*/ 4727971 w 12191999"/>
              <a:gd name="connsiteY129" fmla="*/ 1055128 h 6105653"/>
              <a:gd name="connsiteX130" fmla="*/ 4738688 w 12191999"/>
              <a:gd name="connsiteY130" fmla="*/ 1098740 h 6105653"/>
              <a:gd name="connsiteX131" fmla="*/ 5185172 w 12191999"/>
              <a:gd name="connsiteY131" fmla="*/ 197429 h 6105653"/>
              <a:gd name="connsiteX132" fmla="*/ 5188744 w 12191999"/>
              <a:gd name="connsiteY132" fmla="*/ 400950 h 6105653"/>
              <a:gd name="connsiteX133" fmla="*/ 5117306 w 12191999"/>
              <a:gd name="connsiteY133" fmla="*/ 601565 h 6105653"/>
              <a:gd name="connsiteX134" fmla="*/ 5128021 w 12191999"/>
              <a:gd name="connsiteY134" fmla="*/ 813809 h 6105653"/>
              <a:gd name="connsiteX135" fmla="*/ 5092302 w 12191999"/>
              <a:gd name="connsiteY135" fmla="*/ 1014423 h 6105653"/>
              <a:gd name="connsiteX136" fmla="*/ 5092302 w 12191999"/>
              <a:gd name="connsiteY136" fmla="*/ 1188871 h 6105653"/>
              <a:gd name="connsiteX137" fmla="*/ 5145880 w 12191999"/>
              <a:gd name="connsiteY137" fmla="*/ 1026053 h 6105653"/>
              <a:gd name="connsiteX138" fmla="*/ 5235177 w 12191999"/>
              <a:gd name="connsiteY138" fmla="*/ 964997 h 6105653"/>
              <a:gd name="connsiteX139" fmla="*/ 5317331 w 12191999"/>
              <a:gd name="connsiteY139" fmla="*/ 985349 h 6105653"/>
              <a:gd name="connsiteX140" fmla="*/ 5292327 w 12191999"/>
              <a:gd name="connsiteY140" fmla="*/ 1052221 h 6105653"/>
              <a:gd name="connsiteX141" fmla="*/ 5199458 w 12191999"/>
              <a:gd name="connsiteY141" fmla="*/ 1130722 h 6105653"/>
              <a:gd name="connsiteX142" fmla="*/ 5256608 w 12191999"/>
              <a:gd name="connsiteY142" fmla="*/ 1148166 h 6105653"/>
              <a:gd name="connsiteX143" fmla="*/ 5299471 w 12191999"/>
              <a:gd name="connsiteY143" fmla="*/ 1194686 h 6105653"/>
              <a:gd name="connsiteX144" fmla="*/ 5278039 w 12191999"/>
              <a:gd name="connsiteY144" fmla="*/ 1462171 h 6105653"/>
              <a:gd name="connsiteX145" fmla="*/ 5460205 w 12191999"/>
              <a:gd name="connsiteY145" fmla="*/ 1284817 h 6105653"/>
              <a:gd name="connsiteX146" fmla="*/ 5488780 w 12191999"/>
              <a:gd name="connsiteY146" fmla="*/ 1171426 h 6105653"/>
              <a:gd name="connsiteX147" fmla="*/ 5539513 w 12191999"/>
              <a:gd name="connsiteY147" fmla="*/ 1140353 h 6105653"/>
              <a:gd name="connsiteX148" fmla="*/ 5552720 w 12191999"/>
              <a:gd name="connsiteY148" fmla="*/ 1143022 h 6105653"/>
              <a:gd name="connsiteX149" fmla="*/ 5574208 w 12191999"/>
              <a:gd name="connsiteY149" fmla="*/ 1115811 h 6105653"/>
              <a:gd name="connsiteX150" fmla="*/ 5734050 w 12191999"/>
              <a:gd name="connsiteY150" fmla="*/ 1075470 h 6105653"/>
              <a:gd name="connsiteX151" fmla="*/ 5798343 w 12191999"/>
              <a:gd name="connsiteY151" fmla="*/ 1020228 h 6105653"/>
              <a:gd name="connsiteX152" fmla="*/ 5884068 w 12191999"/>
              <a:gd name="connsiteY152" fmla="*/ 883578 h 6105653"/>
              <a:gd name="connsiteX153" fmla="*/ 6066234 w 12191999"/>
              <a:gd name="connsiteY153" fmla="*/ 645166 h 6105653"/>
              <a:gd name="connsiteX154" fmla="*/ 6109096 w 12191999"/>
              <a:gd name="connsiteY154" fmla="*/ 732391 h 6105653"/>
              <a:gd name="connsiteX155" fmla="*/ 5998368 w 12191999"/>
              <a:gd name="connsiteY155" fmla="*/ 985338 h 6105653"/>
              <a:gd name="connsiteX156" fmla="*/ 5969793 w 12191999"/>
              <a:gd name="connsiteY156" fmla="*/ 1168509 h 6105653"/>
              <a:gd name="connsiteX157" fmla="*/ 6162674 w 12191999"/>
              <a:gd name="connsiteY157" fmla="*/ 909745 h 6105653"/>
              <a:gd name="connsiteX158" fmla="*/ 6412705 w 12191999"/>
              <a:gd name="connsiteY158" fmla="*/ 659704 h 6105653"/>
              <a:gd name="connsiteX159" fmla="*/ 6366271 w 12191999"/>
              <a:gd name="connsiteY159" fmla="*/ 851596 h 6105653"/>
              <a:gd name="connsiteX160" fmla="*/ 6398418 w 12191999"/>
              <a:gd name="connsiteY160" fmla="*/ 860319 h 6105653"/>
              <a:gd name="connsiteX161" fmla="*/ 6694884 w 12191999"/>
              <a:gd name="connsiteY161" fmla="*/ 691686 h 6105653"/>
              <a:gd name="connsiteX162" fmla="*/ 6816327 w 12191999"/>
              <a:gd name="connsiteY162" fmla="*/ 610277 h 6105653"/>
              <a:gd name="connsiteX163" fmla="*/ 7177087 w 12191999"/>
              <a:gd name="connsiteY163" fmla="*/ 238123 h 6105653"/>
              <a:gd name="connsiteX164" fmla="*/ 7016353 w 12191999"/>
              <a:gd name="connsiteY164" fmla="*/ 592833 h 6105653"/>
              <a:gd name="connsiteX165" fmla="*/ 7366396 w 12191999"/>
              <a:gd name="connsiteY165" fmla="*/ 226493 h 6105653"/>
              <a:gd name="connsiteX166" fmla="*/ 7494984 w 12191999"/>
              <a:gd name="connsiteY166" fmla="*/ 49138 h 6105653"/>
              <a:gd name="connsiteX167" fmla="*/ 7538181 w 12191999"/>
              <a:gd name="connsiteY167" fmla="*/ 484 h 6105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2191999" h="6105653">
                <a:moveTo>
                  <a:pt x="7538181" y="484"/>
                </a:moveTo>
                <a:cubicBezTo>
                  <a:pt x="7546999" y="-833"/>
                  <a:pt x="7557492" y="439"/>
                  <a:pt x="7569993" y="5527"/>
                </a:cubicBezTo>
                <a:cubicBezTo>
                  <a:pt x="7612855" y="22971"/>
                  <a:pt x="7598567" y="54953"/>
                  <a:pt x="7587853" y="84028"/>
                </a:cubicBezTo>
                <a:cubicBezTo>
                  <a:pt x="7559278" y="153806"/>
                  <a:pt x="7559278" y="229401"/>
                  <a:pt x="7559278" y="325347"/>
                </a:cubicBezTo>
                <a:cubicBezTo>
                  <a:pt x="7695009" y="243938"/>
                  <a:pt x="7652146" y="95658"/>
                  <a:pt x="7795021" y="25878"/>
                </a:cubicBezTo>
                <a:cubicBezTo>
                  <a:pt x="7820024" y="113102"/>
                  <a:pt x="7770018" y="179974"/>
                  <a:pt x="7759302" y="249752"/>
                </a:cubicBezTo>
                <a:cubicBezTo>
                  <a:pt x="7748587" y="313717"/>
                  <a:pt x="7773590" y="328254"/>
                  <a:pt x="7852171" y="313717"/>
                </a:cubicBezTo>
                <a:cubicBezTo>
                  <a:pt x="7973615" y="290457"/>
                  <a:pt x="8034337" y="325347"/>
                  <a:pt x="8002190" y="418385"/>
                </a:cubicBezTo>
                <a:cubicBezTo>
                  <a:pt x="7970043" y="505609"/>
                  <a:pt x="8016478" y="514331"/>
                  <a:pt x="8084343" y="491072"/>
                </a:cubicBezTo>
                <a:cubicBezTo>
                  <a:pt x="8184355" y="456182"/>
                  <a:pt x="8262937" y="493979"/>
                  <a:pt x="8348662" y="520146"/>
                </a:cubicBezTo>
                <a:cubicBezTo>
                  <a:pt x="8477249" y="560851"/>
                  <a:pt x="8541543" y="543406"/>
                  <a:pt x="8637984" y="459090"/>
                </a:cubicBezTo>
                <a:cubicBezTo>
                  <a:pt x="8691561" y="409663"/>
                  <a:pt x="8737996" y="360236"/>
                  <a:pt x="8784431" y="290457"/>
                </a:cubicBezTo>
                <a:cubicBezTo>
                  <a:pt x="8809434" y="450367"/>
                  <a:pt x="8895158" y="284642"/>
                  <a:pt x="8948737" y="339884"/>
                </a:cubicBezTo>
                <a:cubicBezTo>
                  <a:pt x="8970168" y="453274"/>
                  <a:pt x="8798717" y="543406"/>
                  <a:pt x="8848725" y="697501"/>
                </a:cubicBezTo>
                <a:cubicBezTo>
                  <a:pt x="8995171" y="511424"/>
                  <a:pt x="9041606" y="302087"/>
                  <a:pt x="9238059" y="165437"/>
                </a:cubicBezTo>
                <a:cubicBezTo>
                  <a:pt x="9280921" y="197419"/>
                  <a:pt x="9238059" y="229401"/>
                  <a:pt x="9255919" y="255567"/>
                </a:cubicBezTo>
                <a:cubicBezTo>
                  <a:pt x="9266634" y="255567"/>
                  <a:pt x="9198767" y="560851"/>
                  <a:pt x="9477374" y="578295"/>
                </a:cubicBezTo>
                <a:cubicBezTo>
                  <a:pt x="9477374" y="584110"/>
                  <a:pt x="9477374" y="589925"/>
                  <a:pt x="9488091" y="595740"/>
                </a:cubicBezTo>
                <a:cubicBezTo>
                  <a:pt x="9527380" y="627722"/>
                  <a:pt x="9620249" y="598648"/>
                  <a:pt x="9627393" y="650981"/>
                </a:cubicBezTo>
                <a:cubicBezTo>
                  <a:pt x="9634537" y="709131"/>
                  <a:pt x="9666684" y="764373"/>
                  <a:pt x="9648824" y="825429"/>
                </a:cubicBezTo>
                <a:cubicBezTo>
                  <a:pt x="9634537" y="871948"/>
                  <a:pt x="9616678" y="921374"/>
                  <a:pt x="9616678" y="970802"/>
                </a:cubicBezTo>
                <a:cubicBezTo>
                  <a:pt x="9616678" y="1023136"/>
                  <a:pt x="9495233" y="1095822"/>
                  <a:pt x="9655968" y="1127805"/>
                </a:cubicBezTo>
                <a:cubicBezTo>
                  <a:pt x="9663111" y="1127805"/>
                  <a:pt x="9645252" y="1217935"/>
                  <a:pt x="9638109" y="1267362"/>
                </a:cubicBezTo>
                <a:cubicBezTo>
                  <a:pt x="9630965" y="1308066"/>
                  <a:pt x="9598818" y="1357494"/>
                  <a:pt x="9663111" y="1386568"/>
                </a:cubicBezTo>
                <a:cubicBezTo>
                  <a:pt x="9702403" y="1401105"/>
                  <a:pt x="9773840" y="1331326"/>
                  <a:pt x="9780984" y="1270269"/>
                </a:cubicBezTo>
                <a:cubicBezTo>
                  <a:pt x="9788127" y="1215028"/>
                  <a:pt x="9795271" y="1159787"/>
                  <a:pt x="9780984" y="1107452"/>
                </a:cubicBezTo>
                <a:cubicBezTo>
                  <a:pt x="9763125" y="1043488"/>
                  <a:pt x="9791699" y="1008598"/>
                  <a:pt x="9855993" y="991154"/>
                </a:cubicBezTo>
                <a:cubicBezTo>
                  <a:pt x="9923858" y="970802"/>
                  <a:pt x="9959577" y="933005"/>
                  <a:pt x="9991724" y="880670"/>
                </a:cubicBezTo>
                <a:cubicBezTo>
                  <a:pt x="10070305" y="752742"/>
                  <a:pt x="10163174" y="630630"/>
                  <a:pt x="10209609" y="491071"/>
                </a:cubicBezTo>
                <a:cubicBezTo>
                  <a:pt x="10216753" y="464905"/>
                  <a:pt x="10231040" y="432923"/>
                  <a:pt x="10291762" y="421292"/>
                </a:cubicBezTo>
                <a:cubicBezTo>
                  <a:pt x="10198893" y="799262"/>
                  <a:pt x="9959577" y="1142341"/>
                  <a:pt x="9973865" y="1531941"/>
                </a:cubicBezTo>
                <a:cubicBezTo>
                  <a:pt x="10048874" y="1427272"/>
                  <a:pt x="10052446" y="1302252"/>
                  <a:pt x="10106024" y="1188861"/>
                </a:cubicBezTo>
                <a:cubicBezTo>
                  <a:pt x="10145315" y="1270269"/>
                  <a:pt x="10102453" y="1345863"/>
                  <a:pt x="10081022" y="1421458"/>
                </a:cubicBezTo>
                <a:cubicBezTo>
                  <a:pt x="10063162" y="1485421"/>
                  <a:pt x="10059590" y="1543570"/>
                  <a:pt x="10170318" y="1549385"/>
                </a:cubicBezTo>
                <a:cubicBezTo>
                  <a:pt x="10181034" y="1549385"/>
                  <a:pt x="10188178" y="1549385"/>
                  <a:pt x="10198893" y="1549385"/>
                </a:cubicBezTo>
                <a:cubicBezTo>
                  <a:pt x="10245327" y="1526126"/>
                  <a:pt x="10266759" y="1494144"/>
                  <a:pt x="10281046" y="1453439"/>
                </a:cubicBezTo>
                <a:cubicBezTo>
                  <a:pt x="10288190" y="1430180"/>
                  <a:pt x="10302477" y="1398198"/>
                  <a:pt x="10334625" y="1398198"/>
                </a:cubicBezTo>
                <a:cubicBezTo>
                  <a:pt x="10456068" y="1401105"/>
                  <a:pt x="10491787" y="1322604"/>
                  <a:pt x="10527506" y="1247010"/>
                </a:cubicBezTo>
                <a:cubicBezTo>
                  <a:pt x="10588228" y="1287714"/>
                  <a:pt x="10545365" y="1322604"/>
                  <a:pt x="10548937" y="1354586"/>
                </a:cubicBezTo>
                <a:cubicBezTo>
                  <a:pt x="10552509" y="1374938"/>
                  <a:pt x="10556080" y="1395290"/>
                  <a:pt x="10588228" y="1395290"/>
                </a:cubicBezTo>
                <a:cubicBezTo>
                  <a:pt x="10613230" y="1395290"/>
                  <a:pt x="10645378" y="1386568"/>
                  <a:pt x="10645378" y="1366216"/>
                </a:cubicBezTo>
                <a:cubicBezTo>
                  <a:pt x="10648949" y="1238288"/>
                  <a:pt x="10820400" y="1165601"/>
                  <a:pt x="10820400" y="1031858"/>
                </a:cubicBezTo>
                <a:cubicBezTo>
                  <a:pt x="10820400" y="950449"/>
                  <a:pt x="10916840" y="1072563"/>
                  <a:pt x="10956131" y="1005691"/>
                </a:cubicBezTo>
                <a:cubicBezTo>
                  <a:pt x="10966847" y="991154"/>
                  <a:pt x="10981133" y="1046395"/>
                  <a:pt x="10977562" y="1069655"/>
                </a:cubicBezTo>
                <a:cubicBezTo>
                  <a:pt x="10973991" y="1092915"/>
                  <a:pt x="10948987" y="1113267"/>
                  <a:pt x="10966847" y="1142341"/>
                </a:cubicBezTo>
                <a:cubicBezTo>
                  <a:pt x="11031140" y="1156879"/>
                  <a:pt x="11056143" y="1119081"/>
                  <a:pt x="11074003" y="1084192"/>
                </a:cubicBezTo>
                <a:cubicBezTo>
                  <a:pt x="11116865" y="1008598"/>
                  <a:pt x="11166871" y="933005"/>
                  <a:pt x="11181159" y="848688"/>
                </a:cubicBezTo>
                <a:cubicBezTo>
                  <a:pt x="11184730" y="819614"/>
                  <a:pt x="11202590" y="802169"/>
                  <a:pt x="11238309" y="805077"/>
                </a:cubicBezTo>
                <a:cubicBezTo>
                  <a:pt x="11284744" y="810891"/>
                  <a:pt x="11270456" y="839966"/>
                  <a:pt x="11266884" y="863226"/>
                </a:cubicBezTo>
                <a:cubicBezTo>
                  <a:pt x="11263312" y="877763"/>
                  <a:pt x="11252596" y="892300"/>
                  <a:pt x="11277600" y="906838"/>
                </a:cubicBezTo>
                <a:cubicBezTo>
                  <a:pt x="11531203" y="566666"/>
                  <a:pt x="11516915" y="386403"/>
                  <a:pt x="11724084" y="5527"/>
                </a:cubicBezTo>
                <a:cubicBezTo>
                  <a:pt x="11763375" y="89842"/>
                  <a:pt x="11734800" y="150899"/>
                  <a:pt x="11727656" y="209048"/>
                </a:cubicBezTo>
                <a:cubicBezTo>
                  <a:pt x="11709796" y="354421"/>
                  <a:pt x="11677649" y="264290"/>
                  <a:pt x="11656218" y="409663"/>
                </a:cubicBezTo>
                <a:cubicBezTo>
                  <a:pt x="11645503" y="479442"/>
                  <a:pt x="11609784" y="543406"/>
                  <a:pt x="11666934" y="621907"/>
                </a:cubicBezTo>
                <a:cubicBezTo>
                  <a:pt x="11706225" y="674241"/>
                  <a:pt x="11663362" y="758557"/>
                  <a:pt x="11631215" y="822521"/>
                </a:cubicBezTo>
                <a:cubicBezTo>
                  <a:pt x="11602640" y="874856"/>
                  <a:pt x="11595497" y="927190"/>
                  <a:pt x="11631215" y="996969"/>
                </a:cubicBezTo>
                <a:cubicBezTo>
                  <a:pt x="11652646" y="933005"/>
                  <a:pt x="11670505" y="883578"/>
                  <a:pt x="11684793" y="834151"/>
                </a:cubicBezTo>
                <a:cubicBezTo>
                  <a:pt x="11695509" y="793447"/>
                  <a:pt x="11720512" y="770187"/>
                  <a:pt x="11774090" y="773095"/>
                </a:cubicBezTo>
                <a:cubicBezTo>
                  <a:pt x="11802665" y="773095"/>
                  <a:pt x="11841956" y="764373"/>
                  <a:pt x="11856243" y="793447"/>
                </a:cubicBezTo>
                <a:cubicBezTo>
                  <a:pt x="11870531" y="816706"/>
                  <a:pt x="11856243" y="848688"/>
                  <a:pt x="11831240" y="860319"/>
                </a:cubicBezTo>
                <a:cubicBezTo>
                  <a:pt x="11784806" y="874856"/>
                  <a:pt x="11741944" y="889393"/>
                  <a:pt x="11738371" y="938820"/>
                </a:cubicBezTo>
                <a:cubicBezTo>
                  <a:pt x="11731228" y="1005691"/>
                  <a:pt x="11759802" y="967894"/>
                  <a:pt x="11795521" y="956264"/>
                </a:cubicBezTo>
                <a:cubicBezTo>
                  <a:pt x="11834812" y="944634"/>
                  <a:pt x="11845527" y="979524"/>
                  <a:pt x="11838384" y="1002784"/>
                </a:cubicBezTo>
                <a:cubicBezTo>
                  <a:pt x="11806237" y="1090007"/>
                  <a:pt x="11863387" y="1180138"/>
                  <a:pt x="11816952" y="1270269"/>
                </a:cubicBezTo>
                <a:cubicBezTo>
                  <a:pt x="11931252" y="1247010"/>
                  <a:pt x="11981259" y="1197583"/>
                  <a:pt x="11999118" y="1092915"/>
                </a:cubicBezTo>
                <a:cubicBezTo>
                  <a:pt x="12002690" y="1055118"/>
                  <a:pt x="11995547" y="1014413"/>
                  <a:pt x="12027693" y="979524"/>
                </a:cubicBezTo>
                <a:cubicBezTo>
                  <a:pt x="12045553" y="959172"/>
                  <a:pt x="12066984" y="938820"/>
                  <a:pt x="12102703" y="953357"/>
                </a:cubicBezTo>
                <a:cubicBezTo>
                  <a:pt x="12127705" y="962080"/>
                  <a:pt x="12127705" y="985338"/>
                  <a:pt x="12120562" y="1005691"/>
                </a:cubicBezTo>
                <a:cubicBezTo>
                  <a:pt x="12081272" y="1090007"/>
                  <a:pt x="12070555" y="1180138"/>
                  <a:pt x="12056268" y="1267362"/>
                </a:cubicBezTo>
                <a:cubicBezTo>
                  <a:pt x="12052697" y="1281899"/>
                  <a:pt x="12045553" y="1296437"/>
                  <a:pt x="12081272" y="1310974"/>
                </a:cubicBezTo>
                <a:cubicBezTo>
                  <a:pt x="12113418" y="1209213"/>
                  <a:pt x="12156280" y="1110359"/>
                  <a:pt x="12191999" y="1008598"/>
                </a:cubicBezTo>
                <a:lnTo>
                  <a:pt x="12191999" y="6105653"/>
                </a:lnTo>
                <a:lnTo>
                  <a:pt x="0" y="6105653"/>
                </a:lnTo>
                <a:lnTo>
                  <a:pt x="0" y="927116"/>
                </a:lnTo>
                <a:lnTo>
                  <a:pt x="61930" y="902578"/>
                </a:lnTo>
                <a:cubicBezTo>
                  <a:pt x="91454" y="894128"/>
                  <a:pt x="122931" y="887949"/>
                  <a:pt x="155971" y="883588"/>
                </a:cubicBezTo>
                <a:cubicBezTo>
                  <a:pt x="223837" y="877773"/>
                  <a:pt x="245268" y="839976"/>
                  <a:pt x="277414" y="802179"/>
                </a:cubicBezTo>
                <a:cubicBezTo>
                  <a:pt x="388143" y="674251"/>
                  <a:pt x="488155" y="537601"/>
                  <a:pt x="638174" y="430025"/>
                </a:cubicBezTo>
                <a:cubicBezTo>
                  <a:pt x="620315" y="555046"/>
                  <a:pt x="520302" y="653899"/>
                  <a:pt x="477440" y="784735"/>
                </a:cubicBezTo>
                <a:cubicBezTo>
                  <a:pt x="641746" y="680066"/>
                  <a:pt x="727471" y="543415"/>
                  <a:pt x="827483" y="418395"/>
                </a:cubicBezTo>
                <a:cubicBezTo>
                  <a:pt x="873917" y="360246"/>
                  <a:pt x="931068" y="307912"/>
                  <a:pt x="956071" y="241040"/>
                </a:cubicBezTo>
                <a:cubicBezTo>
                  <a:pt x="961429" y="223595"/>
                  <a:pt x="972814" y="196338"/>
                  <a:pt x="999268" y="192386"/>
                </a:cubicBezTo>
                <a:cubicBezTo>
                  <a:pt x="1008086" y="191069"/>
                  <a:pt x="1018579" y="192341"/>
                  <a:pt x="1031080" y="197429"/>
                </a:cubicBezTo>
                <a:cubicBezTo>
                  <a:pt x="1073942" y="214873"/>
                  <a:pt x="1059654" y="246855"/>
                  <a:pt x="1048940" y="275930"/>
                </a:cubicBezTo>
                <a:cubicBezTo>
                  <a:pt x="1020365" y="345708"/>
                  <a:pt x="1020365" y="421303"/>
                  <a:pt x="1020365" y="517249"/>
                </a:cubicBezTo>
                <a:cubicBezTo>
                  <a:pt x="1156096" y="435840"/>
                  <a:pt x="1113233" y="287560"/>
                  <a:pt x="1256108" y="217780"/>
                </a:cubicBezTo>
                <a:cubicBezTo>
                  <a:pt x="1281111" y="305004"/>
                  <a:pt x="1231105" y="371876"/>
                  <a:pt x="1220389" y="441654"/>
                </a:cubicBezTo>
                <a:cubicBezTo>
                  <a:pt x="1209674" y="505619"/>
                  <a:pt x="1234677" y="520156"/>
                  <a:pt x="1313258" y="505619"/>
                </a:cubicBezTo>
                <a:cubicBezTo>
                  <a:pt x="1434702" y="482359"/>
                  <a:pt x="1495424" y="517249"/>
                  <a:pt x="1463277" y="610287"/>
                </a:cubicBezTo>
                <a:cubicBezTo>
                  <a:pt x="1431130" y="697511"/>
                  <a:pt x="1477565" y="706233"/>
                  <a:pt x="1545430" y="682974"/>
                </a:cubicBezTo>
                <a:cubicBezTo>
                  <a:pt x="1645442" y="648084"/>
                  <a:pt x="1724024" y="685881"/>
                  <a:pt x="1809749" y="712048"/>
                </a:cubicBezTo>
                <a:cubicBezTo>
                  <a:pt x="1938336" y="752753"/>
                  <a:pt x="2002630" y="735308"/>
                  <a:pt x="2099071" y="650992"/>
                </a:cubicBezTo>
                <a:cubicBezTo>
                  <a:pt x="2152648" y="601565"/>
                  <a:pt x="2199083" y="552138"/>
                  <a:pt x="2245518" y="482359"/>
                </a:cubicBezTo>
                <a:cubicBezTo>
                  <a:pt x="2270521" y="642269"/>
                  <a:pt x="2356245" y="476544"/>
                  <a:pt x="2409824" y="531786"/>
                </a:cubicBezTo>
                <a:cubicBezTo>
                  <a:pt x="2431255" y="645176"/>
                  <a:pt x="2259804" y="735308"/>
                  <a:pt x="2309812" y="889403"/>
                </a:cubicBezTo>
                <a:cubicBezTo>
                  <a:pt x="2456258" y="703326"/>
                  <a:pt x="2502693" y="493989"/>
                  <a:pt x="2699146" y="357339"/>
                </a:cubicBezTo>
                <a:cubicBezTo>
                  <a:pt x="2742008" y="389321"/>
                  <a:pt x="2699146" y="421303"/>
                  <a:pt x="2717006" y="447469"/>
                </a:cubicBezTo>
                <a:cubicBezTo>
                  <a:pt x="2727721" y="447469"/>
                  <a:pt x="2659854" y="752753"/>
                  <a:pt x="2938461" y="770197"/>
                </a:cubicBezTo>
                <a:cubicBezTo>
                  <a:pt x="2938461" y="776012"/>
                  <a:pt x="2938461" y="781827"/>
                  <a:pt x="2949178" y="787642"/>
                </a:cubicBezTo>
                <a:cubicBezTo>
                  <a:pt x="2988467" y="819624"/>
                  <a:pt x="3081336" y="790550"/>
                  <a:pt x="3088480" y="842883"/>
                </a:cubicBezTo>
                <a:cubicBezTo>
                  <a:pt x="3095624" y="901033"/>
                  <a:pt x="3127771" y="956275"/>
                  <a:pt x="3109911" y="1017331"/>
                </a:cubicBezTo>
                <a:cubicBezTo>
                  <a:pt x="3095624" y="1063850"/>
                  <a:pt x="3077765" y="1113276"/>
                  <a:pt x="3077765" y="1162704"/>
                </a:cubicBezTo>
                <a:cubicBezTo>
                  <a:pt x="3077765" y="1215038"/>
                  <a:pt x="2956320" y="1287724"/>
                  <a:pt x="3117055" y="1319707"/>
                </a:cubicBezTo>
                <a:cubicBezTo>
                  <a:pt x="3124198" y="1319707"/>
                  <a:pt x="3106339" y="1409837"/>
                  <a:pt x="3099196" y="1459264"/>
                </a:cubicBezTo>
                <a:cubicBezTo>
                  <a:pt x="3092052" y="1499968"/>
                  <a:pt x="3059905" y="1549396"/>
                  <a:pt x="3124198" y="1578470"/>
                </a:cubicBezTo>
                <a:cubicBezTo>
                  <a:pt x="3163490" y="1593007"/>
                  <a:pt x="3234927" y="1523228"/>
                  <a:pt x="3242071" y="1462171"/>
                </a:cubicBezTo>
                <a:cubicBezTo>
                  <a:pt x="3249214" y="1406930"/>
                  <a:pt x="3256358" y="1351689"/>
                  <a:pt x="3242071" y="1299354"/>
                </a:cubicBezTo>
                <a:cubicBezTo>
                  <a:pt x="3224212" y="1235390"/>
                  <a:pt x="3252786" y="1200500"/>
                  <a:pt x="3317080" y="1183056"/>
                </a:cubicBezTo>
                <a:cubicBezTo>
                  <a:pt x="3384945" y="1162704"/>
                  <a:pt x="3420664" y="1124907"/>
                  <a:pt x="3452811" y="1072572"/>
                </a:cubicBezTo>
                <a:cubicBezTo>
                  <a:pt x="3531392" y="944644"/>
                  <a:pt x="3624261" y="822532"/>
                  <a:pt x="3670696" y="682973"/>
                </a:cubicBezTo>
                <a:cubicBezTo>
                  <a:pt x="3677840" y="656807"/>
                  <a:pt x="3692127" y="624825"/>
                  <a:pt x="3752849" y="613194"/>
                </a:cubicBezTo>
                <a:cubicBezTo>
                  <a:pt x="3659980" y="991164"/>
                  <a:pt x="3420664" y="1334243"/>
                  <a:pt x="3434952" y="1723843"/>
                </a:cubicBezTo>
                <a:cubicBezTo>
                  <a:pt x="3509961" y="1619174"/>
                  <a:pt x="3513533" y="1494154"/>
                  <a:pt x="3567111" y="1380763"/>
                </a:cubicBezTo>
                <a:cubicBezTo>
                  <a:pt x="3606402" y="1462171"/>
                  <a:pt x="3563540" y="1537765"/>
                  <a:pt x="3542109" y="1613360"/>
                </a:cubicBezTo>
                <a:cubicBezTo>
                  <a:pt x="3524249" y="1677323"/>
                  <a:pt x="3520677" y="1735472"/>
                  <a:pt x="3631405" y="1741287"/>
                </a:cubicBezTo>
                <a:cubicBezTo>
                  <a:pt x="3642121" y="1741287"/>
                  <a:pt x="3649265" y="1741287"/>
                  <a:pt x="3659980" y="1741287"/>
                </a:cubicBezTo>
                <a:cubicBezTo>
                  <a:pt x="3706414" y="1718028"/>
                  <a:pt x="3727846" y="1686046"/>
                  <a:pt x="3742133" y="1645341"/>
                </a:cubicBezTo>
                <a:cubicBezTo>
                  <a:pt x="3749277" y="1622082"/>
                  <a:pt x="3763564" y="1590100"/>
                  <a:pt x="3795712" y="1590100"/>
                </a:cubicBezTo>
                <a:cubicBezTo>
                  <a:pt x="3917155" y="1593007"/>
                  <a:pt x="3952874" y="1514506"/>
                  <a:pt x="3988593" y="1438912"/>
                </a:cubicBezTo>
                <a:cubicBezTo>
                  <a:pt x="4049315" y="1479616"/>
                  <a:pt x="4006452" y="1514506"/>
                  <a:pt x="4010024" y="1546488"/>
                </a:cubicBezTo>
                <a:cubicBezTo>
                  <a:pt x="4013596" y="1566840"/>
                  <a:pt x="4017167" y="1587192"/>
                  <a:pt x="4049315" y="1587192"/>
                </a:cubicBezTo>
                <a:cubicBezTo>
                  <a:pt x="4074317" y="1587192"/>
                  <a:pt x="4106465" y="1578470"/>
                  <a:pt x="4106465" y="1558118"/>
                </a:cubicBezTo>
                <a:cubicBezTo>
                  <a:pt x="4110036" y="1430190"/>
                  <a:pt x="4281487" y="1357503"/>
                  <a:pt x="4281487" y="1223760"/>
                </a:cubicBezTo>
                <a:cubicBezTo>
                  <a:pt x="4281487" y="1142351"/>
                  <a:pt x="4377927" y="1264465"/>
                  <a:pt x="4417219" y="1197593"/>
                </a:cubicBezTo>
                <a:cubicBezTo>
                  <a:pt x="4427935" y="1183056"/>
                  <a:pt x="4442220" y="1238297"/>
                  <a:pt x="4438649" y="1261557"/>
                </a:cubicBezTo>
                <a:cubicBezTo>
                  <a:pt x="4435078" y="1284817"/>
                  <a:pt x="4410074" y="1305169"/>
                  <a:pt x="4427935" y="1334243"/>
                </a:cubicBezTo>
                <a:cubicBezTo>
                  <a:pt x="4492228" y="1348781"/>
                  <a:pt x="4517230" y="1310983"/>
                  <a:pt x="4535090" y="1276094"/>
                </a:cubicBezTo>
                <a:cubicBezTo>
                  <a:pt x="4577952" y="1200500"/>
                  <a:pt x="4627958" y="1124907"/>
                  <a:pt x="4642246" y="1040590"/>
                </a:cubicBezTo>
                <a:cubicBezTo>
                  <a:pt x="4645817" y="1011516"/>
                  <a:pt x="4663677" y="994071"/>
                  <a:pt x="4699396" y="996979"/>
                </a:cubicBezTo>
                <a:cubicBezTo>
                  <a:pt x="4745832" y="1002793"/>
                  <a:pt x="4731544" y="1031868"/>
                  <a:pt x="4727971" y="1055128"/>
                </a:cubicBezTo>
                <a:cubicBezTo>
                  <a:pt x="4724399" y="1069665"/>
                  <a:pt x="4713683" y="1084202"/>
                  <a:pt x="4738688" y="1098740"/>
                </a:cubicBezTo>
                <a:cubicBezTo>
                  <a:pt x="4992291" y="758568"/>
                  <a:pt x="4978002" y="578305"/>
                  <a:pt x="5185172" y="197429"/>
                </a:cubicBezTo>
                <a:cubicBezTo>
                  <a:pt x="5224462" y="281744"/>
                  <a:pt x="5195887" y="342801"/>
                  <a:pt x="5188744" y="400950"/>
                </a:cubicBezTo>
                <a:cubicBezTo>
                  <a:pt x="5170883" y="546323"/>
                  <a:pt x="5138736" y="456192"/>
                  <a:pt x="5117306" y="601565"/>
                </a:cubicBezTo>
                <a:cubicBezTo>
                  <a:pt x="5106590" y="671344"/>
                  <a:pt x="5070871" y="735308"/>
                  <a:pt x="5128021" y="813809"/>
                </a:cubicBezTo>
                <a:cubicBezTo>
                  <a:pt x="5167312" y="866143"/>
                  <a:pt x="5124450" y="950459"/>
                  <a:pt x="5092302" y="1014423"/>
                </a:cubicBezTo>
                <a:cubicBezTo>
                  <a:pt x="5063727" y="1066758"/>
                  <a:pt x="5056585" y="1119092"/>
                  <a:pt x="5092302" y="1188871"/>
                </a:cubicBezTo>
                <a:cubicBezTo>
                  <a:pt x="5113734" y="1124907"/>
                  <a:pt x="5131592" y="1075480"/>
                  <a:pt x="5145880" y="1026053"/>
                </a:cubicBezTo>
                <a:cubicBezTo>
                  <a:pt x="5156596" y="985349"/>
                  <a:pt x="5181600" y="962089"/>
                  <a:pt x="5235177" y="964997"/>
                </a:cubicBezTo>
                <a:cubicBezTo>
                  <a:pt x="5263752" y="964997"/>
                  <a:pt x="5303044" y="956275"/>
                  <a:pt x="5317331" y="985349"/>
                </a:cubicBezTo>
                <a:cubicBezTo>
                  <a:pt x="5331618" y="1008608"/>
                  <a:pt x="5317331" y="1040590"/>
                  <a:pt x="5292327" y="1052221"/>
                </a:cubicBezTo>
                <a:cubicBezTo>
                  <a:pt x="5245894" y="1066758"/>
                  <a:pt x="5203031" y="1081295"/>
                  <a:pt x="5199458" y="1130722"/>
                </a:cubicBezTo>
                <a:cubicBezTo>
                  <a:pt x="5192315" y="1197593"/>
                  <a:pt x="5220889" y="1159796"/>
                  <a:pt x="5256608" y="1148166"/>
                </a:cubicBezTo>
                <a:cubicBezTo>
                  <a:pt x="5295899" y="1136536"/>
                  <a:pt x="5306616" y="1171426"/>
                  <a:pt x="5299471" y="1194686"/>
                </a:cubicBezTo>
                <a:cubicBezTo>
                  <a:pt x="5267324" y="1281909"/>
                  <a:pt x="5324474" y="1372040"/>
                  <a:pt x="5278039" y="1462171"/>
                </a:cubicBezTo>
                <a:cubicBezTo>
                  <a:pt x="5392339" y="1438912"/>
                  <a:pt x="5442347" y="1389485"/>
                  <a:pt x="5460205" y="1284817"/>
                </a:cubicBezTo>
                <a:cubicBezTo>
                  <a:pt x="5463777" y="1247020"/>
                  <a:pt x="5456634" y="1206315"/>
                  <a:pt x="5488780" y="1171426"/>
                </a:cubicBezTo>
                <a:cubicBezTo>
                  <a:pt x="5502175" y="1156162"/>
                  <a:pt x="5517579" y="1140898"/>
                  <a:pt x="5539513" y="1140353"/>
                </a:cubicBezTo>
                <a:lnTo>
                  <a:pt x="5552720" y="1143022"/>
                </a:lnTo>
                <a:lnTo>
                  <a:pt x="5574208" y="1115811"/>
                </a:lnTo>
                <a:cubicBezTo>
                  <a:pt x="5609034" y="1085646"/>
                  <a:pt x="5659040" y="1068202"/>
                  <a:pt x="5734050" y="1075470"/>
                </a:cubicBezTo>
                <a:cubicBezTo>
                  <a:pt x="5776912" y="1078377"/>
                  <a:pt x="5809058" y="1055118"/>
                  <a:pt x="5798343" y="1020228"/>
                </a:cubicBezTo>
                <a:cubicBezTo>
                  <a:pt x="5776912" y="953357"/>
                  <a:pt x="5837634" y="921375"/>
                  <a:pt x="5884068" y="883578"/>
                </a:cubicBezTo>
                <a:cubicBezTo>
                  <a:pt x="5966221" y="816706"/>
                  <a:pt x="6051947" y="752742"/>
                  <a:pt x="6066234" y="645166"/>
                </a:cubicBezTo>
                <a:cubicBezTo>
                  <a:pt x="6130528" y="665519"/>
                  <a:pt x="6123384" y="700408"/>
                  <a:pt x="6109096" y="732391"/>
                </a:cubicBezTo>
                <a:cubicBezTo>
                  <a:pt x="6073377" y="816706"/>
                  <a:pt x="6034087" y="901023"/>
                  <a:pt x="5998368" y="985338"/>
                </a:cubicBezTo>
                <a:cubicBezTo>
                  <a:pt x="5976937" y="1040581"/>
                  <a:pt x="5944790" y="1095822"/>
                  <a:pt x="5969793" y="1168509"/>
                </a:cubicBezTo>
                <a:cubicBezTo>
                  <a:pt x="6098380" y="1104545"/>
                  <a:pt x="6123384" y="996969"/>
                  <a:pt x="6162674" y="909745"/>
                </a:cubicBezTo>
                <a:cubicBezTo>
                  <a:pt x="6212681" y="802169"/>
                  <a:pt x="6305549" y="738205"/>
                  <a:pt x="6412705" y="659704"/>
                </a:cubicBezTo>
                <a:cubicBezTo>
                  <a:pt x="6441280" y="738205"/>
                  <a:pt x="6362699" y="787632"/>
                  <a:pt x="6366271" y="851596"/>
                </a:cubicBezTo>
                <a:cubicBezTo>
                  <a:pt x="6376987" y="854503"/>
                  <a:pt x="6398418" y="860319"/>
                  <a:pt x="6398418" y="860319"/>
                </a:cubicBezTo>
                <a:cubicBezTo>
                  <a:pt x="6455568" y="755650"/>
                  <a:pt x="6562724" y="709131"/>
                  <a:pt x="6694884" y="691686"/>
                </a:cubicBezTo>
                <a:cubicBezTo>
                  <a:pt x="6762750" y="685871"/>
                  <a:pt x="6784181" y="648074"/>
                  <a:pt x="6816327" y="610277"/>
                </a:cubicBezTo>
                <a:cubicBezTo>
                  <a:pt x="6927056" y="482349"/>
                  <a:pt x="7027068" y="345699"/>
                  <a:pt x="7177087" y="238123"/>
                </a:cubicBezTo>
                <a:cubicBezTo>
                  <a:pt x="7159228" y="363144"/>
                  <a:pt x="7059215" y="461997"/>
                  <a:pt x="7016353" y="592833"/>
                </a:cubicBezTo>
                <a:cubicBezTo>
                  <a:pt x="7180659" y="488164"/>
                  <a:pt x="7266384" y="351513"/>
                  <a:pt x="7366396" y="226493"/>
                </a:cubicBezTo>
                <a:cubicBezTo>
                  <a:pt x="7412830" y="168344"/>
                  <a:pt x="7469981" y="116010"/>
                  <a:pt x="7494984" y="49138"/>
                </a:cubicBezTo>
                <a:cubicBezTo>
                  <a:pt x="7500342" y="31693"/>
                  <a:pt x="7511727" y="4436"/>
                  <a:pt x="7538181" y="48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2C5B92-5123-912C-E25B-74FCB1858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i="0">
                <a:ea typeface="+mj-lt"/>
                <a:cs typeface="+mj-lt"/>
              </a:rPr>
              <a:t>Long-Term Goal</a:t>
            </a:r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C16E6A53-5FBA-FBBA-5FBC-F8D40E73FD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2927680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91029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15" grpId="0">
        <p:bldAsOne/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1">
            <a:extLst>
              <a:ext uri="{FF2B5EF4-FFF2-40B4-BE49-F238E27FC236}">
                <a16:creationId xmlns:a16="http://schemas.microsoft.com/office/drawing/2014/main" id="{0D57E7FA-E8FC-45AC-868F-CDC814493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599854" y="527562"/>
            <a:ext cx="6992292" cy="5102484"/>
          </a:xfrm>
          <a:custGeom>
            <a:avLst/>
            <a:gdLst/>
            <a:ahLst/>
            <a:cxnLst/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0E21785-62D8-430F-9521-90166EF7C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D7CF8A0-D3E4-4A16-87D3-1D973AC61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3296" y="697832"/>
            <a:ext cx="8189484" cy="5541981"/>
          </a:xfrm>
          <a:custGeom>
            <a:avLst/>
            <a:gdLst>
              <a:gd name="connsiteX0" fmla="*/ 1164045 w 7323233"/>
              <a:gd name="connsiteY0" fmla="*/ 25 h 5835507"/>
              <a:gd name="connsiteX1" fmla="*/ 1213723 w 7323233"/>
              <a:gd name="connsiteY1" fmla="*/ 8385 h 5835507"/>
              <a:gd name="connsiteX2" fmla="*/ 2251656 w 7323233"/>
              <a:gd name="connsiteY2" fmla="*/ 138318 h 5835507"/>
              <a:gd name="connsiteX3" fmla="*/ 3226534 w 7323233"/>
              <a:gd name="connsiteY3" fmla="*/ 205194 h 5835507"/>
              <a:gd name="connsiteX4" fmla="*/ 4404335 w 7323233"/>
              <a:gd name="connsiteY4" fmla="*/ 316784 h 5835507"/>
              <a:gd name="connsiteX5" fmla="*/ 5225968 w 7323233"/>
              <a:gd name="connsiteY5" fmla="*/ 350415 h 5835507"/>
              <a:gd name="connsiteX6" fmla="*/ 5266859 w 7323233"/>
              <a:gd name="connsiteY6" fmla="*/ 348884 h 5835507"/>
              <a:gd name="connsiteX7" fmla="*/ 5685318 w 7323233"/>
              <a:gd name="connsiteY7" fmla="*/ 399712 h 5835507"/>
              <a:gd name="connsiteX8" fmla="*/ 5411315 w 7323233"/>
              <a:gd name="connsiteY8" fmla="*/ 618305 h 5835507"/>
              <a:gd name="connsiteX9" fmla="*/ 5805698 w 7323233"/>
              <a:gd name="connsiteY9" fmla="*/ 721868 h 5835507"/>
              <a:gd name="connsiteX10" fmla="*/ 6188997 w 7323233"/>
              <a:gd name="connsiteY10" fmla="*/ 868233 h 5835507"/>
              <a:gd name="connsiteX11" fmla="*/ 6261225 w 7323233"/>
              <a:gd name="connsiteY11" fmla="*/ 928614 h 5835507"/>
              <a:gd name="connsiteX12" fmla="*/ 6858533 w 7323233"/>
              <a:gd name="connsiteY12" fmla="*/ 1323379 h 5835507"/>
              <a:gd name="connsiteX13" fmla="*/ 6744269 w 7323233"/>
              <a:gd name="connsiteY13" fmla="*/ 1407072 h 5835507"/>
              <a:gd name="connsiteX14" fmla="*/ 6956365 w 7323233"/>
              <a:gd name="connsiteY14" fmla="*/ 1507197 h 5835507"/>
              <a:gd name="connsiteX15" fmla="*/ 7004134 w 7323233"/>
              <a:gd name="connsiteY15" fmla="*/ 1549234 h 5835507"/>
              <a:gd name="connsiteX16" fmla="*/ 6963627 w 7323233"/>
              <a:gd name="connsiteY16" fmla="*/ 1599678 h 5835507"/>
              <a:gd name="connsiteX17" fmla="*/ 6875731 w 7323233"/>
              <a:gd name="connsiteY17" fmla="*/ 1634837 h 5835507"/>
              <a:gd name="connsiteX18" fmla="*/ 6759175 w 7323233"/>
              <a:gd name="connsiteY18" fmla="*/ 1723878 h 5835507"/>
              <a:gd name="connsiteX19" fmla="*/ 6763759 w 7323233"/>
              <a:gd name="connsiteY19" fmla="*/ 1793431 h 5835507"/>
              <a:gd name="connsiteX20" fmla="*/ 6832931 w 7323233"/>
              <a:gd name="connsiteY20" fmla="*/ 1919543 h 5835507"/>
              <a:gd name="connsiteX21" fmla="*/ 6728984 w 7323233"/>
              <a:gd name="connsiteY21" fmla="*/ 2051386 h 5835507"/>
              <a:gd name="connsiteX22" fmla="*/ 6675481 w 7323233"/>
              <a:gd name="connsiteY22" fmla="*/ 2090365 h 5835507"/>
              <a:gd name="connsiteX23" fmla="*/ 6778665 w 7323233"/>
              <a:gd name="connsiteY23" fmla="*/ 2103740 h 5835507"/>
              <a:gd name="connsiteX24" fmla="*/ 6814587 w 7323233"/>
              <a:gd name="connsiteY24" fmla="*/ 2158771 h 5835507"/>
              <a:gd name="connsiteX25" fmla="*/ 6830637 w 7323233"/>
              <a:gd name="connsiteY25" fmla="*/ 2186286 h 5835507"/>
              <a:gd name="connsiteX26" fmla="*/ 6928087 w 7323233"/>
              <a:gd name="connsiteY26" fmla="*/ 2358639 h 5835507"/>
              <a:gd name="connsiteX27" fmla="*/ 6911653 w 7323233"/>
              <a:gd name="connsiteY27" fmla="*/ 2406789 h 5835507"/>
              <a:gd name="connsiteX28" fmla="*/ 6749237 w 7323233"/>
              <a:gd name="connsiteY28" fmla="*/ 2639522 h 5835507"/>
              <a:gd name="connsiteX29" fmla="*/ 6921971 w 7323233"/>
              <a:gd name="connsiteY29" fmla="*/ 2704488 h 5835507"/>
              <a:gd name="connsiteX30" fmla="*/ 6932290 w 7323233"/>
              <a:gd name="connsiteY30" fmla="*/ 2814548 h 5835507"/>
              <a:gd name="connsiteX31" fmla="*/ 7020186 w 7323233"/>
              <a:gd name="connsiteY31" fmla="*/ 2937603 h 5835507"/>
              <a:gd name="connsiteX32" fmla="*/ 7213555 w 7323233"/>
              <a:gd name="connsiteY32" fmla="*/ 3110719 h 5835507"/>
              <a:gd name="connsiteX33" fmla="*/ 7323233 w 7323233"/>
              <a:gd name="connsiteY33" fmla="*/ 3226893 h 5835507"/>
              <a:gd name="connsiteX34" fmla="*/ 7134067 w 7323233"/>
              <a:gd name="connsiteY34" fmla="*/ 3257847 h 5835507"/>
              <a:gd name="connsiteX35" fmla="*/ 7104643 w 7323233"/>
              <a:gd name="connsiteY35" fmla="*/ 3275809 h 5835507"/>
              <a:gd name="connsiteX36" fmla="*/ 7127189 w 7323233"/>
              <a:gd name="connsiteY36" fmla="*/ 3336953 h 5835507"/>
              <a:gd name="connsiteX37" fmla="*/ 7157379 w 7323233"/>
              <a:gd name="connsiteY37" fmla="*/ 3397718 h 5835507"/>
              <a:gd name="connsiteX38" fmla="*/ 7136361 w 7323233"/>
              <a:gd name="connsiteY38" fmla="*/ 3445487 h 5835507"/>
              <a:gd name="connsiteX39" fmla="*/ 6988849 w 7323233"/>
              <a:gd name="connsiteY39" fmla="*/ 3652233 h 5835507"/>
              <a:gd name="connsiteX40" fmla="*/ 6867705 w 7323233"/>
              <a:gd name="connsiteY40" fmla="*/ 3734395 h 5835507"/>
              <a:gd name="connsiteX41" fmla="*/ 6591791 w 7323233"/>
              <a:gd name="connsiteY41" fmla="*/ 4107760 h 5835507"/>
              <a:gd name="connsiteX42" fmla="*/ 6505041 w 7323233"/>
              <a:gd name="connsiteY42" fmla="*/ 4228904 h 5835507"/>
              <a:gd name="connsiteX43" fmla="*/ 6569243 w 7323233"/>
              <a:gd name="connsiteY43" fmla="*/ 4271704 h 5835507"/>
              <a:gd name="connsiteX44" fmla="*/ 6446188 w 7323233"/>
              <a:gd name="connsiteY44" fmla="*/ 4398582 h 5835507"/>
              <a:gd name="connsiteX45" fmla="*/ 6301351 w 7323233"/>
              <a:gd name="connsiteY45" fmla="*/ 4539595 h 5835507"/>
              <a:gd name="connsiteX46" fmla="*/ 6263519 w 7323233"/>
              <a:gd name="connsiteY46" fmla="*/ 4577047 h 5835507"/>
              <a:gd name="connsiteX47" fmla="*/ 3277744 w 7323233"/>
              <a:gd name="connsiteY47" fmla="*/ 5834336 h 5835507"/>
              <a:gd name="connsiteX48" fmla="*/ 2490505 w 7323233"/>
              <a:gd name="connsiteY48" fmla="*/ 5648992 h 5835507"/>
              <a:gd name="connsiteX49" fmla="*/ 2179046 w 7323233"/>
              <a:gd name="connsiteY49" fmla="*/ 5504920 h 5835507"/>
              <a:gd name="connsiteX50" fmla="*/ 1780078 w 7323233"/>
              <a:gd name="connsiteY50" fmla="*/ 5273715 h 5835507"/>
              <a:gd name="connsiteX51" fmla="*/ 1353592 w 7323233"/>
              <a:gd name="connsiteY51" fmla="*/ 5087606 h 5835507"/>
              <a:gd name="connsiteX52" fmla="*/ 1208373 w 7323233"/>
              <a:gd name="connsiteY52" fmla="*/ 4917165 h 5835507"/>
              <a:gd name="connsiteX53" fmla="*/ 1157548 w 7323233"/>
              <a:gd name="connsiteY53" fmla="*/ 4869396 h 5835507"/>
              <a:gd name="connsiteX54" fmla="*/ 1030289 w 7323233"/>
              <a:gd name="connsiteY54" fmla="*/ 4807103 h 5835507"/>
              <a:gd name="connsiteX55" fmla="*/ 808258 w 7323233"/>
              <a:gd name="connsiteY55" fmla="*/ 4672585 h 5835507"/>
              <a:gd name="connsiteX56" fmla="*/ 889658 w 7323233"/>
              <a:gd name="connsiteY56" fmla="*/ 4642013 h 5835507"/>
              <a:gd name="connsiteX57" fmla="*/ 1123917 w 7323233"/>
              <a:gd name="connsiteY57" fmla="*/ 4723412 h 5835507"/>
              <a:gd name="connsiteX58" fmla="*/ 1294360 w 7323233"/>
              <a:gd name="connsiteY58" fmla="*/ 4745194 h 5835507"/>
              <a:gd name="connsiteX59" fmla="*/ 1054367 w 7323233"/>
              <a:gd name="connsiteY59" fmla="*/ 4603034 h 5835507"/>
              <a:gd name="connsiteX60" fmla="*/ 822015 w 7323233"/>
              <a:gd name="connsiteY60" fmla="*/ 4418070 h 5835507"/>
              <a:gd name="connsiteX61" fmla="*/ 1001246 w 7323233"/>
              <a:gd name="connsiteY61" fmla="*/ 4453610 h 5835507"/>
              <a:gd name="connsiteX62" fmla="*/ 1008889 w 7323233"/>
              <a:gd name="connsiteY62" fmla="*/ 4428770 h 5835507"/>
              <a:gd name="connsiteX63" fmla="*/ 853733 w 7323233"/>
              <a:gd name="connsiteY63" fmla="*/ 4208648 h 5835507"/>
              <a:gd name="connsiteX64" fmla="*/ 776921 w 7323233"/>
              <a:gd name="connsiteY64" fmla="*/ 4119989 h 5835507"/>
              <a:gd name="connsiteX65" fmla="*/ 431453 w 7323233"/>
              <a:gd name="connsiteY65" fmla="*/ 3852864 h 5835507"/>
              <a:gd name="connsiteX66" fmla="*/ 759342 w 7323233"/>
              <a:gd name="connsiteY66" fmla="*/ 3972095 h 5835507"/>
              <a:gd name="connsiteX67" fmla="*/ 420753 w 7323233"/>
              <a:gd name="connsiteY67" fmla="*/ 3712230 h 5835507"/>
              <a:gd name="connsiteX68" fmla="*/ 256425 w 7323233"/>
              <a:gd name="connsiteY68" fmla="*/ 3616309 h 5835507"/>
              <a:gd name="connsiteX69" fmla="*/ 214772 w 7323233"/>
              <a:gd name="connsiteY69" fmla="*/ 3559749 h 5835507"/>
              <a:gd name="connsiteX70" fmla="*/ 287762 w 7323233"/>
              <a:gd name="connsiteY70" fmla="*/ 3547521 h 5835507"/>
              <a:gd name="connsiteX71" fmla="*/ 511706 w 7323233"/>
              <a:gd name="connsiteY71" fmla="*/ 3569305 h 5835507"/>
              <a:gd name="connsiteX72" fmla="*/ 235409 w 7323233"/>
              <a:gd name="connsiteY72" fmla="*/ 3394659 h 5835507"/>
              <a:gd name="connsiteX73" fmla="*/ 442537 w 7323233"/>
              <a:gd name="connsiteY73" fmla="*/ 3421409 h 5835507"/>
              <a:gd name="connsiteX74" fmla="*/ 502152 w 7323233"/>
              <a:gd name="connsiteY74" fmla="*/ 3352622 h 5835507"/>
              <a:gd name="connsiteX75" fmla="*/ 598455 w 7323233"/>
              <a:gd name="connsiteY75" fmla="*/ 3241415 h 5835507"/>
              <a:gd name="connsiteX76" fmla="*/ 664949 w 7323233"/>
              <a:gd name="connsiteY76" fmla="*/ 3179506 h 5835507"/>
              <a:gd name="connsiteX77" fmla="*/ 692846 w 7323233"/>
              <a:gd name="connsiteY77" fmla="*/ 2984607 h 5835507"/>
              <a:gd name="connsiteX78" fmla="*/ 635524 w 7323233"/>
              <a:gd name="connsiteY78" fmla="*/ 2771366 h 5835507"/>
              <a:gd name="connsiteX79" fmla="*/ 480368 w 7323233"/>
              <a:gd name="connsiteY79" fmla="*/ 2663598 h 5835507"/>
              <a:gd name="connsiteX80" fmla="*/ 525081 w 7323233"/>
              <a:gd name="connsiteY80" fmla="*/ 2542454 h 5835507"/>
              <a:gd name="connsiteX81" fmla="*/ 855264 w 7323233"/>
              <a:gd name="connsiteY81" fmla="*/ 2615829 h 5835507"/>
              <a:gd name="connsiteX82" fmla="*/ 361137 w 7323233"/>
              <a:gd name="connsiteY82" fmla="*/ 2327301 h 5835507"/>
              <a:gd name="connsiteX83" fmla="*/ 444065 w 7323233"/>
              <a:gd name="connsiteY83" fmla="*/ 2312780 h 5835507"/>
              <a:gd name="connsiteX84" fmla="*/ 440625 w 7323233"/>
              <a:gd name="connsiteY84" fmla="*/ 2290233 h 5835507"/>
              <a:gd name="connsiteX85" fmla="*/ 445975 w 7323233"/>
              <a:gd name="connsiteY85" fmla="*/ 2151509 h 5835507"/>
              <a:gd name="connsiteX86" fmla="*/ 459734 w 7323233"/>
              <a:gd name="connsiteY86" fmla="*/ 2087690 h 5835507"/>
              <a:gd name="connsiteX87" fmla="*/ 437950 w 7323233"/>
              <a:gd name="connsiteY87" fmla="*/ 2014315 h 5835507"/>
              <a:gd name="connsiteX88" fmla="*/ 808640 w 7323233"/>
              <a:gd name="connsiteY88" fmla="*/ 2042977 h 5835507"/>
              <a:gd name="connsiteX89" fmla="*/ 969908 w 7323233"/>
              <a:gd name="connsiteY89" fmla="*/ 2026162 h 5835507"/>
              <a:gd name="connsiteX90" fmla="*/ 1251176 w 7323233"/>
              <a:gd name="connsiteY90" fmla="*/ 2021577 h 5835507"/>
              <a:gd name="connsiteX91" fmla="*/ 1381491 w 7323233"/>
              <a:gd name="connsiteY91" fmla="*/ 2035718 h 5835507"/>
              <a:gd name="connsiteX92" fmla="*/ 1492697 w 7323233"/>
              <a:gd name="connsiteY92" fmla="*/ 2017374 h 5835507"/>
              <a:gd name="connsiteX93" fmla="*/ 1386076 w 7323233"/>
              <a:gd name="connsiteY93" fmla="*/ 1931006 h 5835507"/>
              <a:gd name="connsiteX94" fmla="*/ 1235889 w 7323233"/>
              <a:gd name="connsiteY94" fmla="*/ 1932153 h 5835507"/>
              <a:gd name="connsiteX95" fmla="*/ 1128886 w 7323233"/>
              <a:gd name="connsiteY95" fmla="*/ 1875977 h 5835507"/>
              <a:gd name="connsiteX96" fmla="*/ 1026851 w 7323233"/>
              <a:gd name="connsiteY96" fmla="*/ 1774322 h 5835507"/>
              <a:gd name="connsiteX97" fmla="*/ 666861 w 7323233"/>
              <a:gd name="connsiteY97" fmla="*/ 1612290 h 5835507"/>
              <a:gd name="connsiteX98" fmla="*/ 601130 w 7323233"/>
              <a:gd name="connsiteY98" fmla="*/ 1550762 h 5835507"/>
              <a:gd name="connsiteX99" fmla="*/ 1630272 w 7323233"/>
              <a:gd name="connsiteY99" fmla="*/ 1785787 h 5835507"/>
              <a:gd name="connsiteX100" fmla="*/ 1312320 w 7323233"/>
              <a:gd name="connsiteY100" fmla="*/ 1687191 h 5835507"/>
              <a:gd name="connsiteX101" fmla="*/ 1527473 w 7323233"/>
              <a:gd name="connsiteY101" fmla="*/ 1705153 h 5835507"/>
              <a:gd name="connsiteX102" fmla="*/ 1646706 w 7323233"/>
              <a:gd name="connsiteY102" fmla="*/ 1639040 h 5835507"/>
              <a:gd name="connsiteX103" fmla="*/ 1645178 w 7323233"/>
              <a:gd name="connsiteY103" fmla="*/ 1620315 h 5835507"/>
              <a:gd name="connsiteX104" fmla="*/ 1557663 w 7323233"/>
              <a:gd name="connsiteY104" fmla="*/ 1558787 h 5835507"/>
              <a:gd name="connsiteX105" fmla="*/ 1506454 w 7323233"/>
              <a:gd name="connsiteY105" fmla="*/ 1519044 h 5835507"/>
              <a:gd name="connsiteX106" fmla="*/ 1366204 w 7323233"/>
              <a:gd name="connsiteY106" fmla="*/ 1375735 h 5835507"/>
              <a:gd name="connsiteX107" fmla="*/ 1466329 w 7323233"/>
              <a:gd name="connsiteY107" fmla="*/ 1360450 h 5835507"/>
              <a:gd name="connsiteX108" fmla="*/ 1503397 w 7323233"/>
              <a:gd name="connsiteY108" fmla="*/ 1330641 h 5835507"/>
              <a:gd name="connsiteX109" fmla="*/ 1475501 w 7323233"/>
              <a:gd name="connsiteY109" fmla="*/ 1288604 h 5835507"/>
              <a:gd name="connsiteX110" fmla="*/ 1165573 w 7323233"/>
              <a:gd name="connsiteY110" fmla="*/ 1159435 h 5835507"/>
              <a:gd name="connsiteX111" fmla="*/ 1141498 w 7323233"/>
              <a:gd name="connsiteY111" fmla="*/ 1059311 h 5835507"/>
              <a:gd name="connsiteX112" fmla="*/ 1199585 w 7323233"/>
              <a:gd name="connsiteY112" fmla="*/ 1044407 h 5835507"/>
              <a:gd name="connsiteX113" fmla="*/ 1267226 w 7323233"/>
              <a:gd name="connsiteY113" fmla="*/ 1051286 h 5835507"/>
              <a:gd name="connsiteX114" fmla="*/ 1213342 w 7323233"/>
              <a:gd name="connsiteY114" fmla="*/ 972561 h 5835507"/>
              <a:gd name="connsiteX115" fmla="*/ 993986 w 7323233"/>
              <a:gd name="connsiteY115" fmla="*/ 893073 h 5835507"/>
              <a:gd name="connsiteX116" fmla="*/ 1047486 w 7323233"/>
              <a:gd name="connsiteY116" fmla="*/ 820083 h 5835507"/>
              <a:gd name="connsiteX117" fmla="*/ 0 w 7323233"/>
              <a:gd name="connsiteY117" fmla="*/ 488371 h 5835507"/>
              <a:gd name="connsiteX118" fmla="*/ 188403 w 7323233"/>
              <a:gd name="connsiteY118" fmla="*/ 484933 h 5835507"/>
              <a:gd name="connsiteX119" fmla="*/ 584315 w 7323233"/>
              <a:gd name="connsiteY119" fmla="*/ 534230 h 5835507"/>
              <a:gd name="connsiteX120" fmla="*/ 782271 w 7323233"/>
              <a:gd name="connsiteY120" fmla="*/ 525824 h 5835507"/>
              <a:gd name="connsiteX121" fmla="*/ 967998 w 7323233"/>
              <a:gd name="connsiteY121" fmla="*/ 552574 h 5835507"/>
              <a:gd name="connsiteX122" fmla="*/ 1129651 w 7323233"/>
              <a:gd name="connsiteY122" fmla="*/ 552574 h 5835507"/>
              <a:gd name="connsiteX123" fmla="*/ 978317 w 7323233"/>
              <a:gd name="connsiteY123" fmla="*/ 513593 h 5835507"/>
              <a:gd name="connsiteX124" fmla="*/ 1074620 w 7323233"/>
              <a:gd name="connsiteY124" fmla="*/ 478818 h 5835507"/>
              <a:gd name="connsiteX125" fmla="*/ 1091435 w 7323233"/>
              <a:gd name="connsiteY125" fmla="*/ 436781 h 5835507"/>
              <a:gd name="connsiteX126" fmla="*/ 1135383 w 7323233"/>
              <a:gd name="connsiteY126" fmla="*/ 404296 h 5835507"/>
              <a:gd name="connsiteX127" fmla="*/ 1384166 w 7323233"/>
              <a:gd name="connsiteY127" fmla="*/ 420349 h 5835507"/>
              <a:gd name="connsiteX128" fmla="*/ 1219839 w 7323233"/>
              <a:gd name="connsiteY128" fmla="*/ 286593 h 5835507"/>
              <a:gd name="connsiteX129" fmla="*/ 1114364 w 7323233"/>
              <a:gd name="connsiteY129" fmla="*/ 264428 h 5835507"/>
              <a:gd name="connsiteX130" fmla="*/ 1090289 w 7323233"/>
              <a:gd name="connsiteY130" fmla="*/ 207487 h 5835507"/>
              <a:gd name="connsiteX131" fmla="*/ 1139204 w 7323233"/>
              <a:gd name="connsiteY131" fmla="*/ 195259 h 5835507"/>
              <a:gd name="connsiteX132" fmla="*/ 1382254 w 7323233"/>
              <a:gd name="connsiteY132" fmla="*/ 242265 h 5835507"/>
              <a:gd name="connsiteX133" fmla="*/ 1423145 w 7323233"/>
              <a:gd name="connsiteY133" fmla="*/ 223537 h 5835507"/>
              <a:gd name="connsiteX134" fmla="*/ 965705 w 7323233"/>
              <a:gd name="connsiteY134" fmla="*/ 102013 h 5835507"/>
              <a:gd name="connsiteX135" fmla="*/ 972586 w 7323233"/>
              <a:gd name="connsiteY135" fmla="*/ 69912 h 5835507"/>
              <a:gd name="connsiteX136" fmla="*/ 1375376 w 7323233"/>
              <a:gd name="connsiteY136" fmla="*/ 119593 h 5835507"/>
              <a:gd name="connsiteX137" fmla="*/ 1117804 w 7323233"/>
              <a:gd name="connsiteY137" fmla="*/ 25200 h 5835507"/>
              <a:gd name="connsiteX138" fmla="*/ 1164045 w 7323233"/>
              <a:gd name="connsiteY138" fmla="*/ 25 h 58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7323233" h="5835507">
                <a:moveTo>
                  <a:pt x="1164045" y="25"/>
                </a:moveTo>
                <a:cubicBezTo>
                  <a:pt x="1180764" y="455"/>
                  <a:pt x="1198056" y="6474"/>
                  <a:pt x="1213723" y="8385"/>
                </a:cubicBezTo>
                <a:cubicBezTo>
                  <a:pt x="1559575" y="51187"/>
                  <a:pt x="1905425" y="97428"/>
                  <a:pt x="2251656" y="138318"/>
                </a:cubicBezTo>
                <a:cubicBezTo>
                  <a:pt x="2575343" y="176534"/>
                  <a:pt x="2901320" y="185322"/>
                  <a:pt x="3226534" y="205194"/>
                </a:cubicBezTo>
                <a:cubicBezTo>
                  <a:pt x="3620153" y="229271"/>
                  <a:pt x="4013008" y="263284"/>
                  <a:pt x="4404335" y="316784"/>
                </a:cubicBezTo>
                <a:cubicBezTo>
                  <a:pt x="4676048" y="354236"/>
                  <a:pt x="4950435" y="380221"/>
                  <a:pt x="5225968" y="350415"/>
                </a:cubicBezTo>
                <a:cubicBezTo>
                  <a:pt x="5239725" y="348884"/>
                  <a:pt x="5255394" y="343918"/>
                  <a:pt x="5266859" y="348884"/>
                </a:cubicBezTo>
                <a:cubicBezTo>
                  <a:pt x="5400614" y="404680"/>
                  <a:pt x="5546596" y="364553"/>
                  <a:pt x="5685318" y="399712"/>
                </a:cubicBezTo>
                <a:cubicBezTo>
                  <a:pt x="5649777" y="535377"/>
                  <a:pt x="5497299" y="524293"/>
                  <a:pt x="5411315" y="618305"/>
                </a:cubicBezTo>
                <a:cubicBezTo>
                  <a:pt x="5551565" y="655755"/>
                  <a:pt x="5677676" y="693589"/>
                  <a:pt x="5805698" y="721868"/>
                </a:cubicBezTo>
                <a:cubicBezTo>
                  <a:pt x="5941363" y="751677"/>
                  <a:pt x="6056391" y="832311"/>
                  <a:pt x="6188997" y="868233"/>
                </a:cubicBezTo>
                <a:cubicBezTo>
                  <a:pt x="6217279" y="875876"/>
                  <a:pt x="6251291" y="902627"/>
                  <a:pt x="6261225" y="928614"/>
                </a:cubicBezTo>
                <a:cubicBezTo>
                  <a:pt x="6293326" y="1012688"/>
                  <a:pt x="6934199" y="1248479"/>
                  <a:pt x="6858533" y="1323379"/>
                </a:cubicBezTo>
                <a:cubicBezTo>
                  <a:pt x="6827197" y="1354335"/>
                  <a:pt x="6786687" y="1376500"/>
                  <a:pt x="6744269" y="1407072"/>
                </a:cubicBezTo>
                <a:cubicBezTo>
                  <a:pt x="6808090" y="1464778"/>
                  <a:pt x="6879934" y="1490000"/>
                  <a:pt x="6956365" y="1507197"/>
                </a:cubicBezTo>
                <a:cubicBezTo>
                  <a:pt x="6979295" y="1512547"/>
                  <a:pt x="7001843" y="1523247"/>
                  <a:pt x="7004134" y="1549234"/>
                </a:cubicBezTo>
                <a:cubicBezTo>
                  <a:pt x="7006427" y="1576366"/>
                  <a:pt x="6983115" y="1587066"/>
                  <a:pt x="6963627" y="1599678"/>
                </a:cubicBezTo>
                <a:cubicBezTo>
                  <a:pt x="6936493" y="1617256"/>
                  <a:pt x="6910125" y="1632543"/>
                  <a:pt x="6875731" y="1634837"/>
                </a:cubicBezTo>
                <a:cubicBezTo>
                  <a:pt x="6819171" y="1638275"/>
                  <a:pt x="6792040" y="1687191"/>
                  <a:pt x="6759175" y="1723878"/>
                </a:cubicBezTo>
                <a:cubicBezTo>
                  <a:pt x="6740831" y="1744515"/>
                  <a:pt x="6731659" y="1786169"/>
                  <a:pt x="6763759" y="1793431"/>
                </a:cubicBezTo>
                <a:cubicBezTo>
                  <a:pt x="6840955" y="1811009"/>
                  <a:pt x="6834840" y="1861837"/>
                  <a:pt x="6832931" y="1919543"/>
                </a:cubicBezTo>
                <a:cubicBezTo>
                  <a:pt x="6830255" y="1991005"/>
                  <a:pt x="6784777" y="2023871"/>
                  <a:pt x="6728984" y="2051386"/>
                </a:cubicBezTo>
                <a:cubicBezTo>
                  <a:pt x="6709875" y="2060939"/>
                  <a:pt x="6682743" y="2060556"/>
                  <a:pt x="6675481" y="2090365"/>
                </a:cubicBezTo>
                <a:cubicBezTo>
                  <a:pt x="6706819" y="2118645"/>
                  <a:pt x="6745034" y="2095715"/>
                  <a:pt x="6778665" y="2103740"/>
                </a:cubicBezTo>
                <a:cubicBezTo>
                  <a:pt x="6806561" y="2110237"/>
                  <a:pt x="6852802" y="2106799"/>
                  <a:pt x="6814587" y="2158771"/>
                </a:cubicBezTo>
                <a:cubicBezTo>
                  <a:pt x="6803503" y="2173674"/>
                  <a:pt x="6816497" y="2185139"/>
                  <a:pt x="6830637" y="2186286"/>
                </a:cubicBezTo>
                <a:cubicBezTo>
                  <a:pt x="6943755" y="2198133"/>
                  <a:pt x="6891781" y="2303226"/>
                  <a:pt x="6928087" y="2358639"/>
                </a:cubicBezTo>
                <a:cubicBezTo>
                  <a:pt x="6938021" y="2373923"/>
                  <a:pt x="6927321" y="2400292"/>
                  <a:pt x="6911653" y="2406789"/>
                </a:cubicBezTo>
                <a:cubicBezTo>
                  <a:pt x="6811528" y="2449592"/>
                  <a:pt x="6797771" y="2551626"/>
                  <a:pt x="6749237" y="2639522"/>
                </a:cubicBezTo>
                <a:cubicBezTo>
                  <a:pt x="6801975" y="2674298"/>
                  <a:pt x="6865031" y="2681941"/>
                  <a:pt x="6921971" y="2704488"/>
                </a:cubicBezTo>
                <a:cubicBezTo>
                  <a:pt x="6981205" y="2728182"/>
                  <a:pt x="6981205" y="2745760"/>
                  <a:pt x="6932290" y="2814548"/>
                </a:cubicBezTo>
                <a:cubicBezTo>
                  <a:pt x="7059546" y="2829453"/>
                  <a:pt x="7059546" y="2829453"/>
                  <a:pt x="7020186" y="2937603"/>
                </a:cubicBezTo>
                <a:cubicBezTo>
                  <a:pt x="7126808" y="2947538"/>
                  <a:pt x="7197123" y="2998747"/>
                  <a:pt x="7213555" y="3110719"/>
                </a:cubicBezTo>
                <a:cubicBezTo>
                  <a:pt x="7221580" y="3164984"/>
                  <a:pt x="7269733" y="3190588"/>
                  <a:pt x="7323233" y="3226893"/>
                </a:cubicBezTo>
                <a:cubicBezTo>
                  <a:pt x="7256739" y="3262053"/>
                  <a:pt x="7211645" y="3335425"/>
                  <a:pt x="7134067" y="3257847"/>
                </a:cubicBezTo>
                <a:cubicBezTo>
                  <a:pt x="7105789" y="3229569"/>
                  <a:pt x="7108462" y="3265491"/>
                  <a:pt x="7104643" y="3275809"/>
                </a:cubicBezTo>
                <a:cubicBezTo>
                  <a:pt x="7095471" y="3301031"/>
                  <a:pt x="7114577" y="3317846"/>
                  <a:pt x="7127189" y="3336953"/>
                </a:cubicBezTo>
                <a:cubicBezTo>
                  <a:pt x="7139417" y="3356062"/>
                  <a:pt x="7153939" y="3376315"/>
                  <a:pt x="7157379" y="3397718"/>
                </a:cubicBezTo>
                <a:cubicBezTo>
                  <a:pt x="7159671" y="3412621"/>
                  <a:pt x="7148589" y="3434403"/>
                  <a:pt x="7136361" y="3445487"/>
                </a:cubicBezTo>
                <a:cubicBezTo>
                  <a:pt x="7072159" y="3503956"/>
                  <a:pt x="7110374" y="3635418"/>
                  <a:pt x="6988849" y="3652233"/>
                </a:cubicBezTo>
                <a:cubicBezTo>
                  <a:pt x="6934199" y="3659874"/>
                  <a:pt x="6907831" y="3708027"/>
                  <a:pt x="6867705" y="3734395"/>
                </a:cubicBezTo>
                <a:cubicBezTo>
                  <a:pt x="6728219" y="3826495"/>
                  <a:pt x="6634972" y="3944964"/>
                  <a:pt x="6591791" y="4107760"/>
                </a:cubicBezTo>
                <a:cubicBezTo>
                  <a:pt x="6579943" y="4152854"/>
                  <a:pt x="6534466" y="4189160"/>
                  <a:pt x="6505041" y="4228904"/>
                </a:cubicBezTo>
                <a:cubicBezTo>
                  <a:pt x="6519181" y="4257948"/>
                  <a:pt x="6596375" y="4195273"/>
                  <a:pt x="6569243" y="4271704"/>
                </a:cubicBezTo>
                <a:cubicBezTo>
                  <a:pt x="6548606" y="4329029"/>
                  <a:pt x="6495869" y="4364569"/>
                  <a:pt x="6446188" y="4398582"/>
                </a:cubicBezTo>
                <a:cubicBezTo>
                  <a:pt x="6389629" y="4437179"/>
                  <a:pt x="6326957" y="4468132"/>
                  <a:pt x="6301351" y="4539595"/>
                </a:cubicBezTo>
                <a:cubicBezTo>
                  <a:pt x="6296001" y="4554882"/>
                  <a:pt x="6278804" y="4570932"/>
                  <a:pt x="6263519" y="4577047"/>
                </a:cubicBezTo>
                <a:cubicBezTo>
                  <a:pt x="5466343" y="5834719"/>
                  <a:pt x="3503978" y="5843126"/>
                  <a:pt x="3277744" y="5834336"/>
                </a:cubicBezTo>
                <a:cubicBezTo>
                  <a:pt x="3003739" y="5823254"/>
                  <a:pt x="2744636" y="5745676"/>
                  <a:pt x="2490505" y="5648992"/>
                </a:cubicBezTo>
                <a:cubicBezTo>
                  <a:pt x="2383118" y="5608101"/>
                  <a:pt x="2283377" y="5550014"/>
                  <a:pt x="2179046" y="5504920"/>
                </a:cubicBezTo>
                <a:cubicBezTo>
                  <a:pt x="2034975" y="5442627"/>
                  <a:pt x="1923768" y="5323777"/>
                  <a:pt x="1780078" y="5273715"/>
                </a:cubicBezTo>
                <a:cubicBezTo>
                  <a:pt x="1632184" y="5222124"/>
                  <a:pt x="1505691" y="5127731"/>
                  <a:pt x="1353592" y="5087606"/>
                </a:cubicBezTo>
                <a:cubicBezTo>
                  <a:pt x="1273341" y="5066205"/>
                  <a:pt x="1195763" y="5027608"/>
                  <a:pt x="1208373" y="4917165"/>
                </a:cubicBezTo>
                <a:cubicBezTo>
                  <a:pt x="1211813" y="4885828"/>
                  <a:pt x="1190795" y="4860224"/>
                  <a:pt x="1157548" y="4869396"/>
                </a:cubicBezTo>
                <a:cubicBezTo>
                  <a:pt x="1094110" y="4886593"/>
                  <a:pt x="1065448" y="4841115"/>
                  <a:pt x="1030289" y="4807103"/>
                </a:cubicBezTo>
                <a:cubicBezTo>
                  <a:pt x="967617" y="4746725"/>
                  <a:pt x="908001" y="4682522"/>
                  <a:pt x="808258" y="4672585"/>
                </a:cubicBezTo>
                <a:cubicBezTo>
                  <a:pt x="827365" y="4625197"/>
                  <a:pt x="859849" y="4632078"/>
                  <a:pt x="889658" y="4642013"/>
                </a:cubicBezTo>
                <a:cubicBezTo>
                  <a:pt x="967998" y="4668000"/>
                  <a:pt x="1045576" y="4697425"/>
                  <a:pt x="1123917" y="4723412"/>
                </a:cubicBezTo>
                <a:cubicBezTo>
                  <a:pt x="1175126" y="4740228"/>
                  <a:pt x="1225954" y="4763921"/>
                  <a:pt x="1294360" y="4745194"/>
                </a:cubicBezTo>
                <a:cubicBezTo>
                  <a:pt x="1235507" y="4649656"/>
                  <a:pt x="1135383" y="4632459"/>
                  <a:pt x="1054367" y="4603034"/>
                </a:cubicBezTo>
                <a:cubicBezTo>
                  <a:pt x="953095" y="4565966"/>
                  <a:pt x="893480" y="4496029"/>
                  <a:pt x="822015" y="4418070"/>
                </a:cubicBezTo>
                <a:cubicBezTo>
                  <a:pt x="896536" y="4399344"/>
                  <a:pt x="942777" y="4456669"/>
                  <a:pt x="1001246" y="4453610"/>
                </a:cubicBezTo>
                <a:cubicBezTo>
                  <a:pt x="1004304" y="4443675"/>
                  <a:pt x="1009654" y="4429153"/>
                  <a:pt x="1008889" y="4428770"/>
                </a:cubicBezTo>
                <a:cubicBezTo>
                  <a:pt x="913351" y="4385969"/>
                  <a:pt x="868639" y="4305717"/>
                  <a:pt x="853733" y="4208648"/>
                </a:cubicBezTo>
                <a:cubicBezTo>
                  <a:pt x="846092" y="4158588"/>
                  <a:pt x="811315" y="4142920"/>
                  <a:pt x="776921" y="4119989"/>
                </a:cubicBezTo>
                <a:cubicBezTo>
                  <a:pt x="656924" y="4038591"/>
                  <a:pt x="530049" y="3964835"/>
                  <a:pt x="431453" y="3852864"/>
                </a:cubicBezTo>
                <a:cubicBezTo>
                  <a:pt x="545336" y="3867767"/>
                  <a:pt x="636671" y="3940758"/>
                  <a:pt x="759342" y="3972095"/>
                </a:cubicBezTo>
                <a:cubicBezTo>
                  <a:pt x="661893" y="3849042"/>
                  <a:pt x="535781" y="3786751"/>
                  <a:pt x="420753" y="3712230"/>
                </a:cubicBezTo>
                <a:cubicBezTo>
                  <a:pt x="368397" y="3678218"/>
                  <a:pt x="319865" y="3634652"/>
                  <a:pt x="256425" y="3616309"/>
                </a:cubicBezTo>
                <a:cubicBezTo>
                  <a:pt x="233878" y="3609812"/>
                  <a:pt x="196810" y="3596055"/>
                  <a:pt x="214772" y="3559749"/>
                </a:cubicBezTo>
                <a:cubicBezTo>
                  <a:pt x="230057" y="3529561"/>
                  <a:pt x="260247" y="3538731"/>
                  <a:pt x="287762" y="3547521"/>
                </a:cubicBezTo>
                <a:cubicBezTo>
                  <a:pt x="353875" y="3569305"/>
                  <a:pt x="422281" y="3569687"/>
                  <a:pt x="511706" y="3569305"/>
                </a:cubicBezTo>
                <a:cubicBezTo>
                  <a:pt x="436803" y="3469562"/>
                  <a:pt x="299609" y="3499371"/>
                  <a:pt x="235409" y="3394659"/>
                </a:cubicBezTo>
                <a:cubicBezTo>
                  <a:pt x="315659" y="3376315"/>
                  <a:pt x="377569" y="3414149"/>
                  <a:pt x="442537" y="3421409"/>
                </a:cubicBezTo>
                <a:cubicBezTo>
                  <a:pt x="501387" y="3427906"/>
                  <a:pt x="515909" y="3410328"/>
                  <a:pt x="502152" y="3352622"/>
                </a:cubicBezTo>
                <a:cubicBezTo>
                  <a:pt x="480752" y="3262815"/>
                  <a:pt x="512852" y="3216956"/>
                  <a:pt x="598455" y="3241415"/>
                </a:cubicBezTo>
                <a:cubicBezTo>
                  <a:pt x="677943" y="3264344"/>
                  <a:pt x="686349" y="3230715"/>
                  <a:pt x="664949" y="3179506"/>
                </a:cubicBezTo>
                <a:cubicBezTo>
                  <a:pt x="634377" y="3104987"/>
                  <a:pt x="669153" y="3047281"/>
                  <a:pt x="692846" y="2984607"/>
                </a:cubicBezTo>
                <a:cubicBezTo>
                  <a:pt x="729152" y="2889069"/>
                  <a:pt x="713865" y="2842445"/>
                  <a:pt x="635524" y="2771366"/>
                </a:cubicBezTo>
                <a:cubicBezTo>
                  <a:pt x="591577" y="2731620"/>
                  <a:pt x="544190" y="2697991"/>
                  <a:pt x="480368" y="2663598"/>
                </a:cubicBezTo>
                <a:cubicBezTo>
                  <a:pt x="627499" y="2644872"/>
                  <a:pt x="473109" y="2581817"/>
                  <a:pt x="525081" y="2542454"/>
                </a:cubicBezTo>
                <a:cubicBezTo>
                  <a:pt x="629027" y="2526404"/>
                  <a:pt x="713865" y="2651751"/>
                  <a:pt x="855264" y="2615829"/>
                </a:cubicBezTo>
                <a:cubicBezTo>
                  <a:pt x="680618" y="2507295"/>
                  <a:pt x="487630" y="2471755"/>
                  <a:pt x="361137" y="2327301"/>
                </a:cubicBezTo>
                <a:cubicBezTo>
                  <a:pt x="390181" y="2294436"/>
                  <a:pt x="419224" y="2325008"/>
                  <a:pt x="444065" y="2312780"/>
                </a:cubicBezTo>
                <a:cubicBezTo>
                  <a:pt x="443300" y="2305136"/>
                  <a:pt x="445212" y="2293671"/>
                  <a:pt x="440625" y="2290233"/>
                </a:cubicBezTo>
                <a:cubicBezTo>
                  <a:pt x="346234" y="2211508"/>
                  <a:pt x="344703" y="2209598"/>
                  <a:pt x="445975" y="2151509"/>
                </a:cubicBezTo>
                <a:cubicBezTo>
                  <a:pt x="481515" y="2131255"/>
                  <a:pt x="478459" y="2113293"/>
                  <a:pt x="459734" y="2087690"/>
                </a:cubicBezTo>
                <a:cubicBezTo>
                  <a:pt x="446356" y="2069728"/>
                  <a:pt x="430306" y="2053677"/>
                  <a:pt x="437950" y="2014315"/>
                </a:cubicBezTo>
                <a:cubicBezTo>
                  <a:pt x="493362" y="2064761"/>
                  <a:pt x="761252" y="2048327"/>
                  <a:pt x="808640" y="2042977"/>
                </a:cubicBezTo>
                <a:cubicBezTo>
                  <a:pt x="861758" y="2037246"/>
                  <a:pt x="914114" y="2012787"/>
                  <a:pt x="969908" y="2026162"/>
                </a:cubicBezTo>
                <a:cubicBezTo>
                  <a:pt x="1014621" y="2036864"/>
                  <a:pt x="1221748" y="2140427"/>
                  <a:pt x="1251176" y="2021577"/>
                </a:cubicBezTo>
                <a:cubicBezTo>
                  <a:pt x="1252704" y="2015846"/>
                  <a:pt x="1336395" y="2029221"/>
                  <a:pt x="1381491" y="2035718"/>
                </a:cubicBezTo>
                <a:cubicBezTo>
                  <a:pt x="1421235" y="2041068"/>
                  <a:pt x="1465947" y="2064761"/>
                  <a:pt x="1492697" y="2017374"/>
                </a:cubicBezTo>
                <a:cubicBezTo>
                  <a:pt x="1508366" y="1989477"/>
                  <a:pt x="1443782" y="1935593"/>
                  <a:pt x="1386076" y="1931006"/>
                </a:cubicBezTo>
                <a:cubicBezTo>
                  <a:pt x="1336013" y="1926802"/>
                  <a:pt x="1283658" y="1920687"/>
                  <a:pt x="1235889" y="1932153"/>
                </a:cubicBezTo>
                <a:cubicBezTo>
                  <a:pt x="1177038" y="1945911"/>
                  <a:pt x="1145320" y="1923746"/>
                  <a:pt x="1128886" y="1875977"/>
                </a:cubicBezTo>
                <a:cubicBezTo>
                  <a:pt x="1110542" y="1823240"/>
                  <a:pt x="1075383" y="1798781"/>
                  <a:pt x="1026851" y="1774322"/>
                </a:cubicBezTo>
                <a:cubicBezTo>
                  <a:pt x="909146" y="1715090"/>
                  <a:pt x="796030" y="1646684"/>
                  <a:pt x="666861" y="1612290"/>
                </a:cubicBezTo>
                <a:cubicBezTo>
                  <a:pt x="641255" y="1605409"/>
                  <a:pt x="612977" y="1596238"/>
                  <a:pt x="601130" y="1550762"/>
                </a:cubicBezTo>
                <a:cubicBezTo>
                  <a:pt x="950802" y="1618785"/>
                  <a:pt x="1269520" y="1796106"/>
                  <a:pt x="1630272" y="1785787"/>
                </a:cubicBezTo>
                <a:cubicBezTo>
                  <a:pt x="1531678" y="1729610"/>
                  <a:pt x="1417413" y="1726553"/>
                  <a:pt x="1312320" y="1687191"/>
                </a:cubicBezTo>
                <a:cubicBezTo>
                  <a:pt x="1386841" y="1657765"/>
                  <a:pt x="1456775" y="1688337"/>
                  <a:pt x="1527473" y="1705153"/>
                </a:cubicBezTo>
                <a:cubicBezTo>
                  <a:pt x="1586707" y="1718909"/>
                  <a:pt x="1640210" y="1721203"/>
                  <a:pt x="1646706" y="1639040"/>
                </a:cubicBezTo>
                <a:cubicBezTo>
                  <a:pt x="1644413" y="1633690"/>
                  <a:pt x="1644794" y="1626812"/>
                  <a:pt x="1645178" y="1620315"/>
                </a:cubicBezTo>
                <a:cubicBezTo>
                  <a:pt x="1625304" y="1586303"/>
                  <a:pt x="1594350" y="1568725"/>
                  <a:pt x="1557663" y="1558787"/>
                </a:cubicBezTo>
                <a:cubicBezTo>
                  <a:pt x="1535498" y="1552672"/>
                  <a:pt x="1506073" y="1543500"/>
                  <a:pt x="1506454" y="1519044"/>
                </a:cubicBezTo>
                <a:cubicBezTo>
                  <a:pt x="1507601" y="1428472"/>
                  <a:pt x="1436904" y="1402104"/>
                  <a:pt x="1366204" y="1375735"/>
                </a:cubicBezTo>
                <a:cubicBezTo>
                  <a:pt x="1405566" y="1330641"/>
                  <a:pt x="1436520" y="1363888"/>
                  <a:pt x="1466329" y="1360450"/>
                </a:cubicBezTo>
                <a:cubicBezTo>
                  <a:pt x="1485819" y="1358157"/>
                  <a:pt x="1503397" y="1353953"/>
                  <a:pt x="1503397" y="1330641"/>
                </a:cubicBezTo>
                <a:cubicBezTo>
                  <a:pt x="1503779" y="1311151"/>
                  <a:pt x="1494607" y="1288985"/>
                  <a:pt x="1475501" y="1288604"/>
                </a:cubicBezTo>
                <a:cubicBezTo>
                  <a:pt x="1355885" y="1285163"/>
                  <a:pt x="1289773" y="1159817"/>
                  <a:pt x="1165573" y="1159435"/>
                </a:cubicBezTo>
                <a:cubicBezTo>
                  <a:pt x="1091435" y="1159435"/>
                  <a:pt x="1204170" y="1088738"/>
                  <a:pt x="1141498" y="1059311"/>
                </a:cubicBezTo>
                <a:cubicBezTo>
                  <a:pt x="1127739" y="1052814"/>
                  <a:pt x="1177420" y="1042879"/>
                  <a:pt x="1199585" y="1044407"/>
                </a:cubicBezTo>
                <a:cubicBezTo>
                  <a:pt x="1221367" y="1045935"/>
                  <a:pt x="1240857" y="1064661"/>
                  <a:pt x="1267226" y="1051286"/>
                </a:cubicBezTo>
                <a:cubicBezTo>
                  <a:pt x="1281748" y="1003517"/>
                  <a:pt x="1244298" y="985938"/>
                  <a:pt x="1213342" y="972561"/>
                </a:cubicBezTo>
                <a:cubicBezTo>
                  <a:pt x="1141879" y="941607"/>
                  <a:pt x="1072327" y="904157"/>
                  <a:pt x="993986" y="893073"/>
                </a:cubicBezTo>
                <a:cubicBezTo>
                  <a:pt x="966089" y="889252"/>
                  <a:pt x="1034111" y="838042"/>
                  <a:pt x="1047486" y="820083"/>
                </a:cubicBezTo>
                <a:cubicBezTo>
                  <a:pt x="732209" y="631299"/>
                  <a:pt x="353112" y="640852"/>
                  <a:pt x="0" y="488371"/>
                </a:cubicBezTo>
                <a:cubicBezTo>
                  <a:pt x="77960" y="458564"/>
                  <a:pt x="135284" y="480346"/>
                  <a:pt x="188403" y="484933"/>
                </a:cubicBezTo>
                <a:cubicBezTo>
                  <a:pt x="321009" y="496396"/>
                  <a:pt x="452090" y="520090"/>
                  <a:pt x="584315" y="534230"/>
                </a:cubicBezTo>
                <a:cubicBezTo>
                  <a:pt x="649281" y="541108"/>
                  <a:pt x="709662" y="567096"/>
                  <a:pt x="782271" y="525824"/>
                </a:cubicBezTo>
                <a:cubicBezTo>
                  <a:pt x="830805" y="498308"/>
                  <a:pt x="908383" y="528115"/>
                  <a:pt x="967998" y="552574"/>
                </a:cubicBezTo>
                <a:cubicBezTo>
                  <a:pt x="1017296" y="572827"/>
                  <a:pt x="1064301" y="578177"/>
                  <a:pt x="1129651" y="552574"/>
                </a:cubicBezTo>
                <a:cubicBezTo>
                  <a:pt x="1070417" y="536905"/>
                  <a:pt x="1024939" y="523149"/>
                  <a:pt x="978317" y="513593"/>
                </a:cubicBezTo>
                <a:cubicBezTo>
                  <a:pt x="941248" y="505952"/>
                  <a:pt x="1029526" y="474996"/>
                  <a:pt x="1074620" y="478818"/>
                </a:cubicBezTo>
                <a:cubicBezTo>
                  <a:pt x="1137676" y="484168"/>
                  <a:pt x="1102136" y="464296"/>
                  <a:pt x="1091435" y="436781"/>
                </a:cubicBezTo>
                <a:cubicBezTo>
                  <a:pt x="1079970" y="407355"/>
                  <a:pt x="1113982" y="398184"/>
                  <a:pt x="1135383" y="404296"/>
                </a:cubicBezTo>
                <a:cubicBezTo>
                  <a:pt x="1217545" y="428374"/>
                  <a:pt x="1299326" y="385955"/>
                  <a:pt x="1384166" y="420349"/>
                </a:cubicBezTo>
                <a:cubicBezTo>
                  <a:pt x="1362764" y="335509"/>
                  <a:pt x="1316523" y="298440"/>
                  <a:pt x="1219839" y="286593"/>
                </a:cubicBezTo>
                <a:cubicBezTo>
                  <a:pt x="1183533" y="282009"/>
                  <a:pt x="1145701" y="288887"/>
                  <a:pt x="1114364" y="264428"/>
                </a:cubicBezTo>
                <a:cubicBezTo>
                  <a:pt x="1096402" y="250290"/>
                  <a:pt x="1076148" y="233474"/>
                  <a:pt x="1090289" y="207487"/>
                </a:cubicBezTo>
                <a:cubicBezTo>
                  <a:pt x="1100223" y="189144"/>
                  <a:pt x="1121626" y="189144"/>
                  <a:pt x="1139204" y="195259"/>
                </a:cubicBezTo>
                <a:cubicBezTo>
                  <a:pt x="1217929" y="222393"/>
                  <a:pt x="1300091" y="232328"/>
                  <a:pt x="1382254" y="242265"/>
                </a:cubicBezTo>
                <a:cubicBezTo>
                  <a:pt x="1394866" y="243793"/>
                  <a:pt x="1409004" y="248762"/>
                  <a:pt x="1423145" y="223537"/>
                </a:cubicBezTo>
                <a:cubicBezTo>
                  <a:pt x="1269520" y="182647"/>
                  <a:pt x="1123536" y="124559"/>
                  <a:pt x="965705" y="102013"/>
                </a:cubicBezTo>
                <a:cubicBezTo>
                  <a:pt x="967998" y="91312"/>
                  <a:pt x="970292" y="80612"/>
                  <a:pt x="972586" y="69912"/>
                </a:cubicBezTo>
                <a:cubicBezTo>
                  <a:pt x="1096020" y="85197"/>
                  <a:pt x="1219457" y="100484"/>
                  <a:pt x="1375376" y="119593"/>
                </a:cubicBezTo>
                <a:cubicBezTo>
                  <a:pt x="1279454" y="58828"/>
                  <a:pt x="1188885" y="79084"/>
                  <a:pt x="1117804" y="25200"/>
                </a:cubicBezTo>
                <a:cubicBezTo>
                  <a:pt x="1131179" y="4755"/>
                  <a:pt x="1147325" y="-405"/>
                  <a:pt x="1164045" y="2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F32F74-3EFB-D664-728E-57A89ACD2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473" y="1998925"/>
            <a:ext cx="5541054" cy="21494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Thankyou!</a:t>
            </a:r>
          </a:p>
        </p:txBody>
      </p:sp>
    </p:spTree>
    <p:extLst>
      <p:ext uri="{BB962C8B-B14F-4D97-AF65-F5344CB8AC3E}">
        <p14:creationId xmlns:p14="http://schemas.microsoft.com/office/powerpoint/2010/main" val="29781685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BrushVTI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BrushVTI</vt:lpstr>
      <vt:lpstr>My Journey in Medicine Basics</vt:lpstr>
      <vt:lpstr>Contents</vt:lpstr>
      <vt:lpstr>About Me</vt:lpstr>
      <vt:lpstr>2. Inspiration to Become a Doctor</vt:lpstr>
      <vt:lpstr>3. How I Found This Program</vt:lpstr>
      <vt:lpstr>4. Our Journey in This Program</vt:lpstr>
      <vt:lpstr>5. Evidence of Participation</vt:lpstr>
      <vt:lpstr>5.1 Sample from Our Journey</vt:lpstr>
      <vt:lpstr>5.2 Communication and Task Coordination</vt:lpstr>
      <vt:lpstr>5.3 Learning Through Khan Academy</vt:lpstr>
      <vt:lpstr>6. Important Insight</vt:lpstr>
      <vt:lpstr>Important Insight #1</vt:lpstr>
      <vt:lpstr>Important Insight #2</vt:lpstr>
      <vt:lpstr>Important Insight #3</vt:lpstr>
      <vt:lpstr>7. My Goals After This Program</vt:lpstr>
      <vt:lpstr>Short-Term Goal</vt:lpstr>
      <vt:lpstr>Long-Term Goal</vt:lpstr>
      <vt:lpstr>Thankyou!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42</cp:revision>
  <dcterms:created xsi:type="dcterms:W3CDTF">2025-06-28T10:21:28Z</dcterms:created>
  <dcterms:modified xsi:type="dcterms:W3CDTF">2025-06-28T17:04:10Z</dcterms:modified>
</cp:coreProperties>
</file>